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s/slide238.xml" ContentType="application/vnd.openxmlformats-officedocument.presentationml.slide+xml"/>
  <Override PartName="/ppt/slides/slide660.xml" ContentType="application/vnd.openxmlformats-officedocument.presentationml.slide+xml"/>
  <Override PartName="/ppt/slides/slide263.xml" ContentType="application/vnd.openxmlformats-officedocument.presentationml.slide+xml"/>
  <Override PartName="/ppt/slides/slide962.xml" ContentType="application/vnd.openxmlformats-officedocument.presentationml.slide+xml"/>
  <Override PartName="/ppt/slides/slide1661.xml" ContentType="application/vnd.openxmlformats-officedocument.presentationml.slide+xml"/>
  <Override PartName="/ppt/slides/slide159.xml" ContentType="application/vnd.openxmlformats-officedocument.presentationml.slide+xml"/>
  <Override PartName="/ppt/slides/slide17.xml" ContentType="application/vnd.openxmlformats-officedocument.presentationml.slide+xml"/>
  <Override PartName="/ppt/slides/slide182.xml" ContentType="application/vnd.openxmlformats-officedocument.presentationml.slide+xml"/>
  <Override PartName="/ppt/slides/slide1662.xml" ContentType="application/vnd.openxmlformats-officedocument.presentationml.slide+xml"/>
  <Override PartName="/ppt/slides/slide18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239.xml" ContentType="application/vnd.openxmlformats-officedocument.presentationml.slide+xml"/>
  <Override PartName="/ppt/slides/slide938.xml" ContentType="application/vnd.openxmlformats-officedocument.presentationml.slide+xml"/>
  <Override PartName="/ppt/slides/slide1637.xml" ContentType="application/vnd.openxmlformats-officedocument.presentationml.slide+xml"/>
  <Override PartName="/ppt/slides/slide575.xml" ContentType="application/vnd.openxmlformats-officedocument.presentationml.slide+xml"/>
  <Override PartName="/ppt/slides/slide265.xml" ContentType="application/vnd.openxmlformats-officedocument.presentationml.slide+xml"/>
  <Override PartName="/ppt/slides/slide964.xml" ContentType="application/vnd.openxmlformats-officedocument.presentationml.slide+xml"/>
  <Override PartName="/ppt/slides/slide1663.xml" ContentType="application/vnd.openxmlformats-officedocument.presentationml.slide+xml"/>
  <Override PartName="/ppt/slides/slide100.xml" ContentType="application/vnd.openxmlformats-officedocument.presentationml.slide+xml"/>
  <Override PartName="/ppt/slides/slide260.xml" ContentType="application/vnd.openxmlformats-officedocument.presentationml.slide+xml"/>
  <Override PartName="/ppt/slides/slide14.xml" ContentType="application/vnd.openxmlformats-officedocument.presentationml.slide+xml"/>
  <Override PartName="/ppt/slides/slide261.xml" ContentType="application/vnd.openxmlformats-officedocument.presentationml.slide+xml"/>
  <Override PartName="/ppt/slides/slide960.xml" ContentType="application/vnd.openxmlformats-officedocument.presentationml.slide+xml"/>
  <Override PartName="/ppt/slides/slide237.xml" ContentType="application/vnd.openxmlformats-officedocument.presentationml.slide+xml"/>
  <Override PartName="/ppt/slides/slide936.xml" ContentType="application/vnd.openxmlformats-officedocument.presentationml.slide+xml"/>
  <Override PartName="/ppt/slides/slide100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970.xml" ContentType="application/vnd.openxmlformats-officedocument.presentationml.slide+xml"/>
  <Override PartName="/ppt/slides/slide750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1671.xml" ContentType="application/vnd.openxmlformats-officedocument.presentationml.slide+xml"/>
  <Override PartName="/ppt/slides/slide274.xml" ContentType="application/vnd.openxmlformats-officedocument.presentationml.slide+xml"/>
  <Override PartName="/ppt/slides/slide1672.xml" ContentType="application/vnd.openxmlformats-officedocument.presentationml.slide+xml"/>
  <Override PartName="/ppt/slides/slide275.xml" ContentType="application/vnd.openxmlformats-officedocument.presentationml.slide+xml"/>
  <Override PartName="/ppt/slides/slide79.xml" ContentType="application/vnd.openxmlformats-officedocument.presentationml.slide+xml"/>
  <Override PartName="/ppt/slides/slide1673.xml" ContentType="application/vnd.openxmlformats-officedocument.presentationml.slide+xml"/>
  <Override PartName="/ppt/slides/slide276.xml" ContentType="application/vnd.openxmlformats-officedocument.presentationml.slide+xml"/>
  <Override PartName="/ppt/slides/slide110.xml" ContentType="application/vnd.openxmlformats-officedocument.presentationml.slide+xml"/>
  <Override PartName="/ppt/slides/slide975.xml" ContentType="application/vnd.openxmlformats-officedocument.presentationml.slide+xml"/>
  <Override PartName="/ppt/slides/slide1674.xml" ContentType="application/vnd.openxmlformats-officedocument.presentationml.slide+xml"/>
  <Override PartName="/ppt/slides/slide1017.xml" ContentType="application/vnd.openxmlformats-officedocument.presentationml.slide+xml"/>
  <Override PartName="/ppt/slides/slide318.xml" ContentType="application/vnd.openxmlformats-officedocument.presentationml.slide+xml"/>
  <Override PartName="/ppt/slides/slide500.xml" ContentType="application/vnd.openxmlformats-officedocument.presentationml.slide+xml"/>
  <Override PartName="/ppt/slides/slide23.xml" ContentType="application/vnd.openxmlformats-officedocument.presentationml.slide+xml"/>
  <Override PartName="/ppt/slides/slide656.xml" ContentType="application/vnd.openxmlformats-officedocument.presentationml.slide+xml"/>
  <Override PartName="/ppt/slides/slide1034.xml" ContentType="application/vnd.openxmlformats-officedocument.presentationml.slide+xml"/>
  <Override PartName="/ppt/slides/slide319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280.xml" ContentType="application/vnd.openxmlformats-officedocument.presentationml.slide+xml"/>
  <Override PartName="/ppt/slides/slide1358.xml" ContentType="application/vnd.openxmlformats-officedocument.presentationml.slide+xml"/>
  <Override PartName="/ppt/slides/slide659.xml" ContentType="application/vnd.openxmlformats-officedocument.presentationml.slide+xml"/>
  <Override PartName="/ppt/slides/slide980.xml" ContentType="application/vnd.openxmlformats-officedocument.presentationml.slide+xml"/>
  <Override PartName="/ppt/slides/slide510.xml" ContentType="application/vnd.openxmlformats-officedocument.presentationml.slide+xml"/>
  <Override PartName="/ppt/slides/slide1359.xml" ContentType="application/vnd.openxmlformats-officedocument.presentationml.slide+xml"/>
  <Override PartName="/ppt/slides/slide283.xml" ContentType="application/vnd.openxmlformats-officedocument.presentationml.slide+xml"/>
  <Override PartName="/ppt/slides/slide982.xml" ContentType="application/vnd.openxmlformats-officedocument.presentationml.slide+xml"/>
  <Override PartName="/ppt/slides/slide1681.xml" ContentType="application/vnd.openxmlformats-officedocument.presentationml.slide+xml"/>
  <Override PartName="/ppt/slides/slide2.xml" ContentType="application/vnd.openxmlformats-officedocument.presentationml.slide+xml"/>
  <Override PartName="/ppt/slides/slide285.xml" ContentType="application/vnd.openxmlformats-officedocument.presentationml.slide+xml"/>
  <Override PartName="/ppt/slides/slide984.xml" ContentType="application/vnd.openxmlformats-officedocument.presentationml.slide+xml"/>
  <Override PartName="/ppt/slides/slide1683.xml" ContentType="application/vnd.openxmlformats-officedocument.presentationml.slide+xml"/>
  <Override PartName="/ppt/slides/slide3.xml" ContentType="application/vnd.openxmlformats-officedocument.presentationml.slide+xml"/>
  <Override PartName="/ppt/slides/slide120.xml" ContentType="application/vnd.openxmlformats-officedocument.presentationml.slide+xml"/>
  <Override PartName="/ppt/slides/slide985.xml" ContentType="application/vnd.openxmlformats-officedocument.presentationml.slide+xml"/>
  <Override PartName="/ppt/slides/slide1684.xml" ContentType="application/vnd.openxmlformats-officedocument.presentationml.slide+xml"/>
  <Override PartName="/ppt/slides/slide1365.xml" ContentType="application/vnd.openxmlformats-officedocument.presentationml.slide+xml"/>
  <Override PartName="/ppt/slides/slide345.xml" ContentType="application/vnd.openxmlformats-officedocument.presentationml.slide+xml"/>
  <Override PartName="/ppt/slides/slide1028.xml" ContentType="application/vnd.openxmlformats-officedocument.presentationml.slide+xml"/>
  <Override PartName="/ppt/slides/slide1200.xml" ContentType="application/vnd.openxmlformats-officedocument.presentationml.slide+xml"/>
  <Override PartName="/ppt/slides/slide501.xml" ContentType="application/vnd.openxmlformats-officedocument.presentationml.slide+xml"/>
  <Override PartName="/ppt/slides/slide1201.xml" ContentType="application/vnd.openxmlformats-officedocument.presentationml.slide+xml"/>
  <Override PartName="/ppt/slides/slide502.xml" ContentType="application/vnd.openxmlformats-officedocument.presentationml.slide+xml"/>
  <Override PartName="/ppt/slides/slide290.xml" ContentType="application/vnd.openxmlformats-officedocument.presentationml.slide+xml"/>
  <Override PartName="/ppt/slides/slide669.xml" ContentType="application/vnd.openxmlformats-officedocument.presentationml.slide+xml"/>
  <Override PartName="/ppt/slides/slide520.xml" ContentType="application/vnd.openxmlformats-officedocument.presentationml.slide+xml"/>
  <Override PartName="/ppt/slides/slide504.xml" ContentType="application/vnd.openxmlformats-officedocument.presentationml.slide+xml"/>
  <Override PartName="/ppt/slides/slide1369.xml" ContentType="application/vnd.openxmlformats-officedocument.presentationml.slide+xml"/>
  <Override PartName="/ppt/slides/slide292.xml" ContentType="application/vnd.openxmlformats-officedocument.presentationml.slide+xml"/>
  <Override PartName="/ppt/slides/slide991.xml" ContentType="application/vnd.openxmlformats-officedocument.presentationml.slide+xml"/>
  <Override PartName="/ppt/slides/slide983.xml" ContentType="application/vnd.openxmlformats-officedocument.presentationml.slide+xml"/>
  <Override PartName="/ppt/slides/slide1204.xml" ContentType="application/vnd.openxmlformats-officedocument.presentationml.slide+xml"/>
  <Override PartName="/ppt/slides/slide505.xml" ContentType="application/vnd.openxmlformats-officedocument.presentationml.slide+xml"/>
  <Override PartName="/ppt/slides/slide293.xml" ContentType="application/vnd.openxmlformats-officedocument.presentationml.slide+xml"/>
  <Override PartName="/ppt/slides/slide1691.xml" ContentType="application/vnd.openxmlformats-officedocument.presentationml.slide+xml"/>
  <Override PartName="/ppt/slides/slide506.xml" ContentType="application/vnd.openxmlformats-officedocument.presentationml.slide+xml"/>
  <Override PartName="/ppt/slides/slide294.xml" ContentType="application/vnd.openxmlformats-officedocument.presentationml.slide+xml"/>
  <Override PartName="/ppt/slides/slide993.xml" ContentType="application/vnd.openxmlformats-officedocument.presentationml.slide+xml"/>
  <Override PartName="/ppt/slides/slide1692.xml" ContentType="application/vnd.openxmlformats-officedocument.presentationml.slide+xml"/>
  <Override PartName="/ppt/slides/slide1206.xml" ContentType="application/vnd.openxmlformats-officedocument.presentationml.slide+xml"/>
  <Override PartName="/ppt/slides/slide507.xml" ContentType="application/vnd.openxmlformats-officedocument.presentationml.slide+xml"/>
  <Override PartName="/ppt/slides/slide311.xml" ContentType="application/vnd.openxmlformats-officedocument.presentationml.slide+xml"/>
  <Override PartName="/ppt/slides/slide477.xml" ContentType="application/vnd.openxmlformats-officedocument.presentationml.slide+xml"/>
  <Override PartName="/ppt/slides/slide295.xml" ContentType="application/vnd.openxmlformats-officedocument.presentationml.slide+xml"/>
  <Override PartName="/ppt/slides/slide994.xml" ContentType="application/vnd.openxmlformats-officedocument.presentationml.slide+xml"/>
  <Override PartName="/ppt/slides/slide1693.xml" ContentType="application/vnd.openxmlformats-officedocument.presentationml.slide+xml"/>
  <Override PartName="/ppt/slides/slide130.xml" ContentType="application/vnd.openxmlformats-officedocument.presentationml.slide+xml"/>
  <Override PartName="/ppt/slides/slide140.xml" ContentType="application/vnd.openxmlformats-officedocument.presentationml.slide+xml"/>
  <Override PartName="/ppt/slides/slide1375.xml" ContentType="application/vnd.openxmlformats-officedocument.presentationml.slide+xml"/>
  <Override PartName="/ppt/slides/slide676.xml" ContentType="application/vnd.openxmlformats-officedocument.presentationml.slide+xml"/>
  <Override PartName="/ppt/slides/slide355.xml" ContentType="application/vnd.openxmlformats-officedocument.presentationml.slide+xml"/>
  <Override PartName="/ppt/slides/slide1054.xml" ContentType="application/vnd.openxmlformats-officedocument.presentationml.slide+xml"/>
  <Override PartName="/ppt/slides/slide1038.xml" ContentType="application/vnd.openxmlformats-officedocument.presentationml.slide+xml"/>
  <Override PartName="/ppt/slides/slide108.xml" ContentType="application/vnd.openxmlformats-officedocument.presentationml.slide+xml"/>
  <Override PartName="/ppt/slides/slide1210.xml" ContentType="application/vnd.openxmlformats-officedocument.presentationml.slide+xml"/>
  <Override PartName="/ppt/slides/slide677.xml" ContentType="application/vnd.openxmlformats-officedocument.presentationml.slide+xml"/>
  <Override PartName="/ppt/slides/slide109.xml" ContentType="application/vnd.openxmlformats-officedocument.presentationml.slide+xml"/>
  <Override PartName="/ppt/slides/slide512.xml" ContentType="application/vnd.openxmlformats-officedocument.presentationml.slide+xml"/>
  <Override PartName="/ppt/slides/slide1377.xml" ContentType="application/vnd.openxmlformats-officedocument.presentationml.slide+xml"/>
  <Override PartName="/ppt/slides/slide678.xml" ContentType="application/vnd.openxmlformats-officedocument.presentationml.slide+xml"/>
  <Override PartName="/ppt/slides/slide513.xml" ContentType="application/vnd.openxmlformats-officedocument.presentationml.slide+xml"/>
  <Override PartName="/ppt/slides/slide1378.xml" ContentType="application/vnd.openxmlformats-officedocument.presentationml.slide+xml"/>
  <Override PartName="/ppt/slides/slide679.xml" ContentType="application/vnd.openxmlformats-officedocument.presentationml.slide+xml"/>
  <Override PartName="/ppt/slides/slide530.xml" ContentType="application/vnd.openxmlformats-officedocument.presentationml.slide+xml"/>
  <Override PartName="/ppt/slides/slide514.xml" ContentType="application/vnd.openxmlformats-officedocument.presentationml.slide+xml"/>
  <Override PartName="/ppt/slides/slide1379.xml" ContentType="application/vnd.openxmlformats-officedocument.presentationml.slide+xml"/>
  <Override PartName="/ppt/slides/slide145.xml" ContentType="application/vnd.openxmlformats-officedocument.presentationml.slide+xml"/>
  <Override PartName="/ppt/slides/slide515.xml" ContentType="application/vnd.openxmlformats-officedocument.presentationml.slide+xml"/>
  <Override PartName="/ppt/slides/slide146.xml" ContentType="application/vnd.openxmlformats-officedocument.presentationml.slide+xml"/>
  <Override PartName="/ppt/slides/slide516.xml" ContentType="application/vnd.openxmlformats-officedocument.presentationml.slide+xml"/>
  <Override PartName="/ppt/slides/slide147.xml" ContentType="application/vnd.openxmlformats-officedocument.presentationml.slide+xml"/>
  <Override PartName="/ppt/slides/slide1529.xml" ContentType="application/vnd.openxmlformats-officedocument.presentationml.slide+xml"/>
  <Override PartName="/ppt/slides/slide1219.xml" ContentType="application/vnd.openxmlformats-officedocument.presentationml.slide+xml"/>
  <Override PartName="/ppt/slides/slide1216.xml" ContentType="application/vnd.openxmlformats-officedocument.presentationml.slide+xml"/>
  <Override PartName="/ppt/slides/slide19.xml" ContentType="application/vnd.openxmlformats-officedocument.presentationml.slide+xml"/>
  <Override PartName="/ppt/slides/slide1189.xml" ContentType="application/vnd.openxmlformats-officedocument.presentationml.slide+xml"/>
  <Override PartName="/ppt/slides/slide328.xml" ContentType="application/vnd.openxmlformats-officedocument.presentationml.slide+xml"/>
  <Override PartName="/ppt/slides/slide148.xml" ContentType="application/vnd.openxmlformats-officedocument.presentationml.slide+xml"/>
  <Override PartName="/ppt/slides/slide570.xml" ContentType="application/vnd.openxmlformats-officedocument.presentationml.slide+xml"/>
  <Override PartName="/ppt/slides/slide1024.xml" ContentType="application/vnd.openxmlformats-officedocument.presentationml.slide+xml"/>
  <Override PartName="/ppt/slides/slide325.xml" ContentType="application/vnd.openxmlformats-officedocument.presentationml.slide+xml"/>
  <Override PartName="/ppt/slides/slide149.xml" ContentType="application/vnd.openxmlformats-officedocument.presentationml.slide+xml"/>
  <Override PartName="/ppt/slides/slide93.xml" ContentType="application/vnd.openxmlformats-officedocument.presentationml.slide+xml"/>
  <Override PartName="/ppt/slides/slide981.xml" ContentType="application/vnd.openxmlformats-officedocument.presentationml.slide+xml"/>
  <Override PartName="/ppt/slides/slide150.xml" ContentType="application/vnd.openxmlformats-officedocument.presentationml.slide+xml"/>
  <Override PartName="/ppt/slides/slide207.xml" ContentType="application/vnd.openxmlformats-officedocument.presentationml.slide+xml"/>
  <Override PartName="/ppt/slides/slide117.xml" ContentType="application/vnd.openxmlformats-officedocument.presentationml.slide+xml"/>
  <Override PartName="/ppt/slides/slide8.xml" ContentType="application/vnd.openxmlformats-officedocument.presentationml.slide+xml"/>
  <Override PartName="/ppt/slides/slide151.xml" ContentType="application/vnd.openxmlformats-officedocument.presentationml.slide+xml"/>
  <Override PartName="/ppt/slides/slide208.xml" ContentType="application/vnd.openxmlformats-officedocument.presentationml.slide+xml"/>
  <Override PartName="/ppt/slides/slide907.xml" ContentType="application/vnd.openxmlformats-officedocument.presentationml.slide+xml"/>
  <Override PartName="/ppt/slides/slide118.xml" ContentType="application/vnd.openxmlformats-officedocument.presentationml.slide+xml"/>
  <Override PartName="/ppt/slides/slide524.xml" ContentType="application/vnd.openxmlformats-officedocument.presentationml.slide+xml"/>
  <Override PartName="/ppt/slides/slide152.xml" ContentType="application/vnd.openxmlformats-officedocument.presentationml.slide+xml"/>
  <Override PartName="/ppt/slides/slide908.xml" ContentType="application/vnd.openxmlformats-officedocument.presentationml.slide+xml"/>
  <Override PartName="/ppt/slides/slide1037.xml" ContentType="application/vnd.openxmlformats-officedocument.presentationml.slide+xml"/>
  <Override PartName="/ppt/slides/slide1607.xml" ContentType="application/vnd.openxmlformats-officedocument.presentationml.slide+xml"/>
  <Override PartName="/ppt/slides/slide1224.xml" ContentType="application/vnd.openxmlformats-officedocument.presentationml.slide+xml"/>
  <Override PartName="/ppt/slides/slide525.xml" ContentType="application/vnd.openxmlformats-officedocument.presentationml.slide+xml"/>
  <Override PartName="/ppt/slides/slide153.xml" ContentType="application/vnd.openxmlformats-officedocument.presentationml.slide+xml"/>
  <Override PartName="/ppt/slides/slide204.xml" ContentType="application/vnd.openxmlformats-officedocument.presentationml.slide+xml"/>
  <Override PartName="/ppt/slides/slide903.xml" ContentType="application/vnd.openxmlformats-officedocument.presentationml.slide+xml"/>
  <Override PartName="/ppt/slides/slide1602.xml" ContentType="application/vnd.openxmlformats-officedocument.presentationml.slide+xml"/>
  <Override PartName="/ppt/slides/slide1225.xml" ContentType="application/vnd.openxmlformats-officedocument.presentationml.slide+xml"/>
  <Override PartName="/ppt/slides/slide740.xml" ContentType="application/vnd.openxmlformats-officedocument.presentationml.slide+xml"/>
  <Override PartName="/ppt/slides/slide526.xml" ContentType="application/vnd.openxmlformats-officedocument.presentationml.slide+xml"/>
  <Override PartName="/ppt/slides/slide155.xml" ContentType="application/vnd.openxmlformats-officedocument.presentationml.slide+xml"/>
  <Override PartName="/ppt/slides/slide157.xml" ContentType="application/vnd.openxmlformats-officedocument.presentationml.slide+xml"/>
  <Override PartName="/ppt/slides/slide1229.xml" ContentType="application/vnd.openxmlformats-officedocument.presentationml.slide+xml"/>
  <Override PartName="/ppt/slides/slide350.xml" ContentType="application/vnd.openxmlformats-officedocument.presentationml.slide+xml"/>
  <Override PartName="/ppt/slides/slide29.xml" ContentType="application/vnd.openxmlformats-officedocument.presentationml.slide+xml"/>
  <Override PartName="/ppt/slides/slide1033.xml" ContentType="application/vnd.openxmlformats-officedocument.presentationml.slide+xml"/>
  <Override PartName="/ppt/slides/slide334.xml" ContentType="application/vnd.openxmlformats-officedocument.presentationml.slide+xml"/>
  <Override PartName="/ppt/slides/slide158.xml" ContentType="application/vnd.openxmlformats-officedocument.presentationml.slide+xml"/>
  <Override PartName="/ppt/slides/slide1203.xml" ContentType="application/vnd.openxmlformats-officedocument.presentationml.slide+xml"/>
  <Override PartName="/ppt/slides/slide580.xml" ContentType="application/vnd.openxmlformats-officedocument.presentationml.slide+xml"/>
  <Override PartName="/ppt/slides/slide1542.xml" ContentType="application/vnd.openxmlformats-officedocument.presentationml.slide+xml"/>
  <Override PartName="/ppt/slides/slide916.xml" ContentType="application/vnd.openxmlformats-officedocument.presentationml.slide+xml"/>
  <Override PartName="/ppt/slides/slide127.xml" ContentType="application/vnd.openxmlformats-officedocument.presentationml.slide+xml"/>
  <Override PartName="/ppt/slides/slide770.xml" ContentType="application/vnd.openxmlformats-officedocument.presentationml.slide+xml"/>
  <Override PartName="/ppt/slides/slide826.xml" ContentType="application/vnd.openxmlformats-officedocument.presentationml.slide+xml"/>
  <Override PartName="/ppt/slides/slide917.xml" ContentType="application/vnd.openxmlformats-officedocument.presentationml.slide+xml"/>
  <Override PartName="/ppt/slides/slide1616.xml" ContentType="application/vnd.openxmlformats-officedocument.presentationml.slide+xml"/>
  <Override PartName="/ppt/slides/slide1489.xml" ContentType="application/vnd.openxmlformats-officedocument.presentationml.slide+xml"/>
  <Override PartName="/ppt/slides/slide827.xml" ContentType="application/vnd.openxmlformats-officedocument.presentationml.slide+xml"/>
  <Override PartName="/ppt/slides/slide1526.xml" ContentType="application/vnd.openxmlformats-officedocument.presentationml.slide+xml"/>
  <Override PartName="/ppt/slides/slide760.xml" ContentType="application/vnd.openxmlformats-officedocument.presentationml.slide+xml"/>
  <Override PartName="/ppt/slides/slide550.xml" ContentType="application/vnd.openxmlformats-officedocument.presentationml.slide+xml"/>
  <Override PartName="/ppt/slides/slide1233.xml" ContentType="application/vnd.openxmlformats-officedocument.presentationml.slide+xml"/>
  <Override PartName="/ppt/slides/slide180.xml" ContentType="application/vnd.openxmlformats-officedocument.presentationml.slide+xml"/>
  <Override PartName="/ppt/slides/slide534.xml" ContentType="application/vnd.openxmlformats-officedocument.presentationml.slide+xml"/>
  <Override PartName="/ppt/slides/slide1399.xml" ContentType="application/vnd.openxmlformats-officedocument.presentationml.slide+xml"/>
  <Override PartName="/ppt/slides/slide845.xml" ContentType="application/vnd.openxmlformats-officedocument.presentationml.slide+xml"/>
  <Override PartName="/ppt/slides/slide219.xml" ContentType="application/vnd.openxmlformats-officedocument.presentationml.slide+xml"/>
  <Override PartName="/ppt/slides/slide918.xml" ContentType="application/vnd.openxmlformats-officedocument.presentationml.slide+xml"/>
  <Override PartName="/ppt/slides/slide1617.xml" ContentType="application/vnd.openxmlformats-officedocument.presentationml.slide+xml"/>
  <Override PartName="/ppt/slides/slide828.xml" ContentType="application/vnd.openxmlformats-officedocument.presentationml.slide+xml"/>
  <Override PartName="/ppt/slides/slide1234.xml" ContentType="application/vnd.openxmlformats-officedocument.presentationml.slide+xml"/>
  <Override PartName="/ppt/slides/slide535.xml" ContentType="application/vnd.openxmlformats-officedocument.presentationml.slide+xml"/>
  <Override PartName="/ppt/slides/slide163.xml" ContentType="application/vnd.openxmlformats-officedocument.presentationml.slide+xml"/>
  <Override PartName="/ppt/slides/slide846.xml" ContentType="application/vnd.openxmlformats-officedocument.presentationml.slide+xml"/>
  <Override PartName="/ppt/slides/slide913.xml" ContentType="application/vnd.openxmlformats-officedocument.presentationml.slide+xml"/>
  <Override PartName="/ppt/slides/slide1612.xml" ContentType="application/vnd.openxmlformats-officedocument.presentationml.slide+xml"/>
  <Override PartName="/ppt/slides/slide536.xml" ContentType="application/vnd.openxmlformats-officedocument.presentationml.slide+xml"/>
  <Override PartName="/ppt/slides/slide1562.xml" ContentType="application/vnd.openxmlformats-officedocument.presentationml.slide+xml"/>
  <Override PartName="/ppt/slides/slide1546.xml" ContentType="application/vnd.openxmlformats-officedocument.presentationml.slide+xml"/>
  <Override PartName="/ppt/slides/slide847.xml" ContentType="application/vnd.openxmlformats-officedocument.presentationml.slide+xml"/>
  <Override PartName="/ppt/slides/slide1211.xml" ContentType="application/vnd.openxmlformats-officedocument.presentationml.slide+xml"/>
  <Override PartName="/ppt/slides/slide1236.xml" ContentType="application/vnd.openxmlformats-officedocument.presentationml.slide+xml"/>
  <Override PartName="/ppt/slides/slide864.xml" ContentType="application/vnd.openxmlformats-officedocument.presentationml.slide+xml"/>
  <Override PartName="/ppt/slides/slide1563.xml" ContentType="application/vnd.openxmlformats-officedocument.presentationml.slide+xml"/>
  <Override PartName="/ppt/slides/slide1547.xml" ContentType="application/vnd.openxmlformats-officedocument.presentationml.slide+xml"/>
  <Override PartName="/ppt/slides/slide848.xml" ContentType="application/vnd.openxmlformats-officedocument.presentationml.slide+xml"/>
  <Override PartName="/ppt/slides/slide554.xml" ContentType="application/vnd.openxmlformats-officedocument.presentationml.slide+xml"/>
  <Override PartName="/ppt/slides/slide1253.xml" ContentType="application/vnd.openxmlformats-officedocument.presentationml.slide+xml"/>
  <Override PartName="/ppt/slides/slide900.xml" ContentType="application/vnd.openxmlformats-officedocument.presentationml.slide+xml"/>
  <Override PartName="/ppt/slides/slide1047.xml" ContentType="application/vnd.openxmlformats-officedocument.presentationml.slide+xml"/>
  <Override PartName="/ppt/slides/slide348.xml" ContentType="application/vnd.openxmlformats-officedocument.presentationml.slide+xml"/>
  <Override PartName="/ppt/slides/slide865.xml" ContentType="application/vnd.openxmlformats-officedocument.presentationml.slide+xml"/>
  <Override PartName="/ppt/slides/slide555.xml" ContentType="application/vnd.openxmlformats-officedocument.presentationml.slide+xml"/>
  <Override PartName="/ppt/slides/slide349.xml" ContentType="application/vnd.openxmlformats-officedocument.presentationml.slide+xml"/>
  <Override PartName="/ppt/slides/slide556.xml" ContentType="application/vnd.openxmlformats-officedocument.presentationml.slide+xml"/>
  <Override PartName="/ppt/slides/slide1239.xml" ContentType="application/vnd.openxmlformats-officedocument.presentationml.slide+xml"/>
  <Override PartName="/ppt/slides/slide1043.xml" ContentType="application/vnd.openxmlformats-officedocument.presentationml.slide+xml"/>
  <Override PartName="/ppt/slides/slide590.xml" ContentType="application/vnd.openxmlformats-officedocument.presentationml.slide+xml"/>
  <Override PartName="/ppt/slides/slide1273.xml" ContentType="application/vnd.openxmlformats-officedocument.presentationml.slide+xml"/>
  <Override PartName="/ppt/slides/slide574.xml" ContentType="application/vnd.openxmlformats-officedocument.presentationml.slide+xml"/>
  <Override PartName="/ppt/slides/slide170.xml" ContentType="application/vnd.openxmlformats-officedocument.presentationml.slide+xml"/>
  <Override PartName="/ppt/slides/slide1552.xml" ContentType="application/vnd.openxmlformats-officedocument.presentationml.slide+xml"/>
  <Override PartName="/ppt/slides/slide926.xml" ContentType="application/vnd.openxmlformats-officedocument.presentationml.slide+xml"/>
  <Override PartName="/ppt/slides/slide1625.xml" ContentType="application/vnd.openxmlformats-officedocument.presentationml.slide+xml"/>
  <Override PartName="/ppt/slides/slide137.xml" ContentType="application/vnd.openxmlformats-officedocument.presentationml.slide+xml"/>
  <Override PartName="/ppt/slides/slide1535.xml" ContentType="application/vnd.openxmlformats-officedocument.presentationml.slide+xml"/>
  <Override PartName="/ppt/slides/slide1553.xml" ContentType="application/vnd.openxmlformats-officedocument.presentationml.slide+xml"/>
  <Override PartName="/ppt/slides/slide854.xml" ContentType="application/vnd.openxmlformats-officedocument.presentationml.slide+xml"/>
  <Override PartName="/ppt/slides/slide228.xml" ContentType="application/vnd.openxmlformats-officedocument.presentationml.slide+xml"/>
  <Override PartName="/ppt/slides/slide927.xml" ContentType="application/vnd.openxmlformats-officedocument.presentationml.slide+xml"/>
  <Override PartName="/ppt/slides/slide1626.xml" ContentType="application/vnd.openxmlformats-officedocument.presentationml.slide+xml"/>
  <Override PartName="/ppt/slides/slide82.xml" ContentType="application/vnd.openxmlformats-officedocument.presentationml.slide+xml"/>
  <Override PartName="/ppt/slides/slide1564.xml" ContentType="application/vnd.openxmlformats-officedocument.presentationml.slide+xml"/>
  <Override PartName="/ppt/slides/slide138.xml" ContentType="application/vnd.openxmlformats-officedocument.presentationml.slide+xml"/>
  <Override PartName="/ppt/slides/slide1694.xml" ContentType="application/vnd.openxmlformats-officedocument.presentationml.slide+xml"/>
  <Override PartName="/ppt/slides/slide837.xml" ContentType="application/vnd.openxmlformats-officedocument.presentationml.slide+xml"/>
  <Override PartName="/ppt/slides/slide1536.xml" ContentType="application/vnd.openxmlformats-officedocument.presentationml.slide+xml"/>
  <Override PartName="/ppt/slides/slide560.xml" ContentType="application/vnd.openxmlformats-officedocument.presentationml.slide+xml"/>
  <Override PartName="/ppt/slides/slide544.xml" ContentType="application/vnd.openxmlformats-officedocument.presentationml.slide+xml"/>
  <Override PartName="/ppt/slides/slide172.xml" ContentType="application/vnd.openxmlformats-officedocument.presentationml.slide+xml"/>
  <Override PartName="/ppt/slides/slide855.xml" ContentType="application/vnd.openxmlformats-officedocument.presentationml.slide+xml"/>
  <Override PartName="/ppt/slides/slide229.xml" ContentType="application/vnd.openxmlformats-officedocument.presentationml.slide+xml"/>
  <Override PartName="/ppt/slides/slide1537.xml" ContentType="application/vnd.openxmlformats-officedocument.presentationml.slide+xml"/>
  <Override PartName="/ppt/slides/slide286.xml" ContentType="application/vnd.openxmlformats-officedocument.presentationml.slide+xml"/>
  <Override PartName="/ppt/slides/slide545.xml" ContentType="application/vnd.openxmlformats-officedocument.presentationml.slide+xml"/>
  <Override PartName="/ppt/slides/slide635.xml" ContentType="application/vnd.openxmlformats-officedocument.presentationml.slide+xml"/>
  <Override PartName="/ppt/slides/slide816.xml" ContentType="application/vnd.openxmlformats-officedocument.presentationml.slide+xml"/>
  <Override PartName="/ppt/slides/slide546.xml" ContentType="application/vnd.openxmlformats-officedocument.presentationml.slide+xml"/>
  <Override PartName="/ppt/slides/slide1246.xml" ContentType="application/vnd.openxmlformats-officedocument.presentationml.slide+xml"/>
  <Override PartName="/ppt/slides/slide1160.xml" ContentType="application/vnd.openxmlformats-officedocument.presentationml.slide+xml"/>
  <Override PartName="/ppt/slides/slide20.xml" ContentType="application/vnd.openxmlformats-officedocument.presentationml.slide+xml"/>
  <Override PartName="/ppt/slides/slide666.xml" ContentType="application/vnd.openxmlformats-officedocument.presentationml.slide+xml"/>
  <Override PartName="/ppt/slides/slide440.xml" ContentType="application/vnd.openxmlformats-officedocument.presentationml.slide+xml"/>
  <Override PartName="/ppt/slides/slide564.xml" ContentType="application/vnd.openxmlformats-officedocument.presentationml.slide+xml"/>
  <Override PartName="/ppt/slides/slide422.xml" ContentType="application/vnd.openxmlformats-officedocument.presentationml.slide+xml"/>
  <Override PartName="/ppt/slides/slide247.xml" ContentType="application/vnd.openxmlformats-officedocument.presentationml.slide+xml"/>
  <Override PartName="/ppt/slides/slide1263.xml" ContentType="application/vnd.openxmlformats-officedocument.presentationml.slide+xml"/>
  <Override PartName="/ppt/slides/slide565.xml" ContentType="application/vnd.openxmlformats-officedocument.presentationml.slide+xml"/>
  <Override PartName="/ppt/slides/slide1264.xml" ContentType="application/vnd.openxmlformats-officedocument.presentationml.slide+xml"/>
  <Override PartName="/ppt/slides/slide56.xml" ContentType="application/vnd.openxmlformats-officedocument.presentationml.slide+xml"/>
  <Override PartName="/ppt/slides/slide1249.xml" ContentType="application/vnd.openxmlformats-officedocument.presentationml.slide+xml"/>
  <Override PartName="/ppt/slides/slide380.xml" ContentType="application/vnd.openxmlformats-officedocument.presentationml.slide+xml"/>
  <Override PartName="/ppt/slides/slide1256.xml" ContentType="application/vnd.openxmlformats-officedocument.presentationml.slide+xml"/>
  <Override PartName="/ppt/slides/slide1468.xml" ContentType="application/vnd.openxmlformats-officedocument.presentationml.slide+xml"/>
  <Override PartName="/ppt/slides/slide519.xml" ContentType="application/vnd.openxmlformats-officedocument.presentationml.slide+xml"/>
  <Override PartName="/ppt/slides/slide59.xml" ContentType="application/vnd.openxmlformats-officedocument.presentationml.slide+xml"/>
  <Override PartName="/ppt/slides/slide1315.xml" ContentType="application/vnd.openxmlformats-officedocument.presentationml.slide+xml"/>
  <Override PartName="/ppt/slides/slide224.xml" ContentType="application/vnd.openxmlformats-officedocument.presentationml.slide+xml"/>
  <Override PartName="/ppt/slides/slide1622.xml" ContentType="application/vnd.openxmlformats-officedocument.presentationml.slide+xml"/>
  <Override PartName="/ppt/slides/slide707.xml" ContentType="application/vnd.openxmlformats-officedocument.presentationml.slide+xml"/>
  <Override PartName="/ppt/slides/slide365.xml" ContentType="application/vnd.openxmlformats-officedocument.presentationml.slide+xml"/>
  <Override PartName="/ppt/slides/slide1817.xml" ContentType="application/vnd.openxmlformats-officedocument.presentationml.slide+xml"/>
  <Override PartName="/ppt/slides/slide393.xml" ContentType="application/vnd.openxmlformats-officedocument.presentationml.slide+xml"/>
  <Override PartName="/ppt/slides/slide1688.xml" ContentType="application/vnd.openxmlformats-officedocument.presentationml.slide+xml"/>
  <Override PartName="/ppt/slides/slide1572.xml" ContentType="application/vnd.openxmlformats-officedocument.presentationml.slide+xml"/>
  <Override PartName="/ppt/slides/slide1647.xml" ContentType="application/vnd.openxmlformats-officedocument.presentationml.slide+xml"/>
  <Override PartName="/ppt/slides/slide873.xml" ContentType="application/vnd.openxmlformats-officedocument.presentationml.slide+xml"/>
  <Override PartName="/ppt/slides/slide874.xml" ContentType="application/vnd.openxmlformats-officedocument.presentationml.slide+xml"/>
  <Override PartName="/ppt/slides/slide1500.xml" ContentType="application/vnd.openxmlformats-officedocument.presentationml.slide+xml"/>
  <Override PartName="/ppt/slides/slide947.xml" ContentType="application/vnd.openxmlformats-officedocument.presentationml.slide+xml"/>
  <Override PartName="/ppt/slides/slide670.xml" ContentType="application/vnd.openxmlformats-officedocument.presentationml.slide+xml"/>
  <Override PartName="/ppt/slides/slide1685.xml" ContentType="application/vnd.openxmlformats-officedocument.presentationml.slide+xml"/>
  <Override PartName="/ppt/slides/slide1574.xml" ContentType="application/vnd.openxmlformats-officedocument.presentationml.slide+xml"/>
  <Override PartName="/ppt/slides/slide615.xml" ContentType="application/vnd.openxmlformats-officedocument.presentationml.slide+xml"/>
  <Override PartName="/ppt/slides/slide30.xml" ContentType="application/vnd.openxmlformats-officedocument.presentationml.slide+xml"/>
  <Override PartName="/ppt/slides/slide356.xml" ContentType="application/vnd.openxmlformats-officedocument.presentationml.slide+xml"/>
  <Override PartName="/ppt/slides/slide1057.xml" ContentType="application/vnd.openxmlformats-officedocument.presentationml.slide+xml"/>
  <Override PartName="/ppt/slides/slide582.xml" ContentType="application/vnd.openxmlformats-officedocument.presentationml.slide+xml"/>
  <Override PartName="/ppt/slides/slide195.xml" ContentType="application/vnd.openxmlformats-officedocument.presentationml.slide+xml"/>
  <Override PartName="/ppt/slides/slide1182.xml" ContentType="application/vnd.openxmlformats-officedocument.presentationml.slide+xml"/>
  <Override PartName="/ppt/slides/slide1796.xml" ContentType="application/vnd.openxmlformats-officedocument.presentationml.slide+xml"/>
  <Override PartName="/ppt/slides/slide904.xml" ContentType="application/vnd.openxmlformats-officedocument.presentationml.slide+xml"/>
  <Override PartName="/ppt/slides/slide233.xml" ContentType="application/vnd.openxmlformats-officedocument.presentationml.slide+xml"/>
  <Override PartName="/ppt/slides/slide1603.xml" ContentType="application/vnd.openxmlformats-officedocument.presentationml.slide+xml"/>
  <Override PartName="/ppt/slides/slide1274.xml" ContentType="application/vnd.openxmlformats-officedocument.presentationml.slide+xml"/>
  <Override PartName="/ppt/slides/slide1067.xml" ContentType="application/vnd.openxmlformats-officedocument.presentationml.slide+xml"/>
  <Override PartName="/ppt/slides/slide202.xml" ContentType="application/vnd.openxmlformats-officedocument.presentationml.slide+xml"/>
  <Override PartName="/ppt/slides/slide901.xml" ContentType="application/vnd.openxmlformats-officedocument.presentationml.slide+xml"/>
  <Override PartName="/ppt/slides/slide1718.xml" ContentType="application/vnd.openxmlformats-officedocument.presentationml.slide+xml"/>
  <Override PartName="/ppt/slides/slide1604.xml" ContentType="application/vnd.openxmlformats-officedocument.presentationml.slide+xml"/>
  <Override PartName="/ppt/slides/slide1022.xml" ContentType="application/vnd.openxmlformats-officedocument.presentationml.slide+xml"/>
  <Override PartName="/ppt/slides/slide1068.xml" ContentType="application/vnd.openxmlformats-officedocument.presentationml.slide+xml"/>
  <Override PartName="/ppt/slides/slide1032.xml" ContentType="application/vnd.openxmlformats-officedocument.presentationml.slide+xml"/>
  <Override PartName="/ppt/slides/slide902.xml" ContentType="application/vnd.openxmlformats-officedocument.presentationml.slide+xml"/>
  <Override PartName="/ppt/slides/slide1601.xml" ContentType="application/vnd.openxmlformats-officedocument.presentationml.slide+xml"/>
  <Override PartName="/ppt/slides/slide1046.xml" ContentType="application/vnd.openxmlformats-officedocument.presentationml.slide+xml"/>
  <Override PartName="/ppt/slides/slide1843.xml" ContentType="application/vnd.openxmlformats-officedocument.presentationml.slide+xml"/>
  <Override PartName="/ppt/slides/slide200.xml" ContentType="application/vnd.openxmlformats-officedocument.presentationml.slide+xml"/>
  <Override PartName="/ppt/slides/slide1798.xml" ContentType="application/vnd.openxmlformats-officedocument.presentationml.slide+xml"/>
  <Override PartName="/ppt/slides/slide1816.xml" ContentType="application/vnd.openxmlformats-officedocument.presentationml.slide+xml"/>
  <Override PartName="/ppt/slides/slide914.xml" ContentType="application/vnd.openxmlformats-officedocument.presentationml.slide+xml"/>
  <Override PartName="/ppt/slides/slide315.xml" ContentType="application/vnd.openxmlformats-officedocument.presentationml.slide+xml"/>
  <Override PartName="/ppt/slides/slide593.xml" ContentType="application/vnd.openxmlformats-officedocument.presentationml.slide+xml"/>
  <Override PartName="/ppt/slides/slide1610.xml" ContentType="application/vnd.openxmlformats-officedocument.presentationml.slide+xml"/>
  <Override PartName="/ppt/slides/slide213.xml" ContentType="application/vnd.openxmlformats-officedocument.presentationml.slide+xml"/>
  <Override PartName="/ppt/slides/slide1051.xml" ContentType="application/vnd.openxmlformats-officedocument.presentationml.slide+xml"/>
  <Override PartName="/ppt/slides/slide804.xml" ContentType="application/vnd.openxmlformats-officedocument.presentationml.slide+xml"/>
  <Override PartName="/ppt/slides/slide1611.xml" ContentType="application/vnd.openxmlformats-officedocument.presentationml.slide+xml"/>
  <Override PartName="/ppt/slides/slide523.xml" ContentType="application/vnd.openxmlformats-officedocument.presentationml.slide+xml"/>
  <Override PartName="/ppt/slides/slide1056.xml" ContentType="application/vnd.openxmlformats-officedocument.presentationml.slide+xml"/>
  <Override PartName="/ppt/slides/slide411.xml" ContentType="application/vnd.openxmlformats-officedocument.presentationml.slide+xml"/>
  <Override PartName="/ppt/slides/slide210.xml" ContentType="application/vnd.openxmlformats-officedocument.presentationml.slide+xml"/>
  <Override PartName="/ppt/slides/slide783.xml" ContentType="application/vnd.openxmlformats-officedocument.presentationml.slide+xml"/>
  <Override PartName="/ppt/slides/slide1897.xml" ContentType="application/vnd.openxmlformats-officedocument.presentationml.slide+xml"/>
  <Override PartName="/ppt/slides/slide488.xml" ContentType="application/vnd.openxmlformats-officedocument.presentationml.slide+xml"/>
  <Override PartName="/ppt/slides/slide1059.xml" ContentType="application/vnd.openxmlformats-officedocument.presentationml.slide+xml"/>
  <Override PartName="/ppt/slides/slide924.xml" ContentType="application/vnd.openxmlformats-officedocument.presentationml.slide+xml"/>
  <Override PartName="/ppt/slides/slide222.xml" ContentType="application/vnd.openxmlformats-officedocument.presentationml.slide+xml"/>
  <Override PartName="/ppt/slides/slide698.xml" ContentType="application/vnd.openxmlformats-officedocument.presentationml.slide+xml"/>
  <Override PartName="/ppt/slides/slide1163.xml" ContentType="application/vnd.openxmlformats-officedocument.presentationml.slide+xml"/>
  <Override PartName="/ppt/slides/slide1065.xml" ContentType="application/vnd.openxmlformats-officedocument.presentationml.slide+xml"/>
  <Override PartName="/ppt/slides/slide996.xml" ContentType="application/vnd.openxmlformats-officedocument.presentationml.slide+xml"/>
  <Override PartName="/ppt/slides/slide366.xml" ContentType="application/vnd.openxmlformats-officedocument.presentationml.slide+xml"/>
  <Override PartName="/ppt/slides/slide381.xml" ContentType="application/vnd.openxmlformats-officedocument.presentationml.slide+xml"/>
  <Override PartName="/ppt/slides/slide226.xml" ContentType="application/vnd.openxmlformats-officedocument.presentationml.slide+xml"/>
  <Override PartName="/ppt/slides/slide925.xml" ContentType="application/vnd.openxmlformats-officedocument.presentationml.slide+xml"/>
  <Override PartName="/ppt/slides/slide694.xml" ContentType="application/vnd.openxmlformats-officedocument.presentationml.slide+xml"/>
  <Override PartName="/ppt/slides/slide378.xml" ContentType="application/vnd.openxmlformats-officedocument.presentationml.slide+xml"/>
  <Override PartName="/ppt/slides/slide231.xml" ContentType="application/vnd.openxmlformats-officedocument.presentationml.slide+xml"/>
  <Override PartName="/ppt/slides/slide974.xml" ContentType="application/vnd.openxmlformats-officedocument.presentationml.slide+xml"/>
  <Override PartName="/ppt/slides/slide934.xml" ContentType="application/vnd.openxmlformats-officedocument.presentationml.slide+xml"/>
  <Override PartName="/ppt/slides/slide1633.xml" ContentType="application/vnd.openxmlformats-officedocument.presentationml.slide+xml"/>
  <Override PartName="/ppt/slides/slide92.xml" ContentType="application/vnd.openxmlformats-officedocument.presentationml.slide+xml"/>
  <Override PartName="/ppt/slides/slide1628.xml" ContentType="application/vnd.openxmlformats-officedocument.presentationml.slide+xml"/>
  <Override PartName="/ppt/slides/slide931.xml" ContentType="application/vnd.openxmlformats-officedocument.presentationml.slide+xml"/>
  <Override PartName="/ppt/slides/slide1136.xml" ContentType="application/vnd.openxmlformats-officedocument.presentationml.slide+xml"/>
  <Override PartName="/ppt/slides/slide1630.xml" ContentType="application/vnd.openxmlformats-officedocument.presentationml.slide+xml"/>
  <Override PartName="/ppt/slides/slide1906.xml" ContentType="application/vnd.openxmlformats-officedocument.presentationml.slide+xml"/>
  <Override PartName="/ppt/slides/slide176.xml" ContentType="application/vnd.openxmlformats-officedocument.presentationml.slide+xml"/>
  <Override PartName="/ppt/slides/slide1823.xml" ContentType="application/vnd.openxmlformats-officedocument.presentationml.slide+xml"/>
  <Override PartName="/ppt/slides/slide932.xml" ContentType="application/vnd.openxmlformats-officedocument.presentationml.slide+xml"/>
  <Override PartName="/ppt/slides/slide415.xml" ContentType="application/vnd.openxmlformats-officedocument.presentationml.slide+xml"/>
  <Override PartName="/ppt/slides/slide1354.xml" ContentType="application/vnd.openxmlformats-officedocument.presentationml.slide+xml"/>
  <Override PartName="/ppt/slides/slide1064.xml" ContentType="application/vnd.openxmlformats-officedocument.presentationml.slide+xml"/>
  <Override PartName="/ppt/slides/slide240.xml" ContentType="application/vnd.openxmlformats-officedocument.presentationml.slide+xml"/>
  <Override PartName="/ppt/slides/slide1089.xml" ContentType="application/vnd.openxmlformats-officedocument.presentationml.slide+xml"/>
  <Override PartName="/ppt/slides/slide942.xml" ContentType="application/vnd.openxmlformats-officedocument.presentationml.slide+xml"/>
  <Override PartName="/ppt/slides/slide705.xml" ContentType="application/vnd.openxmlformats-officedocument.presentationml.slide+xml"/>
  <Override PartName="/ppt/slides/slide244.xml" ContentType="application/vnd.openxmlformats-officedocument.presentationml.slide+xml"/>
  <Override PartName="/ppt/slides/slide1642.xml" ContentType="application/vnd.openxmlformats-officedocument.presentationml.slide+xml"/>
  <Override PartName="/ppt/slides/slide944.xml" ContentType="application/vnd.openxmlformats-officedocument.presentationml.slide+xml"/>
  <Override PartName="/ppt/slides/slide246.xml" ContentType="application/vnd.openxmlformats-officedocument.presentationml.slide+xml"/>
  <Override PartName="/ppt/slides/slide251.xml" ContentType="application/vnd.openxmlformats-officedocument.presentationml.slide+xml"/>
  <Override PartName="/ppt/slides/slide1275.xml" ContentType="application/vnd.openxmlformats-officedocument.presentationml.slide+xml"/>
  <Override PartName="/ppt/slides/slide1421.xml" ContentType="application/vnd.openxmlformats-officedocument.presentationml.slide+xml"/>
  <Override PartName="/ppt/slides/slide308.xml" ContentType="application/vnd.openxmlformats-officedocument.presentationml.slide+xml"/>
  <Override PartName="/ppt/slides/slide10.xml" ContentType="application/vnd.openxmlformats-officedocument.presentationml.slide+xml"/>
  <Override PartName="/ppt/slides/slide1819.xml" ContentType="application/vnd.openxmlformats-officedocument.presentationml.slide+xml"/>
  <Override PartName="/ppt/slides/slide1007.xml" ContentType="application/vnd.openxmlformats-officedocument.presentationml.slide+xml"/>
  <Override PartName="/ppt/slides/slide951.xml" ContentType="application/vnd.openxmlformats-officedocument.presentationml.slide+xml"/>
  <Override PartName="/ppt/slides/slide1715.xml" ContentType="application/vnd.openxmlformats-officedocument.presentationml.slide+xml"/>
  <Override PartName="/ppt/slides/slide254.xml" ContentType="application/vnd.openxmlformats-officedocument.presentationml.slide+xml"/>
  <Override PartName="/ppt/slides/slide953.xml" ContentType="application/vnd.openxmlformats-officedocument.presentationml.slide+xml"/>
  <Override PartName="/ppt/slides/slide613.xml" ContentType="application/vnd.openxmlformats-officedocument.presentationml.slide+xml"/>
  <Override PartName="/ppt/slides/slide206.xml" ContentType="application/vnd.openxmlformats-officedocument.presentationml.slide+xml"/>
  <Override PartName="/ppt/slides/slide1799.xml" ContentType="application/vnd.openxmlformats-officedocument.presentationml.slide+xml"/>
  <Override PartName="/ppt/slides/slide1652.xml" ContentType="application/vnd.openxmlformats-officedocument.presentationml.slide+xml"/>
  <Override PartName="/ppt/slides/slide897.xml" ContentType="application/vnd.openxmlformats-officedocument.presentationml.slide+xml"/>
  <Override PartName="/ppt/slides/slide954.xml" ContentType="application/vnd.openxmlformats-officedocument.presentationml.slide+xml"/>
  <Override PartName="/ppt/slides/slide1946.xml" ContentType="application/vnd.openxmlformats-officedocument.presentationml.slide+xml"/>
  <Override PartName="/ppt/slides/slide256.xml" ContentType="application/vnd.openxmlformats-officedocument.presentationml.slide+xml"/>
  <Override PartName="/ppt/slides/slide971.xml" ContentType="application/vnd.openxmlformats-officedocument.presentationml.slide+xml"/>
  <Override PartName="/ppt/slides/slide128.xml" ContentType="application/vnd.openxmlformats-officedocument.presentationml.slide+xml"/>
  <Override PartName="/ppt/slides/slide1650.xml" ContentType="application/vnd.openxmlformats-officedocument.presentationml.slide+xml"/>
  <Override PartName="/ppt/slides/slide1655.xml" ContentType="application/vnd.openxmlformats-officedocument.presentationml.slide+xml"/>
  <Override PartName="/ppt/slides/slide1656.xml" ContentType="application/vnd.openxmlformats-officedocument.presentationml.slide+xml"/>
  <Override PartName="/ppt/slides/slide680.xml" ContentType="application/vnd.openxmlformats-officedocument.presentationml.slide+xml"/>
  <Override PartName="/ppt/slides/slide1793.xml" ContentType="application/vnd.openxmlformats-officedocument.presentationml.slide+xml"/>
  <Override PartName="/ppt/slides/slide731.xml" ContentType="application/vnd.openxmlformats-officedocument.presentationml.slide+xml"/>
  <Override PartName="/ppt/slides/slide1062.xml" ContentType="application/vnd.openxmlformats-officedocument.presentationml.slide+xml"/>
  <Override PartName="/ppt/slides/slide958.xml" ContentType="application/vnd.openxmlformats-officedocument.presentationml.slide+xml"/>
  <Override PartName="/ppt/slides/slide1636.xml" ContentType="application/vnd.openxmlformats-officedocument.presentationml.slide+xml"/>
  <Override PartName="/ppt/slides/slide856.xml" ContentType="application/vnd.openxmlformats-officedocument.presentationml.slide+xml"/>
  <Override PartName="/ppt/slides/slide1044.xml" ContentType="application/vnd.openxmlformats-officedocument.presentationml.slide+xml"/>
  <Override PartName="/ppt/slides/slide1657.xml" ContentType="application/vnd.openxmlformats-officedocument.presentationml.slide+xml"/>
  <Override PartName="/ppt/slides/slide154.xml" ContentType="application/vnd.openxmlformats-officedocument.presentationml.slide+xml"/>
  <Override PartName="/ppt/slides/slide665.xml" ContentType="application/vnd.openxmlformats-officedocument.presentationml.slide+xml"/>
  <Override PartName="/ppt/slides/slide1555.xml" ContentType="application/vnd.openxmlformats-officedocument.presentationml.slide+xml"/>
  <Override PartName="/ppt/slides/slide267.xml" ContentType="application/vnd.openxmlformats-officedocument.presentationml.slide+xml"/>
  <Override PartName="/ppt/slides/slide966.xml" ContentType="application/vnd.openxmlformats-officedocument.presentationml.slide+xml"/>
  <Override PartName="/ppt/slides/slide1045.xml" ContentType="application/vnd.openxmlformats-officedocument.presentationml.slide+xml"/>
  <Override PartName="/ppt/slides/slide969.xml" ContentType="application/vnd.openxmlformats-officedocument.presentationml.slide+xml"/>
  <Override PartName="/ppt/slides/slide1589.xml" ContentType="application/vnd.openxmlformats-officedocument.presentationml.slide+xml"/>
  <Override PartName="/ppt/slides/slide102.xml" ContentType="application/vnd.openxmlformats-officedocument.presentationml.slide+xml"/>
  <Override PartName="/ppt/slides/slide1560.xml" ContentType="application/vnd.openxmlformats-officedocument.presentationml.slide+xml"/>
  <Override PartName="/ppt/slides/slide690.xml" ContentType="application/vnd.openxmlformats-officedocument.presentationml.slide+xml"/>
  <Override PartName="/ppt/slides/slide674.xml" ContentType="application/vnd.openxmlformats-officedocument.presentationml.slide+xml"/>
  <Override PartName="/ppt/slides/slide1664.xml" ContentType="application/vnd.openxmlformats-officedocument.presentationml.slide+xml"/>
  <Override PartName="/ppt/slides/slide192.xml" ContentType="application/vnd.openxmlformats-officedocument.presentationml.slide+xml"/>
  <Override PartName="/ppt/slides/slide1050.xml" ContentType="application/vnd.openxmlformats-officedocument.presentationml.slide+xml"/>
  <Override PartName="/ppt/slides/slide968.xml" ContentType="application/vnd.openxmlformats-officedocument.presentationml.slide+xml"/>
  <Override PartName="/ppt/slides/slide106.xml" ContentType="application/vnd.openxmlformats-officedocument.presentationml.slide+xml"/>
  <Override PartName="/ppt/slides/slide1328.xml" ContentType="application/vnd.openxmlformats-officedocument.presentationml.slide+xml"/>
  <Override PartName="/ppt/slides/slide675.xml" ContentType="application/vnd.openxmlformats-officedocument.presentationml.slide+xml"/>
  <Override PartName="/ppt/slides/slide277.xml" ContentType="application/vnd.openxmlformats-officedocument.presentationml.slide+xml"/>
  <Override PartName="/ppt/slides/slide1675.xml" ContentType="application/vnd.openxmlformats-officedocument.presentationml.slide+xml"/>
  <Override PartName="/ppt/slides/slide1831.xml" ContentType="application/vnd.openxmlformats-officedocument.presentationml.slide+xml"/>
  <Override PartName="/ppt/slides/slide114.xml" ContentType="application/vnd.openxmlformats-officedocument.presentationml.slide+xml"/>
  <Override PartName="/ppt/slides/slide1393.xml" ContentType="application/vnd.openxmlformats-officedocument.presentationml.slide+xml"/>
  <Override PartName="/ppt/slides/slide1512.xml" ContentType="application/vnd.openxmlformats-officedocument.presentationml.slide+xml"/>
  <Override PartName="/ppt/slides/slide1678.xml" ContentType="application/vnd.openxmlformats-officedocument.presentationml.slide+xml"/>
  <Override PartName="/ppt/slides/slide1349.xml" ContentType="application/vnd.openxmlformats-officedocument.presentationml.slide+xml"/>
  <Override PartName="/ppt/slides/slide1016.xml" ContentType="application/vnd.openxmlformats-officedocument.presentationml.slide+xml"/>
  <Override PartName="/ppt/slides/slide928.xml" ContentType="application/vnd.openxmlformats-officedocument.presentationml.slide+xml"/>
  <Override PartName="/ppt/slides/slide1137.xml" ContentType="application/vnd.openxmlformats-officedocument.presentationml.slide+xml"/>
  <Override PartName="/ppt/slides/slide1953.xml" ContentType="application/vnd.openxmlformats-officedocument.presentationml.slide+xml"/>
  <Override PartName="/ppt/slides/slide811.xml" ContentType="application/vnd.openxmlformats-officedocument.presentationml.slide+xml"/>
  <Override PartName="/ppt/slides/slide1591.xml" ContentType="application/vnd.openxmlformats-officedocument.presentationml.slide+xml"/>
  <Override PartName="/ppt/slides/slide1401.xml" ContentType="application/vnd.openxmlformats-officedocument.presentationml.slide+xml"/>
  <Override PartName="/ppt/slides/slide1676.xml" ContentType="application/vnd.openxmlformats-officedocument.presentationml.slide+xml"/>
  <Override PartName="/ppt/slides/slide115.xml" ContentType="application/vnd.openxmlformats-officedocument.presentationml.slide+xml"/>
  <Override PartName="/ppt/slides/slide97.xml" ContentType="application/vnd.openxmlformats-officedocument.presentationml.slide+xml"/>
  <Override PartName="/ppt/slides/slide1614.xml" ContentType="application/vnd.openxmlformats-officedocument.presentationml.slide+xml"/>
  <Override PartName="/ppt/slides/slide1098.xml" ContentType="application/vnd.openxmlformats-officedocument.presentationml.slide+xml"/>
  <Override PartName="/ppt/slides/slide279.xml" ContentType="application/vnd.openxmlformats-officedocument.presentationml.slide+xml"/>
  <Override PartName="/ppt/slides/slide494.xml" ContentType="application/vnd.openxmlformats-officedocument.presentationml.slide+xml"/>
  <Override PartName="/ppt/slides/slide1353.xml" ContentType="application/vnd.openxmlformats-officedocument.presentationml.slide+xml"/>
  <Override PartName="/ppt/slides/slide113.xml" ContentType="application/vnd.openxmlformats-officedocument.presentationml.slide+xml"/>
  <Override PartName="/ppt/slides/slide1609.xml" ContentType="application/vnd.openxmlformats-officedocument.presentationml.slide+xml"/>
  <Override PartName="/ppt/slides/slide978.xml" ContentType="application/vnd.openxmlformats-officedocument.presentationml.slide+xml"/>
  <Override PartName="/ppt/slides/slide1968.xml" ContentType="application/vnd.openxmlformats-officedocument.presentationml.slide+xml"/>
  <Override PartName="/ppt/slides/slide1677.xml" ContentType="application/vnd.openxmlformats-officedocument.presentationml.slide+xml"/>
  <Override PartName="/ppt/slides/slide742.xml" ContentType="application/vnd.openxmlformats-officedocument.presentationml.slide+xml"/>
  <Override PartName="/ppt/slides/slide376.xml" ContentType="application/vnd.openxmlformats-officedocument.presentationml.slide+xml"/>
  <Override PartName="/ppt/slides/slide1764.xml" ContentType="application/vnd.openxmlformats-officedocument.presentationml.slide+xml"/>
  <Override PartName="/ppt/slides/slide287.xml" ContentType="application/vnd.openxmlformats-officedocument.presentationml.slide+xml"/>
  <Override PartName="/ppt/slides/slide893.xml" ContentType="application/vnd.openxmlformats-officedocument.presentationml.slide+xml"/>
  <Override PartName="/ppt/slides/slide989.xml" ContentType="application/vnd.openxmlformats-officedocument.presentationml.slide+xml"/>
  <Override PartName="/ppt/slides/slide807.xml" ContentType="application/vnd.openxmlformats-officedocument.presentationml.slide+xml"/>
  <Override PartName="/ppt/slides/slide1951.xml" ContentType="application/vnd.openxmlformats-officedocument.presentationml.slide+xml"/>
  <Override PartName="/ppt/slides/slide1802.xml" ContentType="application/vnd.openxmlformats-officedocument.presentationml.slide+xml"/>
  <Override PartName="/ppt/slides/slide288.xml" ContentType="application/vnd.openxmlformats-officedocument.presentationml.slide+xml"/>
  <Override PartName="/ppt/slides/slide603.xml" ContentType="application/vnd.openxmlformats-officedocument.presentationml.slide+xml"/>
  <Override PartName="/ppt/slides/slide122.xml" ContentType="application/vnd.openxmlformats-officedocument.presentationml.slide+xml"/>
  <Override PartName="/ppt/slides/slide1744.xml" ContentType="application/vnd.openxmlformats-officedocument.presentationml.slide+xml"/>
  <Override PartName="/ppt/slides/slide1958.xml" ContentType="application/vnd.openxmlformats-officedocument.presentationml.slide+xml"/>
  <Override PartName="/ppt/slides/slide1261.xml" ContentType="application/vnd.openxmlformats-officedocument.presentationml.slide+xml"/>
  <Override PartName="/ppt/slides/slide987.xml" ContentType="application/vnd.openxmlformats-officedocument.presentationml.slide+xml"/>
  <Override PartName="/ppt/slides/slide1686.xml" ContentType="application/vnd.openxmlformats-officedocument.presentationml.slide+xml"/>
  <Override PartName="/ppt/slides/slide1898.xml" ContentType="application/vnd.openxmlformats-officedocument.presentationml.slide+xml"/>
  <Override PartName="/ppt/slides/slide805.xml" ContentType="application/vnd.openxmlformats-officedocument.presentationml.slide+xml"/>
  <Override PartName="/ppt/slides/slide912.xml" ContentType="application/vnd.openxmlformats-officedocument.presentationml.slide+xml"/>
  <Override PartName="/ppt/slides/slide1449.xml" ContentType="application/vnd.openxmlformats-officedocument.presentationml.slide+xml"/>
  <Override PartName="/ppt/slides/slide1505.xml" ContentType="application/vnd.openxmlformats-officedocument.presentationml.slide+xml"/>
  <Override PartName="/ppt/slides/slide806.xml" ContentType="application/vnd.openxmlformats-officedocument.presentationml.slide+xml"/>
  <Override PartName="/ppt/slides/slide126.xml" ContentType="application/vnd.openxmlformats-officedocument.presentationml.slide+xml"/>
  <Override PartName="/ppt/slides/slide965.xml" ContentType="application/vnd.openxmlformats-officedocument.presentationml.slide+xml"/>
  <Override PartName="/ppt/slides/slide1524.xml" ContentType="application/vnd.openxmlformats-officedocument.presentationml.slide+xml"/>
  <Override PartName="/ppt/slides/slide933.xml" ContentType="application/vnd.openxmlformats-officedocument.presentationml.slide+xml"/>
  <Override PartName="/ppt/slides/slide772.xml" ContentType="application/vnd.openxmlformats-officedocument.presentationml.slide+xml"/>
  <Override PartName="/ppt/slides/slide1641.xml" ContentType="application/vnd.openxmlformats-officedocument.presentationml.slide+xml"/>
  <Override PartName="/ppt/slides/slide667.xml" ContentType="application/vnd.openxmlformats-officedocument.presentationml.slide+xml"/>
  <Override PartName="/ppt/slides/slide830.xml" ContentType="application/vnd.openxmlformats-officedocument.presentationml.slide+xml"/>
  <Override PartName="/ppt/slides/slide835.xml" ContentType="application/vnd.openxmlformats-officedocument.presentationml.slide+xml"/>
  <Override PartName="/ppt/slides/slide1695.xml" ContentType="application/vnd.openxmlformats-officedocument.presentationml.slide+xml"/>
  <Override PartName="/ppt/slides/slide739.xml" ContentType="application/vnd.openxmlformats-officedocument.presentationml.slide+xml"/>
  <Override PartName="/ppt/slides/slide1513.xml" ContentType="application/vnd.openxmlformats-officedocument.presentationml.slide+xml"/>
  <Override PartName="/ppt/slides/slide999.xml" ContentType="application/vnd.openxmlformats-officedocument.presentationml.slide+xml"/>
  <Override PartName="/ppt/slides/slide573.xml" ContentType="application/vnd.openxmlformats-officedocument.presentationml.slide+xml"/>
  <Override PartName="/ppt/slides/slide1516.xml" ContentType="application/vnd.openxmlformats-officedocument.presentationml.slide+xml"/>
  <Override PartName="/ppt/slides/slide817.xml" ContentType="application/vnd.openxmlformats-officedocument.presentationml.slide+xml"/>
  <Override PartName="/ppt/slides/slide205.xml" ContentType="application/vnd.openxmlformats-officedocument.presentationml.slide+xml"/>
  <Override PartName="/ppt/slides/slide1454.xml" ContentType="application/vnd.openxmlformats-officedocument.presentationml.slide+xml"/>
  <Override PartName="/ppt/slides/slide132.xml" ContentType="application/vnd.openxmlformats-officedocument.presentationml.slide+xml"/>
  <Override PartName="/ppt/slides/slide997.xml" ContentType="application/vnd.openxmlformats-officedocument.presentationml.slide+xml"/>
  <Override PartName="/ppt/slides/slide1514.xml" ContentType="application/vnd.openxmlformats-officedocument.presentationml.slide+xml"/>
  <Override PartName="/ppt/slides/slide135.xml" ContentType="application/vnd.openxmlformats-officedocument.presentationml.slide+xml"/>
  <Override PartName="/ppt/slides/slide1600.xml" ContentType="application/vnd.openxmlformats-officedocument.presentationml.slide+xml"/>
  <Override PartName="/ppt/slides/slide834.xml" ContentType="application/vnd.openxmlformats-officedocument.presentationml.slide+xml"/>
  <Override PartName="/ppt/slides/slide112.xml" ContentType="application/vnd.openxmlformats-officedocument.presentationml.slide+xml"/>
  <Override PartName="/ppt/slides/slide818.xml" ContentType="application/vnd.openxmlformats-officedocument.presentationml.slide+xml"/>
  <Override PartName="/ppt/slides/slide133.xml" ContentType="application/vnd.openxmlformats-officedocument.presentationml.slide+xml"/>
  <Override PartName="/ppt/slides/slide1544.xml" ContentType="application/vnd.openxmlformats-officedocument.presentationml.slide+xml"/>
  <Override PartName="/ppt/slides/slide1643.xml" ContentType="application/vnd.openxmlformats-officedocument.presentationml.slide+xml"/>
  <Override PartName="/ppt/slides/slide1515.xml" ContentType="application/vnd.openxmlformats-officedocument.presentationml.slide+xml"/>
  <Override PartName="/ppt/slides/slide489.xml" ContentType="application/vnd.openxmlformats-officedocument.presentationml.slide+xml"/>
  <Override PartName="/ppt/slides/slide1534.xml" ContentType="application/vnd.openxmlformats-officedocument.presentationml.slide+xml"/>
  <Override PartName="/ppt/slides/slide467.xml" ContentType="application/vnd.openxmlformats-officedocument.presentationml.slide+xml"/>
  <Override PartName="/ppt/slides/slide820.xml" ContentType="application/vnd.openxmlformats-officedocument.presentationml.slide+xml"/>
  <Override PartName="/ppt/slides/slide301.xml" ContentType="application/vnd.openxmlformats-officedocument.presentationml.slide+xml"/>
  <Override PartName="/ppt/slides/slide935.xml" ContentType="application/vnd.openxmlformats-officedocument.presentationml.slide+xml"/>
  <Override PartName="/ppt/slides/slide1000.xml" ContentType="application/vnd.openxmlformats-officedocument.presentationml.slide+xml"/>
  <Override PartName="/ppt/slides/slide468.xml" ContentType="application/vnd.openxmlformats-officedocument.presentationml.slide+xml"/>
  <Override PartName="/ppt/slides/slide309.xml" ContentType="application/vnd.openxmlformats-officedocument.presentationml.slide+xml"/>
  <Override PartName="/ppt/slides/slide302.xml" ContentType="application/vnd.openxmlformats-officedocument.presentationml.slide+xml"/>
  <Override PartName="/ppt/slides/slide493.xml" ContentType="application/vnd.openxmlformats-officedocument.presentationml.slide+xml"/>
  <Override PartName="/ppt/slides/slide305.xml" ContentType="application/vnd.openxmlformats-officedocument.presentationml.slide+xml"/>
  <Override PartName="/ppt/slides/slide1483.xml" ContentType="application/vnd.openxmlformats-officedocument.presentationml.slide+xml"/>
  <Override PartName="/ppt/slides/slide1001.xml" ContentType="application/vnd.openxmlformats-officedocument.presentationml.slide+xml"/>
  <Override PartName="/ppt/slides/slide1697.xml" ContentType="application/vnd.openxmlformats-officedocument.presentationml.slide+xml"/>
  <Override PartName="/ppt/slides/slide32.xml" ContentType="application/vnd.openxmlformats-officedocument.presentationml.slide+xml"/>
  <Override PartName="/ppt/slides/slide312.xml" ContentType="application/vnd.openxmlformats-officedocument.presentationml.slide+xml"/>
  <Override PartName="/ppt/slides/slide803.xml" ContentType="application/vnd.openxmlformats-officedocument.presentationml.slide+xml"/>
  <Override PartName="/ppt/slides/slide609.xml" ContentType="application/vnd.openxmlformats-officedocument.presentationml.slide+xml"/>
  <Override PartName="/ppt/slides/slide94.xml" ContentType="application/vnd.openxmlformats-officedocument.presentationml.slide+xml"/>
  <Override PartName="/ppt/slides/slide98.xml" ContentType="application/vnd.openxmlformats-officedocument.presentationml.slide+xml"/>
  <Override PartName="/ppt/slides/slide1923.xml" ContentType="application/vnd.openxmlformats-officedocument.presentationml.slide+xml"/>
  <Override PartName="/ppt/slides/slide310.xml" ContentType="application/vnd.openxmlformats-officedocument.presentationml.slide+xml"/>
  <Override PartName="/ppt/slides/slide801.xml" ContentType="application/vnd.openxmlformats-officedocument.presentationml.slide+xml"/>
  <Override PartName="/ppt/slides/slide594.xml" ContentType="application/vnd.openxmlformats-officedocument.presentationml.slide+xml"/>
  <Override PartName="/ppt/slides/slide1004.xml" ContentType="application/vnd.openxmlformats-officedocument.presentationml.slide+xml"/>
  <Override PartName="/ppt/slides/slide644.xml" ContentType="application/vnd.openxmlformats-officedocument.presentationml.slide+xml"/>
  <Override PartName="/ppt/slides/slide1005.xml" ContentType="application/vnd.openxmlformats-officedocument.presentationml.slide+xml"/>
  <Override PartName="/ppt/slides/slide766.xml" ContentType="application/vnd.openxmlformats-officedocument.presentationml.slide+xml"/>
  <Override PartName="/ppt/slides/slide1668.xml" ContentType="application/vnd.openxmlformats-officedocument.presentationml.slide+xml"/>
  <Override PartName="/ppt/slides/slide303.xml" ContentType="application/vnd.openxmlformats-officedocument.presentationml.slide+xml"/>
  <Override PartName="/ppt/slides/slide248.xml" ContentType="application/vnd.openxmlformats-officedocument.presentationml.slide+xml"/>
  <Override PartName="/ppt/slides/slide245.xml" ContentType="application/vnd.openxmlformats-officedocument.presentationml.slide+xml"/>
  <Override PartName="/ppt/slides/slide1168.xml" ContentType="application/vnd.openxmlformats-officedocument.presentationml.slide+xml"/>
  <Override PartName="/ppt/slides/slide307.xml" ContentType="application/vnd.openxmlformats-officedocument.presentationml.slide+xml"/>
  <Override PartName="/ppt/slides/slide320.xml" ContentType="application/vnd.openxmlformats-officedocument.presentationml.slide+xml"/>
  <Override PartName="/ppt/slides/slide1003.xml" ContentType="application/vnd.openxmlformats-officedocument.presentationml.slide+xml"/>
  <Override PartName="/ppt/slides/slide651.xml" ContentType="application/vnd.openxmlformats-officedocument.presentationml.slide+xml"/>
  <Override PartName="/ppt/slides/slide304.xml" ContentType="application/vnd.openxmlformats-officedocument.presentationml.slide+xml"/>
  <Override PartName="/ppt/slides/slide1029.xml" ContentType="application/vnd.openxmlformats-officedocument.presentationml.slide+xml"/>
  <Override PartName="/ppt/slides/slide316.xml" ContentType="application/vnd.openxmlformats-officedocument.presentationml.slide+xml"/>
  <Override PartName="/ppt/slides/slide335.xml" ContentType="application/vnd.openxmlformats-officedocument.presentationml.slide+xml"/>
  <Override PartName="/ppt/slides/slide1012.xml" ContentType="application/vnd.openxmlformats-officedocument.presentationml.slide+xml"/>
  <Override PartName="/ppt/slides/slide313.xml" ContentType="application/vnd.openxmlformats-officedocument.presentationml.slide+xml"/>
  <Override PartName="/ppt/slides/slide1363.xml" ContentType="application/vnd.openxmlformats-officedocument.presentationml.slide+xml"/>
  <Override PartName="/ppt/slides/slide1178.xml" ContentType="application/vnd.openxmlformats-officedocument.presentationml.slide+xml"/>
  <Override PartName="/ppt/slides/slide1789.xml" ContentType="application/vnd.openxmlformats-officedocument.presentationml.slide+xml"/>
  <Override PartName="/ppt/slides/slide1620.xml" ContentType="application/vnd.openxmlformats-officedocument.presentationml.slide+xml"/>
  <Override PartName="/ppt/slides/slide1179.xml" ContentType="application/vnd.openxmlformats-officedocument.presentationml.slide+xml"/>
  <Override PartName="/ppt/slides/slide701.xml" ContentType="application/vnd.openxmlformats-officedocument.presentationml.slide+xml"/>
  <Override PartName="/ppt/slides/slide1025.xml" ContentType="application/vnd.openxmlformats-officedocument.presentationml.slide+xml"/>
  <Override PartName="/ppt/slides/slide1026.xml" ContentType="application/vnd.openxmlformats-officedocument.presentationml.slide+xml"/>
  <Override PartName="/ppt/slides/slide1426.xml" ContentType="application/vnd.openxmlformats-officedocument.presentationml.slide+xml"/>
  <Override PartName="/ppt/slides/slide1058.xml" ContentType="application/vnd.openxmlformats-officedocument.presentationml.slide+xml"/>
  <Override PartName="/ppt/slides/slide327.xml" ContentType="application/vnd.openxmlformats-officedocument.presentationml.slide+xml"/>
  <Override PartName="/ppt/slides/slide1035.xml" ContentType="application/vnd.openxmlformats-officedocument.presentationml.slide+xml"/>
  <Override PartName="/ppt/slides/slide1036.xml" ContentType="application/vnd.openxmlformats-officedocument.presentationml.slide+xml"/>
  <Override PartName="/ppt/slides/slide337.xml" ContentType="application/vnd.openxmlformats-officedocument.presentationml.slide+xml"/>
  <Override PartName="/ppt/slides/slide646.xml" ContentType="application/vnd.openxmlformats-officedocument.presentationml.slide+xml"/>
  <Override PartName="/ppt/slides/slide1651.xml" ContentType="application/vnd.openxmlformats-officedocument.presentationml.slide+xml"/>
  <Override PartName="/ppt/slides/slide25.xml" ContentType="application/vnd.openxmlformats-officedocument.presentationml.slide+xml"/>
  <Override PartName="/ppt/slides/slide358.xml" ContentType="application/vnd.openxmlformats-officedocument.presentationml.slide+xml"/>
  <Override PartName="/ppt/slides/slide1008.xml" ContentType="application/vnd.openxmlformats-officedocument.presentationml.slide+xml"/>
  <Override PartName="/ppt/slides/slide710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784.xml" ContentType="application/vnd.openxmlformats-officedocument.presentationml.slide+xml"/>
  <Override PartName="/ppt/slides/slide31.xml" ContentType="application/vnd.openxmlformats-officedocument.presentationml.slide+xml"/>
  <Override PartName="/ppt/slides/slide1730.xml" ContentType="application/vnd.openxmlformats-officedocument.presentationml.slide+xml"/>
  <Override PartName="/ppt/slides/slide1230.xml" ContentType="application/vnd.openxmlformats-officedocument.presentationml.slide+xml"/>
  <Override PartName="/ppt/slides/slide36.xml" ContentType="application/vnd.openxmlformats-officedocument.presentationml.slide+xml"/>
  <Override PartName="/ppt/slides/slide623.xml" ContentType="application/vnd.openxmlformats-officedocument.presentationml.slide+xml"/>
  <Override PartName="/ppt/slides/slide1266.xml" ContentType="application/vnd.openxmlformats-officedocument.presentationml.slide+xml"/>
  <Override PartName="/ppt/slides/slide567.xml" ContentType="application/vnd.openxmlformats-officedocument.presentationml.slide+xml"/>
  <Override PartName="/ppt/slides/slide1101.xml" ContentType="application/vnd.openxmlformats-officedocument.presentationml.slide+xml"/>
  <Override PartName="/ppt/slides/slide1729.xml" ContentType="application/vnd.openxmlformats-officedocument.presentationml.slide+xml"/>
  <Override PartName="/ppt/slides/slide1267.xml" ContentType="application/vnd.openxmlformats-officedocument.presentationml.slide+xml"/>
  <Override PartName="/ppt/slides/slide568.xml" ContentType="application/vnd.openxmlformats-officedocument.presentationml.slide+xml"/>
  <Override PartName="/ppt/slides/slide403.xml" ContentType="application/vnd.openxmlformats-officedocument.presentationml.slide+xml"/>
  <Override PartName="/ppt/slides/slide1268.xml" ContentType="application/vnd.openxmlformats-officedocument.presentationml.slide+xml"/>
  <Override PartName="/ppt/slides/slide569.xml" ContentType="application/vnd.openxmlformats-officedocument.presentationml.slide+xml"/>
  <Override PartName="/ppt/slides/slide1078.xml" ContentType="application/vnd.openxmlformats-officedocument.presentationml.slide+xml"/>
  <Override PartName="/ppt/slides/slide1107.xml" ContentType="application/vnd.openxmlformats-officedocument.presentationml.slide+xml"/>
  <Override PartName="/ppt/slides/slide40.xml" ContentType="application/vnd.openxmlformats-officedocument.presentationml.slide+xml"/>
  <Override PartName="/ppt/slides/slide44.xml" ContentType="application/vnd.openxmlformats-officedocument.presentationml.slide+xml"/>
  <Override PartName="/ppt/slides/slide1108.xml" ContentType="application/vnd.openxmlformats-officedocument.presentationml.slide+xml"/>
  <Override PartName="/ppt/slides/slide41.xml" ContentType="application/vnd.openxmlformats-officedocument.presentationml.slide+xml"/>
  <Override PartName="/ppt/slides/slide1105.xml" ContentType="application/vnd.openxmlformats-officedocument.presentationml.slide+xml"/>
  <Override PartName="/ppt/slides/slide1109.xml" ContentType="application/vnd.openxmlformats-officedocument.presentationml.slide+xml"/>
  <Override PartName="/ppt/slides/slide42.xml" ContentType="application/vnd.openxmlformats-officedocument.presentationml.slide+xml"/>
  <Override PartName="/ppt/slides/slide407.xml" ContentType="application/vnd.openxmlformats-officedocument.presentationml.slide+xml"/>
  <Override PartName="/ppt/slides/slide691.xml" ContentType="application/vnd.openxmlformats-officedocument.presentationml.slide+xml"/>
  <Override PartName="/ppt/slides/slide1296.xml" ContentType="application/vnd.openxmlformats-officedocument.presentationml.slide+xml"/>
  <Override PartName="/ppt/slides/slide46.xml" ContentType="application/vnd.openxmlformats-officedocument.presentationml.slide+xml"/>
  <Override PartName="/ppt/slides/slide1180.xml" ContentType="application/vnd.openxmlformats-officedocument.presentationml.slide+xml"/>
  <Override PartName="/ppt/slides/slide48.xml" ContentType="application/vnd.openxmlformats-officedocument.presentationml.slide+xml"/>
  <Override PartName="/ppt/slides/slide1198.xml" ContentType="application/vnd.openxmlformats-officedocument.presentationml.slide+xml"/>
  <Override PartName="/ppt/slides/slide1110.xml" ContentType="application/vnd.openxmlformats-officedocument.presentationml.slide+xml"/>
  <Override PartName="/ppt/slides/slide201.xml" ContentType="application/vnd.openxmlformats-officedocument.presentationml.slide+xml"/>
  <Override PartName="/ppt/slides/slide1825.xml" ContentType="application/vnd.openxmlformats-officedocument.presentationml.slide+xml"/>
  <Override PartName="/ppt/slides/slide952.xml" ContentType="application/vnd.openxmlformats-officedocument.presentationml.slide+xml"/>
  <Override PartName="/ppt/slides/slide1912.xml" ContentType="application/vnd.openxmlformats-officedocument.presentationml.slide+xml"/>
  <Override PartName="/ppt/slides/slide90.xml" ContentType="application/vnd.openxmlformats-officedocument.presentationml.slide+xml"/>
  <Override PartName="/ppt/slides/slide1276.xml" ContentType="application/vnd.openxmlformats-officedocument.presentationml.slide+xml"/>
  <Override PartName="/ppt/slides/slide412.xml" ContentType="application/vnd.openxmlformats-officedocument.presentationml.slide+xml"/>
  <Override PartName="/ppt/slides/slide578.xml" ContentType="application/vnd.openxmlformats-officedocument.presentationml.slide+xml"/>
  <Override PartName="/ppt/slides/slide1063.xml" ContentType="application/vnd.openxmlformats-officedocument.presentationml.slide+xml"/>
  <Override PartName="/ppt/slides/slide1278.xml" ContentType="application/vnd.openxmlformats-officedocument.presentationml.slide+xml"/>
  <Override PartName="/ppt/slides/slide340.xml" ContentType="application/vnd.openxmlformats-officedocument.presentationml.slide+xml"/>
  <Override PartName="/ppt/slides/slide1845.xml" ContentType="application/vnd.openxmlformats-officedocument.presentationml.slide+xml"/>
  <Override PartName="/ppt/slides/slide943.xml" ContentType="application/vnd.openxmlformats-officedocument.presentationml.slide+xml"/>
  <Override PartName="/ppt/slides/slide1113.xml" ContentType="application/vnd.openxmlformats-officedocument.presentationml.slide+xml"/>
  <Override PartName="/ppt/slides/slide218.xml" ContentType="application/vnd.openxmlformats-officedocument.presentationml.slide+xml"/>
  <Override PartName="/ppt/slides/slide1157.xml" ContentType="application/vnd.openxmlformats-officedocument.presentationml.slide+xml"/>
  <Override PartName="/ppt/slides/slide469.xml" ContentType="application/vnd.openxmlformats-officedocument.presentationml.slide+xml"/>
  <Override PartName="/ppt/slides/slide372.xml" ContentType="application/vnd.openxmlformats-officedocument.presentationml.slide+xml"/>
  <Override PartName="/ppt/slides/slide1279.xml" ContentType="application/vnd.openxmlformats-officedocument.presentationml.slide+xml"/>
  <Override PartName="/ppt/slides/slide1114.xml" ContentType="application/vnd.openxmlformats-officedocument.presentationml.slide+xml"/>
  <Override PartName="/ppt/slides/slide1129.xml" ContentType="application/vnd.openxmlformats-officedocument.presentationml.slide+xml"/>
  <Override PartName="/ppt/slides/slide54.xml" ContentType="application/vnd.openxmlformats-officedocument.presentationml.slide+xml"/>
  <Override PartName="/ppt/slides/slide1019.xml" ContentType="application/vnd.openxmlformats-officedocument.presentationml.slide+xml"/>
  <Override PartName="/ppt/slides/slide1244.xml" ContentType="application/vnd.openxmlformats-officedocument.presentationml.slide+xml"/>
  <Override PartName="/ppt/slides/slide55.xml" ContentType="application/vnd.openxmlformats-officedocument.presentationml.slide+xml"/>
  <Override PartName="/ppt/slides/slide52.xml" ContentType="application/vnd.openxmlformats-officedocument.presentationml.slide+xml"/>
  <Override PartName="/ppt/slides/slide1519.xml" ContentType="application/vnd.openxmlformats-officedocument.presentationml.slide+xml"/>
  <Override PartName="/ppt/slides/slide357.xml" ContentType="application/vnd.openxmlformats-officedocument.presentationml.slide+xml"/>
  <Override PartName="/ppt/slides/slide417.xml" ContentType="application/vnd.openxmlformats-officedocument.presentationml.slide+xml"/>
  <Override PartName="/ppt/slides/slide572.xml" ContentType="application/vnd.openxmlformats-officedocument.presentationml.slide+xml"/>
  <Override PartName="/ppt/slides/slide57.xml" ContentType="application/vnd.openxmlformats-officedocument.presentationml.slide+xml"/>
  <Override PartName="/ppt/slides/slide49.xml" ContentType="application/vnd.openxmlformats-officedocument.presentationml.slide+xml"/>
  <Override PartName="/ppt/slides/slide369.xml" ContentType="application/vnd.openxmlformats-officedocument.presentationml.slide+xml"/>
  <Override PartName="/ppt/slides/slide185.xml" ContentType="application/vnd.openxmlformats-officedocument.presentationml.slide+xml"/>
  <Override PartName="/ppt/slides/slide324.xml" ContentType="application/vnd.openxmlformats-officedocument.presentationml.slide+xml"/>
  <Override PartName="/ppt/slides/slide1082.xml" ContentType="application/vnd.openxmlformats-officedocument.presentationml.slide+xml"/>
  <Override PartName="/ppt/slides/slide1123.xml" ContentType="application/vnd.openxmlformats-officedocument.presentationml.slide+xml"/>
  <Override PartName="/ppt/slides/slide60.xml" ContentType="application/vnd.openxmlformats-officedocument.presentationml.slide+xml"/>
  <Override PartName="/ppt/slides/slide339.xml" ContentType="application/vnd.openxmlformats-officedocument.presentationml.slide+xml"/>
  <Override PartName="/ppt/slides/slide203.xml" ContentType="application/vnd.openxmlformats-officedocument.presentationml.slide+xml"/>
  <Override PartName="/ppt/slides/slide1124.xml" ContentType="application/vnd.openxmlformats-officedocument.presentationml.slide+xml"/>
  <Override PartName="/ppt/slides/slide61.xml" ContentType="application/vnd.openxmlformats-officedocument.presentationml.slide+xml"/>
  <Override PartName="/ppt/slides/slide424.xml" ContentType="application/vnd.openxmlformats-officedocument.presentationml.slide+xml"/>
  <Override PartName="/ppt/slides/slide1125.xml" ContentType="application/vnd.openxmlformats-officedocument.presentationml.slide+xml"/>
  <Override PartName="/ppt/slides/slide795.xml" ContentType="application/vnd.openxmlformats-officedocument.presentationml.slide+xml"/>
  <Override PartName="/ppt/slides/slide1488.xml" ContentType="application/vnd.openxmlformats-officedocument.presentationml.slide+xml"/>
  <Override PartName="/ppt/slides/slide62.xml" ContentType="application/vnd.openxmlformats-officedocument.presentationml.slide+xml"/>
  <Override PartName="/ppt/slides/slide1193.xml" ContentType="application/vnd.openxmlformats-officedocument.presentationml.slide+xml"/>
  <Override PartName="/ppt/slides/slide1126.xml" ContentType="application/vnd.openxmlformats-officedocument.presentationml.slide+xml"/>
  <Override PartName="/ppt/slides/slide220.xml" ContentType="application/vnd.openxmlformats-officedocument.presentationml.slide+xml"/>
  <Override PartName="/ppt/slides/slide230.xml" ContentType="application/vnd.openxmlformats-officedocument.presentationml.slide+xml"/>
  <Override PartName="/ppt/slides/slide1127.xml" ContentType="application/vnd.openxmlformats-officedocument.presentationml.slide+xml"/>
  <Override PartName="/ppt/slides/slide64.xml" ContentType="application/vnd.openxmlformats-officedocument.presentationml.slide+xml"/>
  <Override PartName="/ppt/slides/slide1635.xml" ContentType="application/vnd.openxmlformats-officedocument.presentationml.slide+xml"/>
  <Override PartName="/ppt/slides/slide1545.xml" ContentType="application/vnd.openxmlformats-officedocument.presentationml.slide+xml"/>
  <Override PartName="/ppt/slides/slide429.xml" ContentType="application/vnd.openxmlformats-officedocument.presentationml.slide+xml"/>
  <Override PartName="/ppt/slides/slide65.xml" ContentType="application/vnd.openxmlformats-officedocument.presentationml.slide+xml"/>
  <Override PartName="/ppt/slides/slide1720.xml" ContentType="application/vnd.openxmlformats-officedocument.presentationml.slide+xml"/>
  <Override PartName="/ppt/slides/slide1474.xml" ContentType="application/vnd.openxmlformats-officedocument.presentationml.slide+xml"/>
  <Override PartName="/ppt/slides/slide1502.xml" ContentType="application/vnd.openxmlformats-officedocument.presentationml.slide+xml"/>
  <Override PartName="/ppt/slides/slide447.xml" ContentType="application/vnd.openxmlformats-officedocument.presentationml.slide+xml"/>
  <Override PartName="/ppt/slides/slide1357.xml" ContentType="application/vnd.openxmlformats-officedocument.presentationml.slide+xml"/>
  <Override PartName="/ppt/slides/slide448.xml" ContentType="application/vnd.openxmlformats-officedocument.presentationml.slide+xml"/>
  <Override PartName="/ppt/slides/slide1147.xml" ContentType="application/vnd.openxmlformats-officedocument.presentationml.slide+xml"/>
  <Override PartName="/ppt/slides/slide67.xml" ContentType="application/vnd.openxmlformats-officedocument.presentationml.slide+xml"/>
  <Override PartName="/ppt/slides/slide876.xml" ContentType="application/vnd.openxmlformats-officedocument.presentationml.slide+xml"/>
  <Override PartName="/ppt/slides/slide450.xml" ContentType="application/vnd.openxmlformats-officedocument.presentationml.slide+xml"/>
  <Override PartName="/ppt/slides/slide1133.xml" ContentType="application/vnd.openxmlformats-officedocument.presentationml.slide+xml"/>
  <Override PartName="/ppt/slides/slide1645.xml" ContentType="application/vnd.openxmlformats-officedocument.presentationml.slide+xml"/>
  <Override PartName="/ppt/slides/slide1670.xml" ContentType="application/vnd.openxmlformats-officedocument.presentationml.slide+xml"/>
  <Override PartName="/ppt/slides/slide434.xml" ContentType="application/vnd.openxmlformats-officedocument.presentationml.slide+xml"/>
  <Override PartName="/ppt/slides/slide1075.xml" ContentType="application/vnd.openxmlformats-officedocument.presentationml.slide+xml"/>
  <Override PartName="/ppt/slides/slide1299.xml" ContentType="application/vnd.openxmlformats-officedocument.presentationml.slide+xml"/>
  <Override PartName="/ppt/slides/slide1103.xml" ContentType="application/vnd.openxmlformats-officedocument.presentationml.slide+xml"/>
  <Override PartName="/ppt/slides/slide95.xml" ContentType="application/vnd.openxmlformats-officedocument.presentationml.slide+xml"/>
  <Override PartName="/ppt/slides/slide1621.xml" ContentType="application/vnd.openxmlformats-officedocument.presentationml.slide+xml"/>
  <Override PartName="/ppt/slides/slide1134.xml" ContentType="application/vnd.openxmlformats-officedocument.presentationml.slide+xml"/>
  <Override PartName="/ppt/slides/slide86.xml" ContentType="application/vnd.openxmlformats-officedocument.presentationml.slide+xml"/>
  <Override PartName="/ppt/slides/slide435.xml" ContentType="application/vnd.openxmlformats-officedocument.presentationml.slide+xml"/>
  <Override PartName="/ppt/slides/slide306.xml" ContentType="application/vnd.openxmlformats-officedocument.presentationml.slide+xml"/>
  <Override PartName="/ppt/slides/slide72.xml" ContentType="application/vnd.openxmlformats-officedocument.presentationml.slide+xml"/>
  <Override PartName="/ppt/slides/slide1849.xml" ContentType="application/vnd.openxmlformats-officedocument.presentationml.slide+xml"/>
  <Override PartName="/ppt/slides/slide134.xml" ContentType="application/vnd.openxmlformats-officedocument.presentationml.slide+xml"/>
  <Override PartName="/ppt/slides/slide437.xml" ContentType="application/vnd.openxmlformats-officedocument.presentationml.slide+xml"/>
  <Override PartName="/ppt/slides/slide73.xml" ContentType="application/vnd.openxmlformats-officedocument.presentationml.slide+xml"/>
  <Override PartName="/ppt/slides/slide336.xml" ContentType="application/vnd.openxmlformats-officedocument.presentationml.slide+xml"/>
  <Override PartName="/ppt/slides/slide438.xml" ContentType="application/vnd.openxmlformats-officedocument.presentationml.slide+xml"/>
  <Override PartName="/ppt/slides/slide1907.xml" ContentType="application/vnd.openxmlformats-officedocument.presentationml.slide+xml"/>
  <Override PartName="/ppt/slides/slide74.xml" ContentType="application/vnd.openxmlformats-officedocument.presentationml.slide+xml"/>
  <Override PartName="/ppt/slides/slide1138.xml" ContentType="application/vnd.openxmlformats-officedocument.presentationml.slide+xml"/>
  <Override PartName="/ppt/slides/slide426.xml" ContentType="application/vnd.openxmlformats-officedocument.presentationml.slide+xml"/>
  <Override PartName="/ppt/slides/slide744.xml" ContentType="application/vnd.openxmlformats-officedocument.presentationml.slide+xml"/>
  <Override PartName="/ppt/slides/slide439.xml" ContentType="application/vnd.openxmlformats-officedocument.presentationml.slide+xml"/>
  <Override PartName="/ppt/slides/slide329.xml" ContentType="application/vnd.openxmlformats-officedocument.presentationml.slide+xml"/>
  <Override PartName="/ppt/slides/slide1569.xml" ContentType="application/vnd.openxmlformats-officedocument.presentationml.slide+xml"/>
  <Override PartName="/ppt/slides/slide458.xml" ContentType="application/vnd.openxmlformats-officedocument.presentationml.slide+xml"/>
  <Override PartName="/ppt/slides/slide1510.xml" ContentType="application/vnd.openxmlformats-officedocument.presentationml.slide+xml"/>
  <Override PartName="/ppt/slides/slide1158.xml" ContentType="application/vnd.openxmlformats-officedocument.presentationml.slide+xml"/>
  <Override PartName="/ppt/slides/slide78.xml" ContentType="application/vnd.openxmlformats-officedocument.presentationml.slide+xml"/>
  <Override PartName="/ppt/slides/slide946.xml" ContentType="application/vnd.openxmlformats-officedocument.presentationml.slide+xml"/>
  <Override PartName="/ppt/slides/slide1143.xml" ContentType="application/vnd.openxmlformats-officedocument.presentationml.slide+xml"/>
  <Override PartName="/ppt/slides/slide444.xml" ContentType="application/vnd.openxmlformats-officedocument.presentationml.slide+xml"/>
  <Override PartName="/ppt/slides/slide80.xml" ContentType="application/vnd.openxmlformats-officedocument.presentationml.slide+xml"/>
  <Override PartName="/ppt/slides/slide1159.xml" ContentType="application/vnd.openxmlformats-officedocument.presentationml.slide+xml"/>
  <Override PartName="/ppt/slides/slide1388.xml" ContentType="application/vnd.openxmlformats-officedocument.presentationml.slide+xml"/>
  <Override PartName="/ppt/slides/slide1144.xml" ContentType="application/vnd.openxmlformats-officedocument.presentationml.slide+xml"/>
  <Override PartName="/ppt/slides/slide445.xml" ContentType="application/vnd.openxmlformats-officedocument.presentationml.slide+xml"/>
  <Override PartName="/ppt/slides/slide51.xml" ContentType="application/vnd.openxmlformats-officedocument.presentationml.slide+xml"/>
  <Override PartName="/ppt/slides/slide1665.xml" ContentType="application/vnd.openxmlformats-officedocument.presentationml.slide+xml"/>
  <Override PartName="/ppt/slides/slide414.xml" ContentType="application/vnd.openxmlformats-officedocument.presentationml.slide+xml"/>
  <Override PartName="/ppt/slides/slide1145.xml" ContentType="application/vnd.openxmlformats-officedocument.presentationml.slide+xml"/>
  <Override PartName="/ppt/slides/slide1580.xml" ContentType="application/vnd.openxmlformats-officedocument.presentationml.slide+xml"/>
  <Override PartName="/ppt/slides/slide1153.xml" ContentType="application/vnd.openxmlformats-officedocument.presentationml.slide+xml"/>
  <Override PartName="/ppt/slides/slide454.xml" ContentType="application/vnd.openxmlformats-officedocument.presentationml.slide+xml"/>
  <Override PartName="/ppt/slides/slide76.xml" ContentType="application/vnd.openxmlformats-officedocument.presentationml.slide+xml"/>
  <Override PartName="/ppt/slides/slide1154.xml" ContentType="application/vnd.openxmlformats-officedocument.presentationml.slide+xml"/>
  <Override PartName="/ppt/slides/slide455.xml" ContentType="application/vnd.openxmlformats-officedocument.presentationml.slide+xml"/>
  <Override PartName="/ppt/slides/slide1389.xml" ContentType="application/vnd.openxmlformats-officedocument.presentationml.slide+xml"/>
  <Override PartName="/ppt/slides/slide91.xml" ContentType="application/vnd.openxmlformats-officedocument.presentationml.slide+xml"/>
  <Override PartName="/ppt/slides/slide1689.xml" ContentType="application/vnd.openxmlformats-officedocument.presentationml.slide+xml"/>
  <Override PartName="/ppt/slides/slide891.xml" ContentType="application/vnd.openxmlformats-officedocument.presentationml.slide+xml"/>
  <Override PartName="/ppt/slides/slide1155.xml" ContentType="application/vnd.openxmlformats-officedocument.presentationml.slide+xml"/>
  <Override PartName="/ppt/slides/slide1259.xml" ContentType="application/vnd.openxmlformats-officedocument.presentationml.slide+xml"/>
  <Override PartName="/ppt/slides/slide1511.xml" ContentType="application/vnd.openxmlformats-officedocument.presentationml.slide+xml"/>
  <Override PartName="/ppt/slides/slide344.xml" ContentType="application/vnd.openxmlformats-officedocument.presentationml.slide+xml"/>
  <Override PartName="/ppt/slides/slide71.xml" ContentType="application/vnd.openxmlformats-officedocument.presentationml.slide+xml"/>
  <Override PartName="/ppt/slides/slide1332.xml" ContentType="application/vnd.openxmlformats-officedocument.presentationml.slide+xml"/>
  <Override PartName="/ppt/slides/slide456.xml" ContentType="application/vnd.openxmlformats-officedocument.presentationml.slide+xml"/>
  <Override PartName="/ppt/slides/slide480.xml" ContentType="application/vnd.openxmlformats-officedocument.presentationml.slide+xml"/>
  <Override PartName="/ppt/slides/slide464.xml" ContentType="application/vnd.openxmlformats-officedocument.presentationml.slide+xml"/>
  <Override PartName="/ppt/slides/slide1945.xml" ContentType="application/vnd.openxmlformats-officedocument.presentationml.slide+xml"/>
  <Override PartName="/ppt/slides/slide75.xml" ContentType="application/vnd.openxmlformats-officedocument.presentationml.slide+xml"/>
  <Override PartName="/ppt/slides/slide1164.xml" ContentType="application/vnd.openxmlformats-officedocument.presentationml.slide+xml"/>
  <Override PartName="/ppt/slides/slide784.xml" ContentType="application/vnd.openxmlformats-officedocument.presentationml.slide+xml"/>
  <Override PartName="/ppt/slides/slide354.xml" ContentType="application/vnd.openxmlformats-officedocument.presentationml.slide+xml"/>
  <Override PartName="/ppt/slides/slide1165.xml" ContentType="application/vnd.openxmlformats-officedocument.presentationml.slide+xml"/>
  <Override PartName="/ppt/slides/slide1573.xml" ContentType="application/vnd.openxmlformats-officedocument.presentationml.slide+xml"/>
  <Override PartName="/ppt/slides/slide1173.xml" ContentType="application/vnd.openxmlformats-officedocument.presentationml.slide+xml"/>
  <Override PartName="/ppt/slides/slide475.xml" ContentType="application/vnd.openxmlformats-officedocument.presentationml.slide+xml"/>
  <Override PartName="/ppt/slides/slide1709.xml" ContentType="application/vnd.openxmlformats-officedocument.presentationml.slide+xml"/>
  <Override PartName="/ppt/slides/slide457.xml" ContentType="application/vnd.openxmlformats-officedocument.presentationml.slide+xml"/>
  <Override PartName="/ppt/slides/slide1175.xml" ContentType="application/vnd.openxmlformats-officedocument.presentationml.slide+xml"/>
  <Override PartName="/ppt/slides/slide476.xml" ContentType="application/vnd.openxmlformats-officedocument.presentationml.slide+xml"/>
  <Override PartName="/ppt/slides/slide508.xml" ContentType="application/vnd.openxmlformats-officedocument.presentationml.slide+xml"/>
  <Override PartName="/ppt/slides/slide363.xml" ContentType="application/vnd.openxmlformats-officedocument.presentationml.slide+xml"/>
  <Override PartName="/ppt/slides/slide1208.xml" ContentType="application/vnd.openxmlformats-officedocument.presentationml.slide+xml"/>
  <Override PartName="/ppt/slides/slide1594.xml" ContentType="application/vnd.openxmlformats-officedocument.presentationml.slide+xml"/>
  <Override PartName="/ppt/slides/slide518.xml" ContentType="application/vnd.openxmlformats-officedocument.presentationml.slide+xml"/>
  <Override PartName="/ppt/slides/slide538.xml" ContentType="application/vnd.openxmlformats-officedocument.presentationml.slide+xml"/>
  <Override PartName="/ppt/slides/slide317.xml" ContentType="application/vnd.openxmlformats-officedocument.presentationml.slide+xml"/>
  <Override PartName="/ppt/slides/slide419.xml" ContentType="application/vnd.openxmlformats-officedocument.presentationml.slide+xml"/>
  <Override PartName="/ppt/slides/slide262.xml" ContentType="application/vnd.openxmlformats-officedocument.presentationml.slide+xml"/>
  <Override PartName="/ppt/slides/slide259.xml" ContentType="application/vnd.openxmlformats-officedocument.presentationml.slide+xml"/>
  <Override PartName="/ppt/slides/slide1207.xml" ContentType="application/vnd.openxmlformats-officedocument.presentationml.slide+xml"/>
  <Override PartName="/ppt/slides/slide539.xml" ContentType="application/vnd.openxmlformats-officedocument.presentationml.slide+xml"/>
  <Override PartName="/ppt/slides/slide1238.xml" ContentType="application/vnd.openxmlformats-officedocument.presentationml.slide+xml"/>
  <Override PartName="/ppt/slides/slide548.xml" ContentType="application/vnd.openxmlformats-officedocument.presentationml.slide+xml"/>
  <Override PartName="/ppt/slides/slide1247.xml" ContentType="application/vnd.openxmlformats-officedocument.presentationml.slide+xml"/>
  <Override PartName="/ppt/slides/slide50.xml" ContentType="application/vnd.openxmlformats-officedocument.presentationml.slide+xml"/>
  <Override PartName="/ppt/slides/slide549.xml" ContentType="application/vnd.openxmlformats-officedocument.presentationml.slide+xml"/>
  <Override PartName="/ppt/slides/slide558.xml" ContentType="application/vnd.openxmlformats-officedocument.presentationml.slide+xml"/>
  <Override PartName="/ppt/slides/slide547.xml" ContentType="application/vnd.openxmlformats-officedocument.presentationml.slide+xml"/>
  <Override PartName="/ppt/slides/slide1257.xml" ContentType="application/vnd.openxmlformats-officedocument.presentationml.slide+xml"/>
  <Override PartName="/ppt/slides/slide89.xml" ContentType="application/vnd.openxmlformats-officedocument.presentationml.slide+xml"/>
  <Override PartName="/ppt/slides/slide12.xml" ContentType="application/vnd.openxmlformats-officedocument.presentationml.slide+xml"/>
  <Override PartName="/ppt/slides/slide383.xml" ContentType="application/vnd.openxmlformats-officedocument.presentationml.slide+xml"/>
  <Override PartName="/ppt/slides/slide566.xml" ContentType="application/vnd.openxmlformats-officedocument.presentationml.slide+xml"/>
  <Override PartName="/ppt/slides/slide400.xml" ContentType="application/vnd.openxmlformats-officedocument.presentationml.slide+xml"/>
  <Override PartName="/ppt/slides/slide509.xml" ContentType="application/vnd.openxmlformats-officedocument.presentationml.slide+xml"/>
  <Override PartName="/ppt/slides/slide1205.xml" ContentType="application/vnd.openxmlformats-officedocument.presentationml.slide+xml"/>
  <Override PartName="/ppt/slides/slide576.xml" ContentType="application/vnd.openxmlformats-officedocument.presentationml.slide+xml"/>
  <Override PartName="/ppt/slides/slide1228.xml" ContentType="application/vnd.openxmlformats-officedocument.presentationml.slide+xml"/>
  <Override PartName="/ppt/slides/slide765.xml" ContentType="application/vnd.openxmlformats-officedocument.presentationml.slide+xml"/>
  <Override PartName="/ppt/slides/slide774.xml" ContentType="application/vnd.openxmlformats-officedocument.presentationml.slide+xml"/>
  <Override PartName="/ppt/slides/slide950.xml" ContentType="application/vnd.openxmlformats-officedocument.presentationml.slide+xml"/>
  <Override PartName="/ppt/slides/slide1473.xml" ContentType="application/vnd.openxmlformats-officedocument.presentationml.slide+xml"/>
  <Override PartName="/ppt/slides/slide377.xml" ContentType="application/vnd.openxmlformats-officedocument.presentationml.slide+xml"/>
  <Override PartName="/ppt/slides/slide1705.xml" ContentType="application/vnd.openxmlformats-officedocument.presentationml.slide+xml"/>
  <Override PartName="/ppt/slides/slide861.xml" ContentType="application/vnd.openxmlformats-officedocument.presentationml.slide+xml"/>
  <Override PartName="/ppt/slides/slide390.xml" ContentType="application/vnd.openxmlformats-officedocument.presentationml.slide+xml"/>
  <Override PartName="/ppt/slides/slide775.xml" ContentType="application/vnd.openxmlformats-officedocument.presentationml.slide+xml"/>
  <Override PartName="/ppt/slides/slide1475.xml" ContentType="application/vnd.openxmlformats-officedocument.presentationml.slide+xml"/>
  <Override PartName="/ppt/slides/slide610.xml" ContentType="application/vnd.openxmlformats-officedocument.presentationml.slide+xml"/>
  <Override PartName="/ppt/slides/slide187.xml" ContentType="application/vnd.openxmlformats-officedocument.presentationml.slide+xml"/>
  <Override PartName="/ppt/slides/slide777.xml" ContentType="application/vnd.openxmlformats-officedocument.presentationml.slide+xml"/>
  <Override PartName="/ppt/slides/slide611.xml" ContentType="application/vnd.openxmlformats-officedocument.presentationml.slide+xml"/>
  <Override PartName="/ppt/slides/slide1310.xml" ContentType="application/vnd.openxmlformats-officedocument.presentationml.slide+xml"/>
  <Override PartName="/ppt/slides/slide326.xml" ContentType="application/vnd.openxmlformats-officedocument.presentationml.slide+xml"/>
  <Override PartName="/ppt/slides/slide778.xml" ContentType="application/vnd.openxmlformats-officedocument.presentationml.slide+xml"/>
  <Override PartName="/ppt/slides/slide249.xml" ContentType="application/vnd.openxmlformats-officedocument.presentationml.slide+xml"/>
  <Override PartName="/ppt/slides/slide1237.xml" ContentType="application/vnd.openxmlformats-officedocument.presentationml.slide+xml"/>
  <Override PartName="/ppt/slides/slide607.xml" ContentType="application/vnd.openxmlformats-officedocument.presentationml.slide+xml"/>
  <Override PartName="/ppt/slides/slide612.xml" ContentType="application/vnd.openxmlformats-officedocument.presentationml.slide+xml"/>
  <Override PartName="/ppt/slides/slide397.xml" ContentType="application/vnd.openxmlformats-officedocument.presentationml.slide+xml"/>
  <Override PartName="/ppt/slides/slide116.xml" ContentType="application/vnd.openxmlformats-officedocument.presentationml.slide+xml"/>
  <Override PartName="/ppt/slides/slide1810.xml" ContentType="application/vnd.openxmlformats-officedocument.presentationml.slide+xml"/>
  <Override PartName="/ppt/slides/slide1311.xml" ContentType="application/vnd.openxmlformats-officedocument.presentationml.slide+xml"/>
  <Override PartName="/ppt/slides/slide1010.xml" ContentType="application/vnd.openxmlformats-officedocument.presentationml.slide+xml"/>
  <Override PartName="/ppt/slides/slide1300.xml" ContentType="application/vnd.openxmlformats-officedocument.presentationml.slide+xml"/>
  <Override PartName="/ppt/slides/slide360.xml" ContentType="application/vnd.openxmlformats-officedocument.presentationml.slide+xml"/>
  <Override PartName="/ppt/slides/slide601.xml" ContentType="application/vnd.openxmlformats-officedocument.presentationml.slide+xml"/>
  <Override PartName="/ppt/slides/slide404.xml" ContentType="application/vnd.openxmlformats-officedocument.presentationml.slide+xml"/>
  <Override PartName="/ppt/slides/slide767.xml" ContentType="application/vnd.openxmlformats-officedocument.presentationml.slide+xml"/>
  <Override PartName="/ppt/slides/slide1779.xml" ContentType="application/vnd.openxmlformats-officedocument.presentationml.slide+xml"/>
  <Override PartName="/ppt/slides/slide602.xml" ContentType="application/vnd.openxmlformats-officedocument.presentationml.slide+xml"/>
  <Override PartName="/ppt/slides/slide1467.xml" ContentType="application/vnd.openxmlformats-officedocument.presentationml.slide+xml"/>
  <Override PartName="/ppt/slides/slide768.xml" ContentType="application/vnd.openxmlformats-officedocument.presentationml.slide+xml"/>
  <Override PartName="/ppt/slides/slide68.xml" ContentType="application/vnd.openxmlformats-officedocument.presentationml.slide+xml"/>
  <Override PartName="/ppt/slides/slide1374.xml" ContentType="application/vnd.openxmlformats-officedocument.presentationml.slide+xml"/>
  <Override PartName="/ppt/slides/slide1302.xml" ContentType="application/vnd.openxmlformats-officedocument.presentationml.slide+xml"/>
  <Override PartName="/ppt/slides/slide1303.xml" ContentType="application/vnd.openxmlformats-officedocument.presentationml.slide+xml"/>
  <Override PartName="/ppt/slides/slide1469.xml" ContentType="application/vnd.openxmlformats-officedocument.presentationml.slide+xml"/>
  <Override PartName="/ppt/slides/slide1076.xml" ContentType="application/vnd.openxmlformats-officedocument.presentationml.slide+xml"/>
  <Override PartName="/ppt/slides/slide624.xml" ContentType="application/vnd.openxmlformats-officedocument.presentationml.slide+xml"/>
  <Override PartName="/ppt/slides/slide465.xml" ContentType="application/vnd.openxmlformats-officedocument.presentationml.slide+xml"/>
  <Override PartName="/ppt/slides/slide814.xml" ContentType="application/vnd.openxmlformats-officedocument.presentationml.slide+xml"/>
  <Override PartName="/ppt/slides/slide1048.xml" ContentType="application/vnd.openxmlformats-officedocument.presentationml.slide+xml"/>
  <Override PartName="/ppt/slides/slide1491.xml" ContentType="application/vnd.openxmlformats-officedocument.presentationml.slide+xml"/>
  <Override PartName="/ppt/slides/slide608.xml" ContentType="application/vnd.openxmlformats-officedocument.presentationml.slide+xml"/>
  <Override PartName="/ppt/slides/slide1304.xml" ContentType="application/vnd.openxmlformats-officedocument.presentationml.slide+xml"/>
  <Override PartName="/ppt/slides/slide1223.xml" ContentType="application/vnd.openxmlformats-officedocument.presentationml.slide+xml"/>
  <Override PartName="/ppt/slides/slide436.xml" ContentType="application/vnd.openxmlformats-officedocument.presentationml.slide+xml"/>
  <Override PartName="/ppt/slides/slide1146.xml" ContentType="application/vnd.openxmlformats-officedocument.presentationml.slide+xml"/>
  <Override PartName="/ppt/slides/slide1324.xml" ContentType="application/vnd.openxmlformats-officedocument.presentationml.slide+xml"/>
  <Override PartName="/ppt/slides/slide1305.xml" ContentType="application/vnd.openxmlformats-officedocument.presentationml.slide+xml"/>
  <Override PartName="/ppt/slides/slide808.xml" ContentType="application/vnd.openxmlformats-officedocument.presentationml.slide+xml"/>
  <Override PartName="/ppt/slides/slide606.xml" ContentType="application/vnd.openxmlformats-officedocument.presentationml.slide+xml"/>
  <Override PartName="/ppt/slides/slide528.xml" ContentType="application/vnd.openxmlformats-officedocument.presentationml.slide+xml"/>
  <Override PartName="/ppt/slides/slide616.xml" ContentType="application/vnd.openxmlformats-officedocument.presentationml.slide+xml"/>
  <Override PartName="/ppt/slides/slide780.xml" ContentType="application/vnd.openxmlformats-officedocument.presentationml.slide+xml"/>
  <Override PartName="/ppt/slides/slide1312.xml" ContentType="application/vnd.openxmlformats-officedocument.presentationml.slide+xml"/>
  <Override PartName="/ppt/slides/slide1478.xml" ContentType="application/vnd.openxmlformats-officedocument.presentationml.slide+xml"/>
  <Override PartName="/ppt/slides/slide537.xml" ContentType="application/vnd.openxmlformats-officedocument.presentationml.slide+xml"/>
  <Override PartName="/ppt/slides/slide1348.xml" ContentType="application/vnd.openxmlformats-officedocument.presentationml.slide+xml"/>
  <Override PartName="/ppt/slides/slide779.xml" ContentType="application/vnd.openxmlformats-officedocument.presentationml.slide+xml"/>
  <Override PartName="/ppt/slides/slide998.xml" ContentType="application/vnd.openxmlformats-officedocument.presentationml.slide+xml"/>
  <Override PartName="/ppt/slides/slide323.xml" ContentType="application/vnd.openxmlformats-officedocument.presentationml.slide+xml"/>
  <Override PartName="/ppt/slides/slide136.xml" ContentType="application/vnd.openxmlformats-officedocument.presentationml.slide+xml"/>
  <Override PartName="/ppt/slides/slide1557.xml" ContentType="application/vnd.openxmlformats-officedocument.presentationml.slide+xml"/>
  <Override PartName="/ppt/slides/slide617.xml" ContentType="application/vnd.openxmlformats-officedocument.presentationml.slide+xml"/>
  <Override PartName="/ppt/slides/slide1983.xml" ContentType="application/vnd.openxmlformats-officedocument.presentationml.slide+xml"/>
  <Override PartName="/ppt/slides/slide255.xml" ContentType="application/vnd.openxmlformats-officedocument.presentationml.slide+xml"/>
  <Override PartName="/ppt/slides/slide1289.xml" ContentType="application/vnd.openxmlformats-officedocument.presentationml.slide+xml"/>
  <Override PartName="/ppt/slides/slide1313.xml" ContentType="application/vnd.openxmlformats-officedocument.presentationml.slide+xml"/>
  <Override PartName="/ppt/slides/slide1606.xml" ContentType="application/vnd.openxmlformats-officedocument.presentationml.slide+xml"/>
  <Override PartName="/ppt/slides/slide857.xml" ContentType="application/vnd.openxmlformats-officedocument.presentationml.slide+xml"/>
  <Override PartName="/ppt/slides/slide1118.xml" ContentType="application/vnd.openxmlformats-officedocument.presentationml.slide+xml"/>
  <Override PartName="/ppt/slides/slide614.xml" ContentType="application/vnd.openxmlformats-officedocument.presentationml.slide+xml"/>
  <Override PartName="/ppt/slides/slide1265.xml" ContentType="application/vnd.openxmlformats-officedocument.presentationml.slide+xml"/>
  <Override PartName="/ppt/slides/slide490.xml" ContentType="application/vnd.openxmlformats-officedocument.presentationml.slide+xml"/>
  <Override PartName="/ppt/slides/slide1333.xml" ContentType="application/vnd.openxmlformats-officedocument.presentationml.slide+xml"/>
  <Override PartName="/ppt/slides/slide1215.xml" ContentType="application/vnd.openxmlformats-officedocument.presentationml.slide+xml"/>
  <Override PartName="/ppt/slides/slide1754.xml" ContentType="application/vnd.openxmlformats-officedocument.presentationml.slide+xml"/>
  <Override PartName="/ppt/slides/slide730.xml" ContentType="application/vnd.openxmlformats-officedocument.presentationml.slide+xml"/>
  <Override PartName="/ppt/slides/slide1317.xml" ContentType="application/vnd.openxmlformats-officedocument.presentationml.slide+xml"/>
  <Override PartName="/ppt/slides/slide655.xml" ContentType="application/vnd.openxmlformats-officedocument.presentationml.slide+xml"/>
  <Override PartName="/ppt/slides/slide618.xml" ContentType="application/vnd.openxmlformats-officedocument.presentationml.slide+xml"/>
  <Override PartName="/ppt/slides/slide1824.xml" ContentType="application/vnd.openxmlformats-officedocument.presentationml.slide+xml"/>
  <Override PartName="/ppt/slides/slide367.xml" ContentType="application/vnd.openxmlformats-officedocument.presentationml.slide+xml"/>
  <Override PartName="/ppt/slides/slide1055.xml" ContentType="application/vnd.openxmlformats-officedocument.presentationml.slide+xml"/>
  <Override PartName="/ppt/slides/slide1927.xml" ContentType="application/vnd.openxmlformats-officedocument.presentationml.slide+xml"/>
  <Override PartName="/ppt/slides/slide1318.xml" ContentType="application/vnd.openxmlformats-officedocument.presentationml.slide+xml"/>
  <Override PartName="/ppt/slides/slide1319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1338.xml" ContentType="application/vnd.openxmlformats-officedocument.presentationml.slide+xml"/>
  <Override PartName="/ppt/slides/slide790.xml" ContentType="application/vnd.openxmlformats-officedocument.presentationml.slide+xml"/>
  <Override PartName="/ppt/slides/slide1325.xml" ContentType="application/vnd.openxmlformats-officedocument.presentationml.slide+xml"/>
  <Override PartName="/ppt/slides/slide338.xml" ContentType="application/vnd.openxmlformats-officedocument.presentationml.slide+xml"/>
  <Override PartName="/ppt/slides/slide1666.xml" ContentType="application/vnd.openxmlformats-officedocument.presentationml.slide+xml"/>
  <Override PartName="/ppt/slides/slide626.xml" ContentType="application/vnd.openxmlformats-officedocument.presentationml.slide+xml"/>
  <Override PartName="/ppt/slides/slide1463.xml" ContentType="application/vnd.openxmlformats-officedocument.presentationml.slide+xml"/>
  <Override PartName="/ppt/slides/slide373.xml" ContentType="application/vnd.openxmlformats-officedocument.presentationml.slide+xml"/>
  <Override PartName="/ppt/slides/slide1343.xml" ContentType="application/vnd.openxmlformats-officedocument.presentationml.slide+xml"/>
  <Override PartName="/ppt/slides/slide1327.xml" ContentType="application/vnd.openxmlformats-officedocument.presentationml.slide+xml"/>
  <Override PartName="/ppt/slides/slide628.xml" ContentType="application/vnd.openxmlformats-officedocument.presentationml.slide+xml"/>
  <Override PartName="/ppt/slides/slide645.xml" ContentType="application/vnd.openxmlformats-officedocument.presentationml.slide+xml"/>
  <Override PartName="/ppt/slides/slide757.xml" ContentType="application/vnd.openxmlformats-officedocument.presentationml.slide+xml"/>
  <Override PartName="/ppt/slides/slide629.xml" ContentType="application/vnd.openxmlformats-officedocument.presentationml.slide+xml"/>
  <Override PartName="/ppt/slides/slide1329.xml" ContentType="application/vnd.openxmlformats-officedocument.presentationml.slide+xml"/>
  <Override PartName="/ppt/slides/slide648.xml" ContentType="application/vnd.openxmlformats-officedocument.presentationml.slide+xml"/>
  <Override PartName="/ppt/slides/slide1347.xml" ContentType="application/vnd.openxmlformats-officedocument.presentationml.slide+xml"/>
  <Override PartName="/ppt/slides/slide649.xml" ContentType="application/vnd.openxmlformats-officedocument.presentationml.slide+xml"/>
  <Override PartName="/ppt/slides/slide905.xml" ContentType="application/vnd.openxmlformats-officedocument.presentationml.slide+xml"/>
  <Override PartName="/ppt/slides/slide1702.xml" ContentType="application/vnd.openxmlformats-officedocument.presentationml.slide+xml"/>
  <Override PartName="/ppt/slides/slide1501.xml" ContentType="application/vnd.openxmlformats-officedocument.presentationml.slide+xml"/>
  <Override PartName="/ppt/slides/slide167.xml" ContentType="application/vnd.openxmlformats-officedocument.presentationml.slide+xml"/>
  <Override PartName="/ppt/slides/slide866.xml" ContentType="application/vnd.openxmlformats-officedocument.presentationml.slide+xml"/>
  <Override PartName="/ppt/slides/slide1549.xml" ContentType="application/vnd.openxmlformats-officedocument.presentationml.slide+xml"/>
  <Override PartName="/ppt/slides/slide1400.xml" ContentType="application/vnd.openxmlformats-officedocument.presentationml.slide+xml"/>
  <Override PartName="/ppt/slides/_rels/slide1055.xml.rels" ContentType="application/vnd.openxmlformats-package.relationships+xml"/>
  <Override PartName="/ppt/slides/_rels/slide1540.xml.rels" ContentType="application/vnd.openxmlformats-package.relationships+xml"/>
  <Override PartName="/ppt/slides/_rels/slide649.xml.rels" ContentType="application/vnd.openxmlformats-package.relationships+xml"/>
  <Override PartName="/ppt/slides/_rels/slide12.xml.rels" ContentType="application/vnd.openxmlformats-package.relationships+xml"/>
  <Override PartName="/ppt/slides/_rels/slide706.xml.rels" ContentType="application/vnd.openxmlformats-package.relationships+xml"/>
  <Override PartName="/ppt/slides/_rels/slide194.xml.rels" ContentType="application/vnd.openxmlformats-package.relationships+xml"/>
  <Override PartName="/ppt/slides/_rels/slide594.xml.rels" ContentType="application/vnd.openxmlformats-package.relationships+xml"/>
  <Override PartName="/ppt/slides/_rels/slide1753.xml.rels" ContentType="application/vnd.openxmlformats-package.relationships+xml"/>
  <Override PartName="/ppt/slides/_rels/slide1066.xml.rels" ContentType="application/vnd.openxmlformats-package.relationships+xml"/>
  <Override PartName="/ppt/slides/_rels/slide1551.xml.rels" ContentType="application/vnd.openxmlformats-package.relationships+xml"/>
  <Override PartName="/ppt/slides/_rels/slide1906.xml.rels" ContentType="application/vnd.openxmlformats-package.relationships+xml"/>
  <Override PartName="/ppt/slides/_rels/slide641.xml.rels" ContentType="application/vnd.openxmlformats-package.relationships+xml"/>
  <Override PartName="/ppt/slides/_rels/slide593.xml.rels" ContentType="application/vnd.openxmlformats-package.relationships+xml"/>
  <Override PartName="/ppt/slides/_rels/slide122.xml.rels" ContentType="application/vnd.openxmlformats-package.relationships+xml"/>
  <Override PartName="/ppt/slides/_rels/slide1857.xml.rels" ContentType="application/vnd.openxmlformats-package.relationships+xml"/>
  <Override PartName="/ppt/slides/_rels/slide1158.xml.rels" ContentType="application/vnd.openxmlformats-package.relationships+xml"/>
  <Override PartName="/ppt/slides/_rels/slide1764.xml.rels" ContentType="application/vnd.openxmlformats-package.relationships+xml"/>
  <Override PartName="/ppt/slides/_rels/slide707.xml.rels" ContentType="application/vnd.openxmlformats-package.relationships+xml"/>
  <Override PartName="/ppt/slides/_rels/slide195.xml.rels" ContentType="application/vnd.openxmlformats-package.relationships+xml"/>
  <Override PartName="/ppt/slides/_rels/slide1550.xml.rels" ContentType="application/vnd.openxmlformats-package.relationships+xml"/>
  <Override PartName="/ppt/slides/_rels/slide1755.xml.rels" ContentType="application/vnd.openxmlformats-package.relationships+xml"/>
  <Override PartName="/ppt/slides/_rels/slide1541.xml.rels" ContentType="application/vnd.openxmlformats-package.relationships+xml"/>
  <Override PartName="/ppt/slides/_rels/slide1910.xml.rels" ContentType="application/vnd.openxmlformats-package.relationships+xml"/>
  <Override PartName="/ppt/slides/_rels/slide1891.xml.rels" ContentType="application/vnd.openxmlformats-package.relationships+xml"/>
  <Override PartName="/ppt/slides/_rels/slide1192.xml.rels" ContentType="application/vnd.openxmlformats-package.relationships+xml"/>
  <Override PartName="/ppt/slides/_rels/slide135.xml.rels" ContentType="application/vnd.openxmlformats-package.relationships+xml"/>
  <Override PartName="/ppt/slides/_rels/slide1249.xml.rels" ContentType="application/vnd.openxmlformats-package.relationships+xml"/>
  <Override PartName="/ppt/slides/_rels/slide1520.xml.rels" ContentType="application/vnd.openxmlformats-package.relationships+xml"/>
  <Override PartName="/ppt/slides/_rels/slide1745.xml.rels" ContentType="application/vnd.openxmlformats-package.relationships+xml"/>
  <Override PartName="/ppt/slides/_rels/slide1046.xml.rels" ContentType="application/vnd.openxmlformats-package.relationships+xml"/>
  <Override PartName="/ppt/slides/_rels/slide1900.xml.rels" ContentType="application/vnd.openxmlformats-package.relationships+xml"/>
  <Override PartName="/ppt/slides/_rels/slide1259.xml.rels" ContentType="application/vnd.openxmlformats-package.relationships+xml"/>
  <Override PartName="/ppt/slides/_rels/slide1045.xml.rels" ContentType="application/vnd.openxmlformats-package.relationships+xml"/>
  <Override PartName="/ppt/slides/_rels/slide1530.xml.rels" ContentType="application/vnd.openxmlformats-package.relationships+xml"/>
  <Override PartName="/ppt/slides/_rels/slide1696.xml.rels" ContentType="application/vnd.openxmlformats-package.relationships+xml"/>
  <Override PartName="/ppt/slides/_rels/slide1957.xml.rels" ContentType="application/vnd.openxmlformats-package.relationships+xml"/>
  <Override PartName="/ppt/slides/_rels/slide1258.xml.rels" ContentType="application/vnd.openxmlformats-package.relationships+xml"/>
  <Override PartName="/ppt/slides/_rels/slide1743.xml.rels" ContentType="application/vnd.openxmlformats-package.relationships+xml"/>
  <Override PartName="/ppt/slides/_rels/slide1257.xml.rels" ContentType="application/vnd.openxmlformats-package.relationships+xml"/>
  <Override PartName="/ppt/slides/_rels/slide691.xml.rels" ContentType="application/vnd.openxmlformats-package.relationships+xml"/>
  <Override PartName="/ppt/slides/_rels/slide872.xml.rels" ContentType="application/vnd.openxmlformats-package.relationships+xml"/>
  <Override PartName="/ppt/slides/_rels/slide1170.xml.rels" ContentType="application/vnd.openxmlformats-package.relationships+xml"/>
  <Override PartName="/ppt/slides/_rels/slide812.xml.rels" ContentType="application/vnd.openxmlformats-package.relationships+xml"/>
  <Override PartName="/ppt/slides/_rels/slide279.xml.rels" ContentType="application/vnd.openxmlformats-package.relationships+xml"/>
  <Override PartName="/ppt/slides/_rels/slide1955.xml.rels" ContentType="application/vnd.openxmlformats-package.relationships+xml"/>
  <Override PartName="/ppt/slides/_rels/slide871.xml.rels" ContentType="application/vnd.openxmlformats-package.relationships+xml"/>
  <Override PartName="/ppt/slides/_rels/slide1954.xml.rels" ContentType="application/vnd.openxmlformats-package.relationships+xml"/>
  <Override PartName="/ppt/slides/_rels/slide1952.xml.rels" ContentType="application/vnd.openxmlformats-package.relationships+xml"/>
  <Override PartName="/ppt/slides/_rels/slide1245.xml.rels" ContentType="application/vnd.openxmlformats-package.relationships+xml"/>
  <Override PartName="/ppt/slides/_rels/slide1943.xml.rels" ContentType="application/vnd.openxmlformats-package.relationships+xml"/>
  <Override PartName="/ppt/slides/_rels/slide1244.xml.rels" ContentType="application/vnd.openxmlformats-package.relationships+xml"/>
  <Override PartName="/ppt/slides/_rels/slide1763.xml.rels" ContentType="application/vnd.openxmlformats-package.relationships+xml"/>
  <Override PartName="/ppt/slides/_rels/slide1518.xml.rels" ContentType="application/vnd.openxmlformats-package.relationships+xml"/>
  <Override PartName="/ppt/slides/_rels/slide1949.xml.rels" ContentType="application/vnd.openxmlformats-package.relationships+xml"/>
  <Override PartName="/ppt/slides/_rels/slide463.xml.rels" ContentType="application/vnd.openxmlformats-package.relationships+xml"/>
  <Override PartName="/ppt/slides/_rels/slide1727.xml.rels" ContentType="application/vnd.openxmlformats-package.relationships+xml"/>
  <Override PartName="/ppt/slides/_rels/slide462.xml.rels" ContentType="application/vnd.openxmlformats-package.relationships+xml"/>
  <Override PartName="/ppt/slides/_rels/slide1508.xml.rels" ContentType="application/vnd.openxmlformats-package.relationships+xml"/>
  <Override PartName="/ppt/slides/_rels/slide1183.xml.rels" ContentType="application/vnd.openxmlformats-package.relationships+xml"/>
  <Override PartName="/ppt/slides/_rels/slide825.xml.rels" ContentType="application/vnd.openxmlformats-package.relationships+xml"/>
  <Override PartName="/ppt/slides/_rels/slide1929.xml.rels" ContentType="application/vnd.openxmlformats-package.relationships+xml"/>
  <Override PartName="/ppt/slides/_rels/slide1872.xml.rels" ContentType="application/vnd.openxmlformats-package.relationships+xml"/>
  <Override PartName="/ppt/slides/_rels/slide1173.xml.rels" ContentType="application/vnd.openxmlformats-package.relationships+xml"/>
  <Override PartName="/ppt/slides/_rels/slide815.xml.rels" ContentType="application/vnd.openxmlformats-package.relationships+xml"/>
  <Override PartName="/ppt/slides/_rels/slide1451.xml.rels" ContentType="application/vnd.openxmlformats-package.relationships+xml"/>
  <Override PartName="/ppt/slides/_rels/slide89.xml.rels" ContentType="application/vnd.openxmlformats-package.relationships+xml"/>
  <Override PartName="/ppt/slides/_rels/slide1926.xml.rels" ContentType="application/vnd.openxmlformats-package.relationships+xml"/>
  <Override PartName="/ppt/slides/_rels/slide1227.xml.rels" ContentType="application/vnd.openxmlformats-package.relationships+xml"/>
  <Override PartName="/ppt/slides/_rels/slide842.xml.rels" ContentType="application/vnd.openxmlformats-package.relationships+xml"/>
  <Override PartName="/ppt/slides/_rels/slide249.xml.rels" ContentType="application/vnd.openxmlformats-package.relationships+xml"/>
  <Override PartName="/ppt/slides/_rels/slide1016.xml.rels" ContentType="application/vnd.openxmlformats-package.relationships+xml"/>
  <Override PartName="/ppt/slides/_rels/slide1450.xml.rels" ContentType="application/vnd.openxmlformats-package.relationships+xml"/>
  <Override PartName="/ppt/slides/_rels/slide559.xml.rels" ContentType="application/vnd.openxmlformats-package.relationships+xml"/>
  <Override PartName="/ppt/slides/_rels/slide1925.xml.rels" ContentType="application/vnd.openxmlformats-package.relationships+xml"/>
  <Override PartName="/ppt/slides/_rels/slide841.xml.rels" ContentType="application/vnd.openxmlformats-package.relationships+xml"/>
  <Override PartName="/ppt/slides/_rels/slide1719.xml.rels" ContentType="application/vnd.openxmlformats-package.relationships+xml"/>
  <Override PartName="/ppt/slides/_rels/slide792.xml.rels" ContentType="application/vnd.openxmlformats-package.relationships+xml"/>
  <Override PartName="/ppt/slides/_rels/slide1923.xml.rels" ContentType="application/vnd.openxmlformats-package.relationships+xml"/>
  <Override PartName="/ppt/slides/_rels/slide818.xml.rels" ContentType="application/vnd.openxmlformats-package.relationships+xml"/>
  <Override PartName="/ppt/slides/_rels/slide1712.xml.rels" ContentType="application/vnd.openxmlformats-package.relationships+xml"/>
  <Override PartName="/ppt/slides/_rels/slide501.xml.rels" ContentType="application/vnd.openxmlformats-package.relationships+xml"/>
  <Override PartName="/ppt/slides/_rels/slide1179.xml.rels" ContentType="application/vnd.openxmlformats-package.relationships+xml"/>
  <Override PartName="/ppt/slides/_rels/slide1013.xml.rels" ContentType="application/vnd.openxmlformats-package.relationships+xml"/>
  <Override PartName="/ppt/slides/_rels/slide676.xml.rels" ContentType="application/vnd.openxmlformats-package.relationships+xml"/>
  <Override PartName="/ppt/slides/_rels/slide1718.xml.rels" ContentType="application/vnd.openxmlformats-package.relationships+xml"/>
  <Override PartName="/ppt/slides/_rels/slide453.xml.rels" ContentType="application/vnd.openxmlformats-package.relationships+xml"/>
  <Override PartName="/ppt/slides/_rels/slide398.xml.rels" ContentType="application/vnd.openxmlformats-package.relationships+xml"/>
  <Override PartName="/ppt/slides/_rels/slide232.xml.rels" ContentType="application/vnd.openxmlformats-package.relationships+xml"/>
  <Override PartName="/ppt/slides/_rels/slide1175.xml.rels" ContentType="application/vnd.openxmlformats-package.relationships+xml"/>
  <Override PartName="/ppt/slides/_rels/slide1859.xml.rels" ContentType="application/vnd.openxmlformats-package.relationships+xml"/>
  <Override PartName="/ppt/slides/_rels/slide930.xml.rels" ContentType="application/vnd.openxmlformats-package.relationships+xml"/>
  <Override PartName="/ppt/slides/_rels/slide231.xml.rels" ContentType="application/vnd.openxmlformats-package.relationships+xml"/>
  <Override PartName="/ppt/slides/_rels/slide1174.xml.rels" ContentType="application/vnd.openxmlformats-package.relationships+xml"/>
  <Override PartName="/ppt/slides/_rels/slide816.xml.rels" ContentType="application/vnd.openxmlformats-package.relationships+xml"/>
  <Override PartName="/ppt/slides/_rels/slide805.xml.rels" ContentType="application/vnd.openxmlformats-package.relationships+xml"/>
  <Override PartName="/ppt/slides/_rels/slide1916.xml.rels" ContentType="application/vnd.openxmlformats-package.relationships+xml"/>
  <Override PartName="/ppt/slides/_rels/slide1953.xml.rels" ContentType="application/vnd.openxmlformats-package.relationships+xml"/>
  <Override PartName="/ppt/slides/_rels/slide651.xml.rels" ContentType="application/vnd.openxmlformats-package.relationships+xml"/>
  <Override PartName="/ppt/slides/_rels/slide935.xml.rels" ContentType="application/vnd.openxmlformats-package.relationships+xml"/>
  <Override PartName="/ppt/slides/_rels/slide1705.xml.rels" ContentType="application/vnd.openxmlformats-package.relationships+xml"/>
  <Override PartName="/ppt/slides/_rels/slide1006.xml.rels" ContentType="application/vnd.openxmlformats-package.relationships+xml"/>
  <Override PartName="/ppt/slides/_rels/slide669.xml.rels" ContentType="application/vnd.openxmlformats-package.relationships+xml"/>
  <Override PartName="/ppt/slides/_rels/slide1440.xml.rels" ContentType="application/vnd.openxmlformats-package.relationships+xml"/>
  <Override PartName="/ppt/slides/_rels/slide549.xml.rels" ContentType="application/vnd.openxmlformats-package.relationships+xml"/>
  <Override PartName="/ppt/slides/_rels/slide1915.xml.rels" ContentType="application/vnd.openxmlformats-package.relationships+xml"/>
  <Override PartName="/ppt/slides/_rels/slide298.xml.rels" ContentType="application/vnd.openxmlformats-package.relationships+xml"/>
  <Override PartName="/ppt/slides/_rels/slide934.xml.rels" ContentType="application/vnd.openxmlformats-package.relationships+xml"/>
  <Override PartName="/ppt/slides/_rels/slide782.xml.rels" ContentType="application/vnd.openxmlformats-package.relationships+xml"/>
  <Override PartName="/ppt/slides/_rels/slide1913.xml.rels" ContentType="application/vnd.openxmlformats-package.relationships+xml"/>
  <Override PartName="/ppt/slides/_rels/slide1865.xml.rels" ContentType="application/vnd.openxmlformats-package.relationships+xml"/>
  <Override PartName="/ppt/slides/_rels/slide1166.xml.rels" ContentType="application/vnd.openxmlformats-package.relationships+xml"/>
  <Override PartName="/ppt/slides/_rels/slide1169.xml.rels" ContentType="application/vnd.openxmlformats-package.relationships+xml"/>
  <Override PartName="/ppt/slides/_rels/slide1003.xml.rels" ContentType="application/vnd.openxmlformats-package.relationships+xml"/>
  <Override PartName="/ppt/slides/_rels/slide666.xml.rels" ContentType="application/vnd.openxmlformats-package.relationships+xml"/>
  <Override PartName="/ppt/slides/_rels/slide781.xml.rels" ContentType="application/vnd.openxmlformats-package.relationships+xml"/>
  <Override PartName="/ppt/slides/_rels/slide1736.xml.rels" ContentType="application/vnd.openxmlformats-package.relationships+xml"/>
  <Override PartName="/ppt/slides/_rels/slide1471.xml.rels" ContentType="application/vnd.openxmlformats-package.relationships+xml"/>
  <Override PartName="/ppt/slides/_rels/slide1248.xml.rels" ContentType="application/vnd.openxmlformats-package.relationships+xml"/>
  <Override PartName="/ppt/slides/_rels/slide682.xml.rels" ContentType="application/vnd.openxmlformats-package.relationships+xml"/>
  <Override PartName="/ppt/slides/_rels/slide1890.xml.rels" ContentType="application/vnd.openxmlformats-package.relationships+xml"/>
  <Override PartName="/ppt/slides/_rels/slide833.xml.rels" ContentType="application/vnd.openxmlformats-package.relationships+xml"/>
  <Override PartName="/ppt/slides/_rels/slide1733.xml.rels" ContentType="application/vnd.openxmlformats-package.relationships+xml"/>
  <Override PartName="/ppt/slides/_rels/slide921.xml.rels" ContentType="application/vnd.openxmlformats-package.relationships+xml"/>
  <Override PartName="/ppt/slides/_rels/slide1864.xml.rels" ContentType="application/vnd.openxmlformats-package.relationships+xml"/>
  <Override PartName="/ppt/slides/_rels/slide1165.xml.rels" ContentType="application/vnd.openxmlformats-package.relationships+xml"/>
  <Override PartName="/ppt/slides/_rels/slide807.xml.rels" ContentType="application/vnd.openxmlformats-package.relationships+xml"/>
  <Override PartName="/ppt/slides/_rels/slide1707.xml.rels" ContentType="application/vnd.openxmlformats-package.relationships+xml"/>
  <Override PartName="/ppt/slides/_rels/slide1735.xml.rels" ContentType="application/vnd.openxmlformats-package.relationships+xml"/>
  <Override PartName="/ppt/slides/_rels/slide1470.xml.rels" ContentType="application/vnd.openxmlformats-package.relationships+xml"/>
  <Override PartName="/ppt/slides/_rels/slide579.xml.rels" ContentType="application/vnd.openxmlformats-package.relationships+xml"/>
  <Override PartName="/ppt/slides/_rels/slide1946.xml.rels" ContentType="application/vnd.openxmlformats-package.relationships+xml"/>
  <Override PartName="/ppt/slides/_rels/slide1247.xml.rels" ContentType="application/vnd.openxmlformats-package.relationships+xml"/>
  <Override PartName="/ppt/slides/_rels/slide103.xml.rels" ContentType="application/vnd.openxmlformats-package.relationships+xml"/>
  <Override PartName="/ppt/slides/_rels/slide269.xml.rels" ContentType="application/vnd.openxmlformats-package.relationships+xml"/>
  <Override PartName="/ppt/slides/_rels/slide1911.xml.rels" ContentType="application/vnd.openxmlformats-package.relationships+xml"/>
  <Override PartName="/ppt/slides/_rels/slide387.xml.rels" ContentType="application/vnd.openxmlformats-package.relationships+xml"/>
  <Override PartName="/ppt/slides/_rels/slide920.xml.rels" ContentType="application/vnd.openxmlformats-package.relationships+xml"/>
  <Override PartName="/ppt/slides/_rels/slide1863.xml.rels" ContentType="application/vnd.openxmlformats-package.relationships+xml"/>
  <Override PartName="/ppt/slides/_rels/slide806.xml.rels" ContentType="application/vnd.openxmlformats-package.relationships+xml"/>
  <Override PartName="/ppt/slides/_rels/slide1706.xml.rels" ContentType="application/vnd.openxmlformats-package.relationships+xml"/>
  <Override PartName="/ppt/slides/_rels/slide1007.xml.rels" ContentType="application/vnd.openxmlformats-package.relationships+xml"/>
  <Override PartName="/ppt/slides/_rels/slide1734.xml.rels" ContentType="application/vnd.openxmlformats-package.relationships+xml"/>
  <Override PartName="/ppt/slides/_rels/slide1945.xml.rels" ContentType="application/vnd.openxmlformats-package.relationships+xml"/>
  <Override PartName="/ppt/slides/_rels/slide861.xml.rels" ContentType="application/vnd.openxmlformats-package.relationships+xml"/>
  <Override PartName="/ppt/slides/_rels/slide1909.xml.rels" ContentType="application/vnd.openxmlformats-package.relationships+xml"/>
  <Override PartName="/ppt/slides/_rels/slide1852.xml.rels" ContentType="application/vnd.openxmlformats-package.relationships+xml"/>
  <Override PartName="/ppt/slides/_rels/slide1742.xml.rels" ContentType="application/vnd.openxmlformats-package.relationships+xml"/>
  <Override PartName="/ppt/slides/_rels/slide1153.xml.rels" ContentType="application/vnd.openxmlformats-package.relationships+xml"/>
  <Override PartName="/ppt/slides/_rels/slide1904.xml.rels" ContentType="application/vnd.openxmlformats-package.relationships+xml"/>
  <Override PartName="/ppt/slides/_rels/slide591.xml.rels" ContentType="application/vnd.openxmlformats-package.relationships+xml"/>
  <Override PartName="/ppt/slides/_rels/slide1070.xml.rels" ContentType="application/vnd.openxmlformats-package.relationships+xml"/>
  <Override PartName="/ppt/slides/_rels/slide1215.xml.rels" ContentType="application/vnd.openxmlformats-package.relationships+xml"/>
  <Override PartName="/ppt/slides/_rels/slide179.xml.rels" ContentType="application/vnd.openxmlformats-package.relationships+xml"/>
  <Override PartName="/ppt/slides/_rels/slide712.xml.rels" ContentType="application/vnd.openxmlformats-package.relationships+xml"/>
  <Override PartName="/ppt/slides/_rels/slide1903.xml.rels" ContentType="application/vnd.openxmlformats-package.relationships+xml"/>
  <Override PartName="/ppt/slides/_rels/slide1855.xml.rels" ContentType="application/vnd.openxmlformats-package.relationships+xml"/>
  <Override PartName="/ppt/slides/_rels/slide771.xml.rels" ContentType="application/vnd.openxmlformats-package.relationships+xml"/>
  <Override PartName="/ppt/slides/_rels/slide1726.xml.rels" ContentType="application/vnd.openxmlformats-package.relationships+xml"/>
  <Override PartName="/ppt/slides/_rels/slide461.xml.rels" ContentType="application/vnd.openxmlformats-package.relationships+xml"/>
  <Override PartName="/ppt/slides/_rels/slide99.xml.rels" ContentType="application/vnd.openxmlformats-package.relationships+xml"/>
  <Override PartName="/ppt/slides/_rels/slide1875.xml.rels" ContentType="application/vnd.openxmlformats-package.relationships+xml"/>
  <Override PartName="/ppt/slides/_rels/slide1854.xml.rels" ContentType="application/vnd.openxmlformats-package.relationships+xml"/>
  <Override PartName="/ppt/slides/_rels/slide1725.xml.rels" ContentType="application/vnd.openxmlformats-package.relationships+xml"/>
  <Override PartName="/ppt/slides/_rels/slide1460.xml.rels" ContentType="application/vnd.openxmlformats-package.relationships+xml"/>
  <Override PartName="/ppt/slides/_rels/slide569.xml.rels" ContentType="application/vnd.openxmlformats-package.relationships+xml"/>
  <Override PartName="/ppt/slides/_rels/slide98.xml.rels" ContentType="application/vnd.openxmlformats-package.relationships+xml"/>
  <Override PartName="/ppt/slides/_rels/slide1936.xml.rels" ContentType="application/vnd.openxmlformats-package.relationships+xml"/>
  <Override PartName="/ppt/slides/_rels/slide1237.xml.rels" ContentType="application/vnd.openxmlformats-package.relationships+xml"/>
  <Override PartName="/ppt/slides/_rels/slide1722.xml.rels" ContentType="application/vnd.openxmlformats-package.relationships+xml"/>
  <Override PartName="/ppt/slides/_rels/slide511.xml.rels" ContentType="application/vnd.openxmlformats-package.relationships+xml"/>
  <Override PartName="/ppt/slides/_rels/slide852.xml.rels" ContentType="application/vnd.openxmlformats-package.relationships+xml"/>
  <Override PartName="/ppt/slides/_rels/slide1150.xml.rels" ContentType="application/vnd.openxmlformats-package.relationships+xml"/>
  <Override PartName="/ppt/slides/_rels/slide259.xml.rels" ContentType="application/vnd.openxmlformats-package.relationships+xml"/>
  <Override PartName="/ppt/slides/_rels/slide1901.xml.rels" ContentType="application/vnd.openxmlformats-package.relationships+xml"/>
  <Override PartName="/ppt/slides/_rels/slide1154.xml.rels" ContentType="application/vnd.openxmlformats-package.relationships+xml"/>
  <Override PartName="/ppt/slides/_rels/slide1935.xml.rels" ContentType="application/vnd.openxmlformats-package.relationships+xml"/>
  <Override PartName="/ppt/slides/_rels/slide851.xml.rels" ContentType="application/vnd.openxmlformats-package.relationships+xml"/>
  <Override PartName="/ppt/slides/_rels/slide1881.xml.rels" ContentType="application/vnd.openxmlformats-package.relationships+xml"/>
  <Override PartName="/ppt/slides/_rels/slide824.xml.rels" ContentType="application/vnd.openxmlformats-package.relationships+xml"/>
  <Override PartName="/ppt/slides/_rels/slide1938.xml.rels" ContentType="application/vnd.openxmlformats-package.relationships+xml"/>
  <Override PartName="/ppt/slides/_rels/slide1010.xml.rels" ContentType="application/vnd.openxmlformats-package.relationships+xml"/>
  <Override PartName="/ppt/slides/_rels/slide1880.xml.rels" ContentType="application/vnd.openxmlformats-package.relationships+xml"/>
  <Override PartName="/ppt/slides/_rels/slide124.xml.rels" ContentType="application/vnd.openxmlformats-package.relationships+xml"/>
  <Override PartName="/ppt/slides/_rels/slide1458.xml.rels" ContentType="application/vnd.openxmlformats-package.relationships+xml"/>
  <Override PartName="/ppt/slides/_rels/slide672.xml.rels" ContentType="application/vnd.openxmlformats-package.relationships+xml"/>
  <Override PartName="/ppt/slides/_rels/slide1889.xml.rels" ContentType="application/vnd.openxmlformats-package.relationships+xml"/>
  <Override PartName="/ppt/slides/_rels/slide512.xml.rels" ContentType="application/vnd.openxmlformats-package.relationships+xml"/>
  <Override PartName="/ppt/slides/_rels/slide1000.xml.rels" ContentType="application/vnd.openxmlformats-package.relationships+xml"/>
  <Override PartName="/ppt/slides/_rels/slide1714.xml.rels" ContentType="application/vnd.openxmlformats-package.relationships+xml"/>
  <Override PartName="/ppt/slides/_rels/slide678.xml.rels" ContentType="application/vnd.openxmlformats-package.relationships+xml"/>
  <Override PartName="/ppt/slides/_rels/slide1877.xml.rels" ContentType="application/vnd.openxmlformats-package.relationships+xml"/>
  <Override PartName="/ppt/slides/_rels/slide500.xml.rels" ContentType="application/vnd.openxmlformats-package.relationships+xml"/>
  <Override PartName="/ppt/slides/_rels/slide1711.xml.rels" ContentType="application/vnd.openxmlformats-package.relationships+xml"/>
  <Override PartName="/ppt/slides/_rels/slide1448.xml.rels" ContentType="application/vnd.openxmlformats-package.relationships+xml"/>
  <Override PartName="/ppt/slides/_rels/slide1927.xml.rels" ContentType="application/vnd.openxmlformats-package.relationships+xml"/>
  <Override PartName="/ppt/slides/_rels/slide1228.xml.rels" ContentType="application/vnd.openxmlformats-package.relationships+xml"/>
  <Override PartName="/ppt/slides/_rels/slide662.xml.rels" ContentType="application/vnd.openxmlformats-package.relationships+xml"/>
  <Override PartName="/ppt/slides/_rels/slide1879.xml.rels" ContentType="application/vnd.openxmlformats-package.relationships+xml"/>
  <Override PartName="/ppt/slides/_rels/slide502.xml.rels" ContentType="application/vnd.openxmlformats-package.relationships+xml"/>
  <Override PartName="/ppt/slides/_rels/slide1439.xml.rels" ContentType="application/vnd.openxmlformats-package.relationships+xml"/>
  <Override PartName="/ppt/slides/_rels/slide1704.xml.rels" ContentType="application/vnd.openxmlformats-package.relationships+xml"/>
  <Override PartName="/ppt/slides/_rels/slide1528.xml.rels" ContentType="application/vnd.openxmlformats-package.relationships+xml"/>
  <Override PartName="/ppt/slides/_rels/slide1701.xml.rels" ContentType="application/vnd.openxmlformats-package.relationships+xml"/>
  <Override PartName="/ppt/slides/_rels/slide1438.xml.rels" ContentType="application/vnd.openxmlformats-package.relationships+xml"/>
  <Override PartName="/ppt/slides/_rels/slide1917.xml.rels" ContentType="application/vnd.openxmlformats-package.relationships+xml"/>
  <Override PartName="/ppt/slides/_rels/slide1218.xml.rels" ContentType="application/vnd.openxmlformats-package.relationships+xml"/>
  <Override PartName="/ppt/slides/_rels/slide1869.xml.rels" ContentType="application/vnd.openxmlformats-package.relationships+xml"/>
  <Override PartName="/ppt/slides/_rels/slide667.xml.rels" ContentType="application/vnd.openxmlformats-package.relationships+xml"/>
  <Override PartName="/ppt/slides/_rels/slide1908.xml.rels" ContentType="application/vnd.openxmlformats-package.relationships+xml"/>
  <Override PartName="/ppt/slides/_rels/slide643.xml.rels" ContentType="application/vnd.openxmlformats-package.relationships+xml"/>
  <Override PartName="/ppt/slides/_rels/slide1907.xml.rels" ContentType="application/vnd.openxmlformats-package.relationships+xml"/>
  <Override PartName="/ppt/slides/_rels/slide583.xml.rels" ContentType="application/vnd.openxmlformats-package.relationships+xml"/>
  <Override PartName="/ppt/slides/_rels/slide582.xml.rels" ContentType="application/vnd.openxmlformats-package.relationships+xml"/>
  <Override PartName="/ppt/slides/_rels/slide1633.xml.rels" ContentType="application/vnd.openxmlformats-package.relationships+xml"/>
  <Override PartName="/ppt/slides/_rels/slide371.xml.rels" ContentType="application/vnd.openxmlformats-package.relationships+xml"/>
  <Override PartName="/ppt/slides/_rels/slide528.xml.rels" ContentType="application/vnd.openxmlformats-package.relationships+xml"/>
  <Override PartName="/ppt/slides/_rels/slide1846.xml.rels" ContentType="application/vnd.openxmlformats-package.relationships+xml"/>
  <Override PartName="/ppt/slides/_rels/slide1147.xml.rels" ContentType="application/vnd.openxmlformats-package.relationships+xml"/>
  <Override PartName="/ppt/slides/_rels/slide581.xml.rels" ContentType="application/vnd.openxmlformats-package.relationships+xml"/>
  <Override PartName="/ppt/slides/_rels/slide1060.xml.rels" ContentType="application/vnd.openxmlformats-package.relationships+xml"/>
  <Override PartName="/ppt/slides/_rels/slide868.xml.rels" ContentType="application/vnd.openxmlformats-package.relationships+xml"/>
  <Override PartName="/ppt/slides/_rels/slide1205.xml.rels" ContentType="application/vnd.openxmlformats-package.relationships+xml"/>
  <Override PartName="/ppt/slides/_rels/slide702.xml.rels" ContentType="application/vnd.openxmlformats-package.relationships+xml"/>
  <Override PartName="/ppt/slides/_rels/slide1099.xml.rels" ContentType="application/vnd.openxmlformats-package.relationships+xml"/>
  <Override PartName="/ppt/slides/_rels/slide1146.xml.rels" ContentType="application/vnd.openxmlformats-package.relationships+xml"/>
  <Override PartName="/ppt/slides/_rels/slide1583.xml.rels" ContentType="application/vnd.openxmlformats-package.relationships+xml"/>
  <Override PartName="/ppt/slides/_rels/slide55.xml.rels" ContentType="application/vnd.openxmlformats-package.relationships+xml"/>
  <Override PartName="/ppt/slides/_rels/slide1844.xml.rels" ContentType="application/vnd.openxmlformats-package.relationships+xml"/>
  <Override PartName="/ppt/slides/_rels/slide1145.xml.rels" ContentType="application/vnd.openxmlformats-package.relationships+xml"/>
  <Override PartName="/ppt/slides/_rels/slide173.xml.rels" ContentType="application/vnd.openxmlformats-package.relationships+xml"/>
  <Override PartName="/ppt/slides/_rels/slide35.xml.rels" ContentType="application/vnd.openxmlformats-package.relationships+xml"/>
  <Override PartName="/ppt/slides/_rels/slide1023.xml.rels" ContentType="application/vnd.openxmlformats-package.relationships+xml"/>
  <Override PartName="/ppt/slides/_rels/slide1582.xml.rels" ContentType="application/vnd.openxmlformats-package.relationships+xml"/>
  <Override PartName="/ppt/slides/_rels/slide54.xml.rels" ContentType="application/vnd.openxmlformats-package.relationships+xml"/>
  <Override PartName="/ppt/slides/_rels/slide1581.xml.rels" ContentType="application/vnd.openxmlformats-package.relationships+xml"/>
  <Override PartName="/ppt/slides/_rels/slide1419.xml.rels" ContentType="application/vnd.openxmlformats-package.relationships+xml"/>
  <Override PartName="/ppt/slides/_rels/slide440.xml.rels" ContentType="application/vnd.openxmlformats-package.relationships+xml"/>
  <Override PartName="/ppt/slides/_rels/slide573.xml.rels" ContentType="application/vnd.openxmlformats-package.relationships+xml"/>
  <Override PartName="/ppt/slides/_rels/slide1781.xml.rels" ContentType="application/vnd.openxmlformats-package.relationships+xml"/>
  <Override PartName="/ppt/slides/_rels/slide260.xml.rels" ContentType="application/vnd.openxmlformats-package.relationships+xml"/>
  <Override PartName="/ppt/slides/_rels/slide1837.xml.rels" ContentType="application/vnd.openxmlformats-package.relationships+xml"/>
  <Override PartName="/ppt/slides/_rels/slide572.xml.rels" ContentType="application/vnd.openxmlformats-package.relationships+xml"/>
  <Override PartName="/ppt/slides/_rels/slide1050.xml.rels" ContentType="application/vnd.openxmlformats-package.relationships+xml"/>
  <Override PartName="/ppt/slides/_rels/slide1391.xml.rels" ContentType="application/vnd.openxmlformats-package.relationships+xml"/>
  <Override PartName="/ppt/slides/_rels/slide858.xml.rels" ContentType="application/vnd.openxmlformats-package.relationships+xml"/>
  <Override PartName="/ppt/slides/_rels/slide1089.xml.rels" ContentType="application/vnd.openxmlformats-package.relationships+xml"/>
  <Override PartName="/ppt/slides/_rels/slide751.xml.rels" ContentType="application/vnd.openxmlformats-package.relationships+xml"/>
  <Override PartName="/ppt/slides/_rels/slide1833.xml.rels" ContentType="application/vnd.openxmlformats-package.relationships+xml"/>
  <Override PartName="/ppt/slides/_rels/slide356.xml.rels" ContentType="application/vnd.openxmlformats-package.relationships+xml"/>
  <Override PartName="/ppt/slides/_rels/slide1832.xml.rels" ContentType="application/vnd.openxmlformats-package.relationships+xml"/>
  <Override PartName="/ppt/slides/_rels/slide1836.xml.rels" ContentType="application/vnd.openxmlformats-package.relationships+xml"/>
  <Override PartName="/ppt/slides/_rels/slide1829.xml.rels" ContentType="application/vnd.openxmlformats-package.relationships+xml"/>
  <Override PartName="/ppt/slides/_rels/slide765.xml.rels" ContentType="application/vnd.openxmlformats-package.relationships+xml"/>
  <Override PartName="/ppt/slides/_rels/slide1828.xml.rels" ContentType="application/vnd.openxmlformats-package.relationships+xml"/>
  <Override PartName="/ppt/slides/_rels/slide537.xml.rels" ContentType="application/vnd.openxmlformats-package.relationships+xml"/>
  <Override PartName="/ppt/slides/_rels/slide1129.xml.rels" ContentType="application/vnd.openxmlformats-package.relationships+xml"/>
  <Override PartName="/ppt/slides/_rels/slide1071.xml.rels" ContentType="application/vnd.openxmlformats-package.relationships+xml"/>
  <Override PartName="/ppt/slides/_rels/slide713.xml.rels" ContentType="application/vnd.openxmlformats-package.relationships+xml"/>
  <Override PartName="/ppt/slides/_rels/slide1127.xml.rels" ContentType="application/vnd.openxmlformats-package.relationships+xml"/>
  <Override PartName="/ppt/slides/_rels/slide1199.xml.rels" ContentType="application/vnd.openxmlformats-package.relationships+xml"/>
  <Override PartName="/ppt/slides/_rels/slide742.xml.rels" ContentType="application/vnd.openxmlformats-package.relationships+xml"/>
  <Override PartName="/ppt/slides/_rels/slide761.xml.rels" ContentType="application/vnd.openxmlformats-package.relationships+xml"/>
  <Override PartName="/ppt/slides/_rels/slide1040.xml.rels" ContentType="application/vnd.openxmlformats-package.relationships+xml"/>
  <Override PartName="/ppt/slides/_rels/slide1789.xml.rels" ContentType="application/vnd.openxmlformats-package.relationships+xml"/>
  <Override PartName="/ppt/slides/_rels/slide1825.xml.rels" ContentType="application/vnd.openxmlformats-package.relationships+xml"/>
  <Override PartName="/ppt/slides/_rels/slide998.xml.rels" ContentType="application/vnd.openxmlformats-package.relationships+xml"/>
  <Override PartName="/ppt/slides/_rels/slide1982.xml.rels" ContentType="application/vnd.openxmlformats-package.relationships+xml"/>
  <Override PartName="/ppt/slides/_rels/slide66.xml.rels" ContentType="application/vnd.openxmlformats-package.relationships+xml"/>
  <Override PartName="/ppt/slides/_rels/slide1283.xml.rels" ContentType="application/vnd.openxmlformats-package.relationships+xml"/>
  <Override PartName="/ppt/slides/_rels/slide529.xml.rels" ContentType="application/vnd.openxmlformats-package.relationships+xml"/>
  <Override PartName="/ppt/slides/_rels/slide925.xml.rels" ContentType="application/vnd.openxmlformats-package.relationships+xml"/>
  <Override PartName="/ppt/slides/_rels/slide1824.xml.rels" ContentType="application/vnd.openxmlformats-package.relationships+xml"/>
  <Override PartName="/ppt/slides/_rels/slide562.xml.rels" ContentType="application/vnd.openxmlformats-package.relationships+xml"/>
  <Override PartName="/ppt/slides/_rels/slide561.xml.rels" ContentType="application/vnd.openxmlformats-package.relationships+xml"/>
  <Override PartName="/ppt/slides/_rels/slide924.xml.rels" ContentType="application/vnd.openxmlformats-package.relationships+xml"/>
  <Override PartName="/ppt/slides/_rels/slide584.xml.rels" ContentType="application/vnd.openxmlformats-package.relationships+xml"/>
  <Override PartName="/ppt/slides/_rels/slide1823.xml.rels" ContentType="application/vnd.openxmlformats-package.relationships+xml"/>
  <Override PartName="/ppt/slides/_rels/slide1822.xml.rels" ContentType="application/vnd.openxmlformats-package.relationships+xml"/>
  <Override PartName="/ppt/slides/_rels/slide673.xml.rels" ContentType="application/vnd.openxmlformats-package.relationships+xml"/>
  <Override PartName="/ppt/slides/_rels/slide1613.xml.rels" ContentType="application/vnd.openxmlformats-package.relationships+xml"/>
  <Override PartName="/ppt/slides/_rels/slide1331.xml.rels" ContentType="application/vnd.openxmlformats-package.relationships+xml"/>
  <Override PartName="/ppt/slides/_rels/slide1289.xml.rels" ContentType="application/vnd.openxmlformats-package.relationships+xml"/>
  <Override PartName="/ppt/slides/_rels/slide338.xml.rels" ContentType="application/vnd.openxmlformats-package.relationships+xml"/>
  <Override PartName="/ppt/slides/_rels/slide705.xml.rels" ContentType="application/vnd.openxmlformats-package.relationships+xml"/>
  <Override PartName="/ppt/slides/_rels/slide133.xml.rels" ContentType="application/vnd.openxmlformats-package.relationships+xml"/>
  <Override PartName="/ppt/slides/_rels/slide1818.xml.rels" ContentType="application/vnd.openxmlformats-package.relationships+xml"/>
  <Override PartName="/ppt/slides/_rels/slide553.xml.rels" ContentType="application/vnd.openxmlformats-package.relationships+xml"/>
  <Override PartName="/ppt/slides/_rels/slide388.xml.rels" ContentType="application/vnd.openxmlformats-package.relationships+xml"/>
  <Override PartName="/ppt/slides/_rels/slide891.xml.rels" ContentType="application/vnd.openxmlformats-package.relationships+xml"/>
  <Override PartName="/ppt/slides/_rels/slide192.xml.rels" ContentType="application/vnd.openxmlformats-package.relationships+xml"/>
  <Override PartName="/ppt/slides/_rels/slide1817.xml.rels" ContentType="application/vnd.openxmlformats-package.relationships+xml"/>
  <Override PartName="/ppt/slides/_rels/slide869.xml.rels" ContentType="application/vnd.openxmlformats-package.relationships+xml"/>
  <Override PartName="/ppt/slides/_rels/slide1816.xml.rels" ContentType="application/vnd.openxmlformats-package.relationships+xml"/>
  <Override PartName="/ppt/slides/_rels/slide728.xml.rels" ContentType="application/vnd.openxmlformats-package.relationships+xml"/>
  <Override PartName="/ppt/slides/_rels/slide551.xml.rels" ContentType="application/vnd.openxmlformats-package.relationships+xml"/>
  <Override PartName="/ppt/slides/_rels/slide1038.xml.rels" ContentType="application/vnd.openxmlformats-package.relationships+xml"/>
  <Override PartName="/ppt/slides/_rels/slide196.xml.rels" ContentType="application/vnd.openxmlformats-package.relationships+xml"/>
  <Override PartName="/ppt/slides/_rels/slide835.xml.rels" ContentType="application/vnd.openxmlformats-package.relationships+xml"/>
  <Override PartName="/ppt/slides/_rels/slide301.xml.rels" ContentType="application/vnd.openxmlformats-package.relationships+xml"/>
  <Override PartName="/ppt/slides/_rels/slide543.xml.rels" ContentType="application/vnd.openxmlformats-package.relationships+xml"/>
  <Override PartName="/ppt/slides/_rels/slide1972.xml.rels" ContentType="application/vnd.openxmlformats-package.relationships+xml"/>
  <Override PartName="/ppt/slides/_rels/slide839.xml.rels" ContentType="application/vnd.openxmlformats-package.relationships+xml"/>
  <Override PartName="/ppt/slides/_rels/slide915.xml.rels" ContentType="application/vnd.openxmlformats-package.relationships+xml"/>
  <Override PartName="/ppt/slides/_rels/slide216.xml.rels" ContentType="application/vnd.openxmlformats-package.relationships+xml"/>
  <Override PartName="/ppt/slides/_rels/slide1850.xml.rels" ContentType="application/vnd.openxmlformats-package.relationships+xml"/>
  <Override PartName="/ppt/slides/_rels/slide1813.xml.rels" ContentType="application/vnd.openxmlformats-package.relationships+xml"/>
  <Override PartName="/ppt/slides/_rels/slide1548.xml.rels" ContentType="application/vnd.openxmlformats-package.relationships+xml"/>
  <Override PartName="/ppt/slides/_rels/slide1975.xml.rels" ContentType="application/vnd.openxmlformats-package.relationships+xml"/>
  <Override PartName="/ppt/slides/_rels/slide1138.xml.rels" ContentType="application/vnd.openxmlformats-package.relationships+xml"/>
  <Override PartName="/ppt/slides/_rels/slide773.xml.rels" ContentType="application/vnd.openxmlformats-package.relationships+xml"/>
  <Override PartName="/ppt/slides/_rels/slide1683.xml.rels" ContentType="application/vnd.openxmlformats-package.relationships+xml"/>
  <Override PartName="/ppt/slides/_rels/slide1345.xml.rels" ContentType="application/vnd.openxmlformats-package.relationships+xml"/>
  <Override PartName="/ppt/slides/_rels/slide870.xml.rels" ContentType="application/vnd.openxmlformats-package.relationships+xml"/>
  <Override PartName="/ppt/slides/_rels/slide1275.xml.rels" ContentType="application/vnd.openxmlformats-package.relationships+xml"/>
  <Override PartName="/ppt/slides/_rels/slide1752.xml.rels" ContentType="application/vnd.openxmlformats-package.relationships+xml"/>
  <Override PartName="/ppt/slides/_rels/slide1053.xml.rels" ContentType="application/vnd.openxmlformats-package.relationships+xml"/>
  <Override PartName="/ppt/slides/_rels/slide1180.xml.rels" ContentType="application/vnd.openxmlformats-package.relationships+xml"/>
  <Override PartName="/ppt/slides/_rels/slide289.xml.rels" ContentType="application/vnd.openxmlformats-package.relationships+xml"/>
  <Override PartName="/ppt/slides/_rels/slide1808.xml.rels" ContentType="application/vnd.openxmlformats-package.relationships+xml"/>
  <Override PartName="/ppt/slides/_rels/slide542.xml.rels" ContentType="application/vnd.openxmlformats-package.relationships+xml"/>
  <Override PartName="/ppt/slides/_rels/slide1383.xml.rels" ContentType="application/vnd.openxmlformats-package.relationships+xml"/>
  <Override PartName="/ppt/slides/_rels/slide71.xml.rels" ContentType="application/vnd.openxmlformats-package.relationships+xml"/>
  <Override PartName="/ppt/slides/_rels/slide848.xml.rels" ContentType="application/vnd.openxmlformats-package.relationships+xml"/>
  <Override PartName="/ppt/slides/_rels/slide1806.xml.rels" ContentType="application/vnd.openxmlformats-package.relationships+xml"/>
  <Override PartName="/ppt/slides/_rels/slide1805.xml.rels" ContentType="application/vnd.openxmlformats-package.relationships+xml"/>
  <Override PartName="/ppt/slides/_rels/slide615.xml.rels" ContentType="application/vnd.openxmlformats-package.relationships+xml"/>
  <Override PartName="/ppt/slides/_rels/slide1968.xml.rels" ContentType="application/vnd.openxmlformats-package.relationships+xml"/>
  <Override PartName="/ppt/slides/_rels/slide343.xml.rels" ContentType="application/vnd.openxmlformats-package.relationships+xml"/>
  <Override PartName="/ppt/slides/_rels/slide794.xml.rels" ContentType="application/vnd.openxmlformats-package.relationships+xml"/>
  <Override PartName="/ppt/slides/_rels/slide1110.xml.rels" ContentType="application/vnd.openxmlformats-package.relationships+xml"/>
  <Override PartName="/ppt/slides/_rels/slide674.xml.rels" ContentType="application/vnd.openxmlformats-package.relationships+xml"/>
  <Override PartName="/ppt/slides/_rels/slide790.xml.rels" ContentType="application/vnd.openxmlformats-package.relationships+xml"/>
  <Override PartName="/ppt/slides/_rels/slide785.xml.rels" ContentType="application/vnd.openxmlformats-package.relationships+xml"/>
  <Override PartName="/ppt/slides/_rels/slide1100.xml.rels" ContentType="application/vnd.openxmlformats-package.relationships+xml"/>
  <Override PartName="/ppt/slides/_rels/slide417.xml.rels" ContentType="application/vnd.openxmlformats-package.relationships+xml"/>
  <Override PartName="/ppt/slides/_rels/slide763.xml.rels" ContentType="application/vnd.openxmlformats-package.relationships+xml"/>
  <Override PartName="/ppt/slides/_rels/slide1801.xml.rels" ContentType="application/vnd.openxmlformats-package.relationships+xml"/>
  <Override PartName="/ppt/slides/_rels/slide995.xml.rels" ContentType="application/vnd.openxmlformats-package.relationships+xml"/>
  <Override PartName="/ppt/slides/_rels/slide1967.xml.rels" ContentType="application/vnd.openxmlformats-package.relationships+xml"/>
  <Override PartName="/ppt/slides/_rels/slide874.xml.rels" ContentType="application/vnd.openxmlformats-package.relationships+xml"/>
  <Override PartName="/ppt/slides/_rels/slide1964.xml.rels" ContentType="application/vnd.openxmlformats-package.relationships+xml"/>
  <Override PartName="/ppt/slides/_rels/slide1265.xml.rels" ContentType="application/vnd.openxmlformats-package.relationships+xml"/>
  <Override PartName="/ppt/slides/_rels/slide1800.xml.rels" ContentType="application/vnd.openxmlformats-package.relationships+xml"/>
  <Override PartName="/ppt/slides/_rels/slide1631.xml.rels" ContentType="application/vnd.openxmlformats-package.relationships+xml"/>
  <Override PartName="/ppt/slides/_rels/slide22.xml.rels" ContentType="application/vnd.openxmlformats-package.relationships+xml"/>
  <Override PartName="/ppt/slides/_rels/slide43.xml.rels" ContentType="application/vnd.openxmlformats-package.relationships+xml"/>
  <Override PartName="/ppt/slides/_rels/slide1932.xml.rels" ContentType="application/vnd.openxmlformats-package.relationships+xml"/>
  <Override PartName="/ppt/slides/_rels/slide1078.xml.rels" ContentType="application/vnd.openxmlformats-package.relationships+xml"/>
  <Override PartName="/ppt/slides/_rels/slide1012.xml.rels" ContentType="application/vnd.openxmlformats-package.relationships+xml"/>
  <Override PartName="/ppt/slides/_rels/slide1611.xml.rels" ContentType="application/vnd.openxmlformats-package.relationships+xml"/>
  <Override PartName="/ppt/slides/_rels/slide1619.xml.rels" ContentType="application/vnd.openxmlformats-package.relationships+xml"/>
  <Override PartName="/ppt/slides/_rels/slide126.xml.rels" ContentType="application/vnd.openxmlformats-package.relationships+xml"/>
  <Override PartName="/ppt/slides/_rels/slide187.xml.rels" ContentType="application/vnd.openxmlformats-package.relationships+xml"/>
  <Override PartName="/ppt/slides/_rels/slide1560.xml.rels" ContentType="application/vnd.openxmlformats-package.relationships+xml"/>
  <Override PartName="/ppt/slides/_rels/slide1603.xml.rels" ContentType="application/vnd.openxmlformats-package.relationships+xml"/>
  <Override PartName="/ppt/slides/_rels/slide341.xml.rels" ContentType="application/vnd.openxmlformats-package.relationships+xml"/>
  <Override PartName="/ppt/slides/_rels/slide1629.xml.rels" ContentType="application/vnd.openxmlformats-package.relationships+xml"/>
  <Override PartName="/ppt/slides/_rels/slide732.xml.rels" ContentType="application/vnd.openxmlformats-package.relationships+xml"/>
  <Override PartName="/ppt/slides/_rels/slide1973.xml.rels" ContentType="application/vnd.openxmlformats-package.relationships+xml"/>
  <Override PartName="/ppt/slides/_rels/slide1090.xml.rels" ContentType="application/vnd.openxmlformats-package.relationships+xml"/>
  <Override PartName="/ppt/slides/_rels/slide1446.xml.rels" ContentType="application/vnd.openxmlformats-package.relationships+xml"/>
  <Override PartName="/ppt/slides/_rels/slide1196.xml.rels" ContentType="application/vnd.openxmlformats-package.relationships+xml"/>
  <Override PartName="/ppt/slides/_rels/slide139.xml.rels" ContentType="application/vnd.openxmlformats-package.relationships+xml"/>
  <Override PartName="/ppt/slides/_rels/slide1691.xml.rels" ContentType="application/vnd.openxmlformats-package.relationships+xml"/>
  <Override PartName="/ppt/slides/_rels/slide735.xml.rels" ContentType="application/vnd.openxmlformats-package.relationships+xml"/>
  <Override PartName="/ppt/slides/_rels/slide445.xml.rels" ContentType="application/vnd.openxmlformats-package.relationships+xml"/>
  <Override PartName="/ppt/slides/_rels/slide1767.xml.rels" ContentType="application/vnd.openxmlformats-package.relationships+xml"/>
  <Override PartName="/ppt/slides/_rels/slide709.xml.rels" ContentType="application/vnd.openxmlformats-package.relationships+xml"/>
  <Override PartName="/ppt/slides/_rels/slide1609.xml.rels" ContentType="application/vnd.openxmlformats-package.relationships+xml"/>
  <Override PartName="/ppt/slides/_rels/slide896.xml.rels" ContentType="application/vnd.openxmlformats-package.relationships+xml"/>
  <Override PartName="/ppt/slides/_rels/slide197.xml.rels" ContentType="application/vnd.openxmlformats-package.relationships+xml"/>
  <Override PartName="/ppt/slides/_rels/slide1893.xml.rels" ContentType="application/vnd.openxmlformats-package.relationships+xml"/>
  <Override PartName="/ppt/slides/_rels/slide1759.xml.rels" ContentType="application/vnd.openxmlformats-package.relationships+xml"/>
  <Override PartName="/ppt/slides/_rels/slide1588.xml.rels" ContentType="application/vnd.openxmlformats-package.relationships+xml"/>
  <Override PartName="/ppt/slides/_rels/slide248.xml.rels" ContentType="application/vnd.openxmlformats-package.relationships+xml"/>
  <Override PartName="/ppt/slides/_rels/slide1757.xml.rels" ContentType="application/vnd.openxmlformats-package.relationships+xml"/>
  <Override PartName="/ppt/slides/_rels/slide1058.xml.rels" ContentType="application/vnd.openxmlformats-package.relationships+xml"/>
  <Override PartName="/ppt/slides/_rels/slide1747.xml.rels" ContentType="application/vnd.openxmlformats-package.relationships+xml"/>
  <Override PartName="/ppt/slides/_rels/slide492.xml.rels" ContentType="application/vnd.openxmlformats-package.relationships+xml"/>
  <Override PartName="/ppt/slides/_rels/slide1220.xml.rels" ContentType="application/vnd.openxmlformats-package.relationships+xml"/>
  <Override PartName="/ppt/slides/_rels/slide886.xml.rels" ContentType="application/vnd.openxmlformats-package.relationships+xml"/>
  <Override PartName="/ppt/slides/_rels/slide1883.xml.rels" ContentType="application/vnd.openxmlformats-package.relationships+xml"/>
  <Override PartName="/ppt/slides/_rels/slide484.xml.rels" ContentType="application/vnd.openxmlformats-package.relationships+xml"/>
  <Override PartName="/ppt/slides/_rels/slide1746.xml.rels" ContentType="application/vnd.openxmlformats-package.relationships+xml"/>
  <Override PartName="/ppt/slides/_rels/slide1291.xml.rels" ContentType="application/vnd.openxmlformats-package.relationships+xml"/>
  <Override PartName="/ppt/slides/_rels/slide1533.xml.rels" ContentType="application/vnd.openxmlformats-package.relationships+xml"/>
  <Override PartName="/ppt/slides/_rels/slide1485.xml.rels" ContentType="application/vnd.openxmlformats-package.relationships+xml"/>
  <Override PartName="/ppt/slides/_rels/slide545.xml.rels" ContentType="application/vnd.openxmlformats-package.relationships+xml"/>
  <Override PartName="/ppt/slides/_rels/slide428.xml.rels" ContentType="application/vnd.openxmlformats-package.relationships+xml"/>
  <Override PartName="/ppt/slides/_rels/slide884.xml.rels" ContentType="application/vnd.openxmlformats-package.relationships+xml"/>
  <Override PartName="/ppt/slides/_rels/slide1523.xml.rels" ContentType="application/vnd.openxmlformats-package.relationships+xml"/>
  <Override PartName="/ppt/slides/_rels/slide1513.xml.rels" ContentType="application/vnd.openxmlformats-package.relationships+xml"/>
  <Override PartName="/ppt/slides/_rels/slide1669.xml.rels" ContentType="application/vnd.openxmlformats-package.relationships+xml"/>
  <Override PartName="/ppt/slides/_rels/slide1676.xml.rels" ContentType="application/vnd.openxmlformats-package.relationships+xml"/>
  <Override PartName="/ppt/slides/_rels/slide394.xml.rels" ContentType="application/vnd.openxmlformats-package.relationships+xml"/>
  <Override PartName="/ppt/slides/_rels/slide1649.xml.rels" ContentType="application/vnd.openxmlformats-package.relationships+xml"/>
  <Override PartName="/ppt/slides/_rels/slide384.xml.rels" ContentType="application/vnd.openxmlformats-package.relationships+xml"/>
  <Override PartName="/ppt/slides/_rels/slide127.xml.rels" ContentType="application/vnd.openxmlformats-package.relationships+xml"/>
  <Override PartName="/ppt/slides/_rels/slide838.xml.rels" ContentType="application/vnd.openxmlformats-package.relationships+xml"/>
  <Override PartName="/ppt/slides/_rels/slide1697.xml.rels" ContentType="application/vnd.openxmlformats-package.relationships+xml"/>
  <Override PartName="/ppt/slides/_rels/slide1515.xml.rels" ContentType="application/vnd.openxmlformats-package.relationships+xml"/>
  <Override PartName="/ppt/slides/_rels/slide1436.xml.rels" ContentType="application/vnd.openxmlformats-package.relationships+xml"/>
  <Override PartName="/ppt/slides/_rels/slide274.xml.rels" ContentType="application/vnd.openxmlformats-package.relationships+xml"/>
  <Override PartName="/ppt/slides/_rels/slide157.xml.rels" ContentType="application/vnd.openxmlformats-package.relationships+xml"/>
  <Override PartName="/ppt/slides/_rels/slide65.xml.rels" ContentType="application/vnd.openxmlformats-package.relationships+xml"/>
  <Override PartName="/ppt/slides/_rels/slide437.xml.rels" ContentType="application/vnd.openxmlformats-package.relationships+xml"/>
  <Override PartName="/ppt/slides/_rels/slide1493.xml.rels" ContentType="application/vnd.openxmlformats-package.relationships+xml"/>
  <Override PartName="/ppt/slides/_rels/slide898.xml.rels" ContentType="application/vnd.openxmlformats-package.relationships+xml"/>
  <Override PartName="/ppt/slides/_rels/slide436.xml.rels" ContentType="application/vnd.openxmlformats-package.relationships+xml"/>
  <Override PartName="/ppt/slides/_rels/slide1441.xml.rels" ContentType="application/vnd.openxmlformats-package.relationships+xml"/>
  <Override PartName="/ppt/slides/_rels/slide632.xml.rels" ContentType="application/vnd.openxmlformats-package.relationships+xml"/>
  <Override PartName="/ppt/slides/_rels/slide225.xml.rels" ContentType="application/vnd.openxmlformats-package.relationships+xml"/>
  <Override PartName="/ppt/slides/_rels/slide600.xml.rels" ContentType="application/vnd.openxmlformats-package.relationships+xml"/>
  <Override PartName="/ppt/slides/_rels/slide1492.xml.rels" ContentType="application/vnd.openxmlformats-package.relationships+xml"/>
  <Override PartName="/ppt/slides/_rels/slide1491.xml.rels" ContentType="application/vnd.openxmlformats-package.relationships+xml"/>
  <Override PartName="/ppt/slides/_rels/slide1484.xml.rels" ContentType="application/vnd.openxmlformats-package.relationships+xml"/>
  <Override PartName="/ppt/slides/_rels/slide1708.xml.rels" ContentType="application/vnd.openxmlformats-package.relationships+xml"/>
  <Override PartName="/ppt/slides/_rels/slide694.xml.rels" ContentType="application/vnd.openxmlformats-package.relationships+xml"/>
  <Override PartName="/ppt/slides/_rels/slide1189.xml.rels" ContentType="application/vnd.openxmlformats-package.relationships+xml"/>
  <Override PartName="/ppt/slides/_rels/slide427.xml.rels" ContentType="application/vnd.openxmlformats-package.relationships+xml"/>
  <Override PartName="/ppt/slides/_rels/slide1482.xml.rels" ContentType="application/vnd.openxmlformats-package.relationships+xml"/>
  <Override PartName="/ppt/slides/_rels/slide425.xml.rels" ContentType="application/vnd.openxmlformats-package.relationships+xml"/>
  <Override PartName="/ppt/slides/_rels/slide1624.xml.rels" ContentType="application/vnd.openxmlformats-package.relationships+xml"/>
  <Override PartName="/ppt/slides/_rels/slide1481.xml.rels" ContentType="application/vnd.openxmlformats-package.relationships+xml"/>
  <Override PartName="/ppt/slides/_rels/slide1472.xml.rels" ContentType="application/vnd.openxmlformats-package.relationships+xml"/>
  <Override PartName="/ppt/slides/_rels/slide1462.xml.rels" ContentType="application/vnd.openxmlformats-package.relationships+xml"/>
  <Override PartName="/ppt/slides/_rels/slide405.xml.rels" ContentType="application/vnd.openxmlformats-package.relationships+xml"/>
  <Override PartName="/ppt/slides/_rels/slide1035.xml.rels" ContentType="application/vnd.openxmlformats-package.relationships+xml"/>
  <Override PartName="/ppt/slides/_rels/slide1595.xml.rels" ContentType="application/vnd.openxmlformats-package.relationships+xml"/>
  <Override PartName="/ppt/slides/_rels/slide686.xml.rels" ContentType="application/vnd.openxmlformats-package.relationships+xml"/>
  <Override PartName="/ppt/slides/_rels/slide538.xml.rels" ContentType="application/vnd.openxmlformats-package.relationships+xml"/>
  <Override PartName="/ppt/slides/_rels/slide1597.xml.rels" ContentType="application/vnd.openxmlformats-package.relationships+xml"/>
  <Override PartName="/ppt/slides/_rels/slide661.xml.rels" ContentType="application/vnd.openxmlformats-package.relationships+xml"/>
  <Override PartName="/ppt/slides/_rels/slide1434.xml.rels" ContentType="application/vnd.openxmlformats-package.relationships+xml"/>
  <Override PartName="/ppt/slides/_rels/slide1004.xml.rels" ContentType="application/vnd.openxmlformats-package.relationships+xml"/>
  <Override PartName="/ppt/slides/_rels/slide859.xml.rels" ContentType="application/vnd.openxmlformats-package.relationships+xml"/>
  <Override PartName="/ppt/slides/_rels/slide1234.xml.rels" ContentType="application/vnd.openxmlformats-package.relationships+xml"/>
  <Override PartName="/ppt/slides/_rels/slide1195.xml.rels" ContentType="application/vnd.openxmlformats-package.relationships+xml"/>
  <Override PartName="/ppt/slides/_rels/slide988.xml.rels" ContentType="application/vnd.openxmlformats-package.relationships+xml"/>
  <Override PartName="/ppt/slides/_rels/slide1894.xml.rels" ContentType="application/vnd.openxmlformats-package.relationships+xml"/>
  <Override PartName="/ppt/slides/_rels/slide1092.xml.rels" ContentType="application/vnd.openxmlformats-package.relationships+xml"/>
  <Override PartName="/ppt/slides/_rels/slide1430.xml.rels" ContentType="application/vnd.openxmlformats-package.relationships+xml"/>
  <Override PartName="/ppt/slides/_rels/slide679.xml.rels" ContentType="application/vnd.openxmlformats-package.relationships+xml"/>
  <Override PartName="/ppt/slides/_rels/slide68.xml.rels" ContentType="application/vnd.openxmlformats-package.relationships+xml"/>
  <Override PartName="/ppt/slides/_rels/slide626.xml.rels" ContentType="application/vnd.openxmlformats-package.relationships+xml"/>
  <Override PartName="/ppt/slides/_rels/slide1433.xml.rels" ContentType="application/vnd.openxmlformats-package.relationships+xml"/>
  <Override PartName="/ppt/slides/_rels/slide1853.xml.rels" ContentType="application/vnd.openxmlformats-package.relationships+xml"/>
  <Override PartName="/ppt/slides/_rels/slide293.xml.rels" ContentType="application/vnd.openxmlformats-package.relationships+xml"/>
  <Override PartName="/ppt/slides/_rels/slide1599.xml.rels" ContentType="application/vnd.openxmlformats-package.relationships+xml"/>
  <Override PartName="/ppt/slides/_rels/slide42.xml.rels" ContentType="application/vnd.openxmlformats-package.relationships+xml"/>
  <Override PartName="/ppt/slides/_rels/slide889.xml.rels" ContentType="application/vnd.openxmlformats-package.relationships+xml"/>
  <Override PartName="/ppt/slides/_rels/slide723.xml.rels" ContentType="application/vnd.openxmlformats-package.relationships+xml"/>
  <Override PartName="/ppt/slides/_rels/slide1783.xml.rels" ContentType="application/vnd.openxmlformats-package.relationships+xml"/>
  <Override PartName="/ppt/slides/_rels/slide1950.xml.rels" ContentType="application/vnd.openxmlformats-package.relationships+xml"/>
  <Override PartName="/ppt/slides/_rels/slide1422.xml.rels" ContentType="application/vnd.openxmlformats-package.relationships+xml"/>
  <Override PartName="/ppt/slides/_rels/slide1425.xml.rels" ContentType="application/vnd.openxmlformats-package.relationships+xml"/>
  <Override PartName="/ppt/slides/_rels/slide1049.xml.rels" ContentType="application/vnd.openxmlformats-package.relationships+xml"/>
  <Override PartName="/ppt/slides/_rels/slide888.xml.rels" ContentType="application/vnd.openxmlformats-package.relationships+xml"/>
  <Override PartName="/ppt/slides/_rels/slide1871.xml.rels" ContentType="application/vnd.openxmlformats-package.relationships+xml"/>
  <Override PartName="/ppt/slides/_rels/slide189.xml.rels" ContentType="application/vnd.openxmlformats-package.relationships+xml"/>
  <Override PartName="/ppt/slides/_rels/slide1186.xml.rels" ContentType="application/vnd.openxmlformats-package.relationships+xml"/>
  <Override PartName="/ppt/slides/_rels/slide657.xml.rels" ContentType="application/vnd.openxmlformats-package.relationships+xml"/>
  <Override PartName="/ppt/slides/_rels/slide1766.xml.rels" ContentType="application/vnd.openxmlformats-package.relationships+xml"/>
  <Override PartName="/ppt/slides/_rels/slide1885.xml.rels" ContentType="application/vnd.openxmlformats-package.relationships+xml"/>
  <Override PartName="/ppt/slides/_rels/slide224.xml.rels" ContentType="application/vnd.openxmlformats-package.relationships+xml"/>
  <Override PartName="/ppt/slides/_rels/slide721.xml.rels" ContentType="application/vnd.openxmlformats-package.relationships+xml"/>
  <Override PartName="/ppt/slides/_rels/slide188.xml.rels" ContentType="application/vnd.openxmlformats-package.relationships+xml"/>
  <Override PartName="/ppt/slides/_rels/slide730.xml.rels" ContentType="application/vnd.openxmlformats-package.relationships+xml"/>
  <Override PartName="/ppt/slides/_rels/slide1884.xml.rels" ContentType="application/vnd.openxmlformats-package.relationships+xml"/>
  <Override PartName="/ppt/slides/_rels/slide965.xml.rels" ContentType="application/vnd.openxmlformats-package.relationships+xml"/>
  <Override PartName="/ppt/slides/_rels/slide1412.xml.rels" ContentType="application/vnd.openxmlformats-package.relationships+xml"/>
  <Override PartName="/ppt/slides/_rels/slide1659.xml.rels" ContentType="application/vnd.openxmlformats-package.relationships+xml"/>
  <Override PartName="/ppt/slides/_rels/slide87.xml.rels" ContentType="application/vnd.openxmlformats-package.relationships+xml"/>
  <Override PartName="/ppt/slides/_rels/slide1420.xml.rels" ContentType="application/vnd.openxmlformats-package.relationships+xml"/>
  <Override PartName="/ppt/slides/_rels/slide873.xml.rels" ContentType="application/vnd.openxmlformats-package.relationships+xml"/>
  <Override PartName="/ppt/slides/_rels/slide58.xml.rels" ContentType="application/vnd.openxmlformats-package.relationships+xml"/>
  <Override PartName="/ppt/slides/_rels/slide1033.xml.rels" ContentType="application/vnd.openxmlformats-package.relationships+xml"/>
  <Override PartName="/ppt/slides/_rels/slide1395.xml.rels" ContentType="application/vnd.openxmlformats-package.relationships+xml"/>
  <Override PartName="/ppt/slides/_rels/slide1394.xml.rels" ContentType="application/vnd.openxmlformats-package.relationships+xml"/>
  <Override PartName="/ppt/slides/_rels/slide337.xml.rels" ContentType="application/vnd.openxmlformats-package.relationships+xml"/>
  <Override PartName="/ppt/slides/_rels/slide905.xml.rels" ContentType="application/vnd.openxmlformats-package.relationships+xml"/>
  <Override PartName="/ppt/slides/_rels/slide336.xml.rels" ContentType="application/vnd.openxmlformats-package.relationships+xml"/>
  <Override PartName="/ppt/slides/_rels/slide1384.xml.rels" ContentType="application/vnd.openxmlformats-package.relationships+xml"/>
  <Override PartName="/ppt/slides/_rels/slide1510.xml.rels" ContentType="application/vnd.openxmlformats-package.relationships+xml"/>
  <Override PartName="/ppt/slides/_rels/slide693.xml.rels" ContentType="application/vnd.openxmlformats-package.relationships+xml"/>
  <Override PartName="/ppt/slides/_rels/slide1226.xml.rels" ContentType="application/vnd.openxmlformats-package.relationships+xml"/>
  <Override PartName="/ppt/slides/_rels/slide1266.xml.rels" ContentType="application/vnd.openxmlformats-package.relationships+xml"/>
  <Override PartName="/ppt/slides/_rels/slide327.xml.rels" ContentType="application/vnd.openxmlformats-package.relationships+xml"/>
  <Override PartName="/ppt/slides/_rels/slide555.xml.rels" ContentType="application/vnd.openxmlformats-package.relationships+xml"/>
  <Override PartName="/ppt/slides/_rels/slide326.xml.rels" ContentType="application/vnd.openxmlformats-package.relationships+xml"/>
  <Override PartName="/ppt/slides/_rels/slide1442.xml.rels" ContentType="application/vnd.openxmlformats-package.relationships+xml"/>
  <Override PartName="/ppt/slides/_rels/slide1371.xml.rels" ContentType="application/vnd.openxmlformats-package.relationships+xml"/>
  <Override PartName="/ppt/slides/_rels/slide314.xml.rels" ContentType="application/vnd.openxmlformats-package.relationships+xml"/>
  <Override PartName="/ppt/slides/_rels/slide1703.xml.rels" ContentType="application/vnd.openxmlformats-package.relationships+xml"/>
  <Override PartName="/ppt/slides/_rels/slide1272.xml.rels" ContentType="application/vnd.openxmlformats-package.relationships+xml"/>
  <Override PartName="/ppt/slides/_rels/slide313.xml.rels" ContentType="application/vnd.openxmlformats-package.relationships+xml"/>
  <Override PartName="/ppt/slides/_rels/slide305.xml.rels" ContentType="application/vnd.openxmlformats-package.relationships+xml"/>
  <Override PartName="/ppt/slides/_rels/slide1083.xml.rels" ContentType="application/vnd.openxmlformats-package.relationships+xml"/>
  <Override PartName="/ppt/slides/_rels/slide1768.xml.rels" ContentType="application/vnd.openxmlformats-package.relationships+xml"/>
  <Override PartName="/ppt/slides/_rels/slide1632.xml.rels" ContentType="application/vnd.openxmlformats-package.relationships+xml"/>
  <Override PartName="/ppt/slides/_rels/slide240.xml.rels" ContentType="application/vnd.openxmlformats-package.relationships+xml"/>
  <Override PartName="/ppt/slides/_rels/slide1363.xml.rels" ContentType="application/vnd.openxmlformats-package.relationships+xml"/>
  <Override PartName="/ppt/slides/_rels/slide1243.xml.rels" ContentType="application/vnd.openxmlformats-package.relationships+xml"/>
  <Override PartName="/ppt/slides/_rels/slide1361.xml.rels" ContentType="application/vnd.openxmlformats-package.relationships+xml"/>
  <Override PartName="/ppt/slides/_rels/slide1845.xml.rels" ContentType="application/vnd.openxmlformats-package.relationships+xml"/>
  <Override PartName="/ppt/slides/_rels/slide1782.xml.rels" ContentType="application/vnd.openxmlformats-package.relationships+xml"/>
  <Override PartName="/ppt/slides/_rels/slide304.xml.rels" ContentType="application/vnd.openxmlformats-package.relationships+xml"/>
  <Override PartName="/ppt/slides/_rels/slide1344.xml.rels" ContentType="application/vnd.openxmlformats-package.relationships+xml"/>
  <Override PartName="/ppt/slides/_rels/slide1965.xml.rels" ContentType="application/vnd.openxmlformats-package.relationships+xml"/>
  <Override PartName="/ppt/slides/_rels/slide1737.xml.rels" ContentType="application/vnd.openxmlformats-package.relationships+xml"/>
  <Override PartName="/ppt/slides/_rels/slide1360.xml.rels" ContentType="application/vnd.openxmlformats-package.relationships+xml"/>
  <Override PartName="/ppt/slides/_rels/slide317.xml.rels" ContentType="application/vnd.openxmlformats-package.relationships+xml"/>
  <Override PartName="/ppt/slides/_rels/slide429.xml.rels" ContentType="application/vnd.openxmlformats-package.relationships+xml"/>
  <Override PartName="/ppt/slides/_rels/slide1285.xml.rels" ContentType="application/vnd.openxmlformats-package.relationships+xml"/>
  <Override PartName="/ppt/slides/_rels/slide469.xml.rels" ContentType="application/vnd.openxmlformats-package.relationships+xml"/>
  <Override PartName="/ppt/slides/_rels/slide303.xml.rels" ContentType="application/vnd.openxmlformats-package.relationships+xml"/>
  <Override PartName="/ppt/slides/_rels/slide1341.xml.rels" ContentType="application/vnd.openxmlformats-package.relationships+xml"/>
  <Override PartName="/ppt/slides/_rels/slide1340.xml.rels" ContentType="application/vnd.openxmlformats-package.relationships+xml"/>
  <Override PartName="/ppt/slides/_rels/slide703.xml.rels" ContentType="application/vnd.openxmlformats-package.relationships+xml"/>
  <Override PartName="/ppt/slides/_rels/slide449.xml.rels" ContentType="application/vnd.openxmlformats-package.relationships+xml"/>
  <Override PartName="/ppt/slides/_rels/slide799.xml.rels" ContentType="application/vnd.openxmlformats-package.relationships+xml"/>
  <Override PartName="/ppt/slides/_rels/slide750.xml.rels" ContentType="application/vnd.openxmlformats-package.relationships+xml"/>
  <Override PartName="/ppt/slides/_rels/slide1109.xml.rels" ContentType="application/vnd.openxmlformats-package.relationships+xml"/>
  <Override PartName="/ppt/slides/_rels/slide540.xml.rels" ContentType="application/vnd.openxmlformats-package.relationships+xml"/>
  <Override PartName="/ppt/slides/_rels/slide1224.xml.rels" ContentType="application/vnd.openxmlformats-package.relationships+xml"/>
  <Override PartName="/ppt/slides/_rels/slide1136.xml.rels" ContentType="application/vnd.openxmlformats-package.relationships+xml"/>
  <Override PartName="/ppt/slides/_rels/slide535.xml.rels" ContentType="application/vnd.openxmlformats-package.relationships+xml"/>
  <Override PartName="/ppt/slides/_rels/slide426.xml.rels" ContentType="application/vnd.openxmlformats-package.relationships+xml"/>
  <Override PartName="/ppt/slides/_rels/slide836.xml.rels" ContentType="application/vnd.openxmlformats-package.relationships+xml"/>
  <Override PartName="/ppt/slides/_rels/slide633.xml.rels" ContentType="application/vnd.openxmlformats-package.relationships+xml"/>
  <Override PartName="/ppt/slides/_rels/slide731.xml.rels" ContentType="application/vnd.openxmlformats-package.relationships+xml"/>
  <Override PartName="/ppt/slides/_rels/slide1135.xml.rels" ContentType="application/vnd.openxmlformats-package.relationships+xml"/>
  <Override PartName="/ppt/slides/_rels/slide1937.xml.rels" ContentType="application/vnd.openxmlformats-package.relationships+xml"/>
  <Override PartName="/ppt/slides/_rels/slide120.xml.rels" ContentType="application/vnd.openxmlformats-package.relationships+xml"/>
  <Override PartName="/ppt/slides/_rels/slide1.xml.rels" ContentType="application/vnd.openxmlformats-package.relationships+xml"/>
  <Override PartName="/ppt/slides/_rels/slide1496.xml.rels" ContentType="application/vnd.openxmlformats-package.relationships+xml"/>
  <Override PartName="/ppt/slides/_rels/slide1330.xml.rels" ContentType="application/vnd.openxmlformats-package.relationships+xml"/>
  <Override PartName="/ppt/slides/_rels/slide993.xml.rels" ContentType="application/vnd.openxmlformats-package.relationships+xml"/>
  <Override PartName="/ppt/slides/_rels/slide1686.xml.rels" ContentType="application/vnd.openxmlformats-package.relationships+xml"/>
  <Override PartName="/ppt/slides/_rels/slide659.xml.rels" ContentType="application/vnd.openxmlformats-package.relationships+xml"/>
  <Override PartName="/ppt/slides/_rels/slide439.xml.rels" ContentType="application/vnd.openxmlformats-package.relationships+xml"/>
  <Override PartName="/ppt/slides/_rels/slide592.xml.rels" ContentType="application/vnd.openxmlformats-package.relationships+xml"/>
  <Override PartName="/ppt/slides/_rels/slide1856.xml.rels" ContentType="application/vnd.openxmlformats-package.relationships+xml"/>
  <Override PartName="/ppt/slides/_rels/slide1193.xml.rels" ContentType="application/vnd.openxmlformats-package.relationships+xml"/>
  <Override PartName="/ppt/slides/_rels/slide1802.xml.rels" ContentType="application/vnd.openxmlformats-package.relationships+xml"/>
  <Override PartName="/ppt/slides/_rels/slide1190.xml.rels" ContentType="application/vnd.openxmlformats-package.relationships+xml"/>
  <Override PartName="/ppt/slides/_rels/slide1269.xml.rels" ContentType="application/vnd.openxmlformats-package.relationships+xml"/>
  <Override PartName="/ppt/slides/_rels/slide623.xml.rels" ContentType="application/vnd.openxmlformats-package.relationships+xml"/>
  <Override PartName="/ppt/slides/_rels/slide1571.xml.rels" ContentType="application/vnd.openxmlformats-package.relationships+xml"/>
  <Override PartName="/ppt/slides/_rels/slide236.xml.rels" ContentType="application/vnd.openxmlformats-package.relationships+xml"/>
  <Override PartName="/ppt/slides/_rels/slide1322.xml.rels" ContentType="application/vnd.openxmlformats-package.relationships+xml"/>
  <Override PartName="/ppt/slides/_rels/slide987.xml.rels" ContentType="application/vnd.openxmlformats-package.relationships+xml"/>
  <Override PartName="/ppt/slides/_rels/slide985.xml.rels" ContentType="application/vnd.openxmlformats-package.relationships+xml"/>
  <Override PartName="/ppt/slides/_rels/slide1075.xml.rels" ContentType="application/vnd.openxmlformats-package.relationships+xml"/>
  <Override PartName="/ppt/slides/_rels/slide1125.xml.rels" ContentType="application/vnd.openxmlformats-package.relationships+xml"/>
  <Override PartName="/ppt/slides/_rels/slide180.xml.rels" ContentType="application/vnd.openxmlformats-package.relationships+xml"/>
  <Override PartName="/ppt/slides/_rels/slide1487.xml.rels" ContentType="application/vnd.openxmlformats-package.relationships+xml"/>
  <Override PartName="/ppt/slides/_rels/slide984.xml.rels" ContentType="application/vnd.openxmlformats-package.relationships+xml"/>
  <Override PartName="/ppt/slides/_rels/slide787.xml.rels" ContentType="application/vnd.openxmlformats-package.relationships+xml"/>
  <Override PartName="/ppt/slides/_rels/slide132.xml.rels" ContentType="application/vnd.openxmlformats-package.relationships+xml"/>
  <Override PartName="/ppt/slides/_rels/slide1124.xml.rels" ContentType="application/vnd.openxmlformats-package.relationships+xml"/>
  <Override PartName="/ppt/slides/_rels/slide621.xml.rels" ContentType="application/vnd.openxmlformats-package.relationships+xml"/>
  <Override PartName="/ppt/slides/_rels/slide473.xml.rels" ContentType="application/vnd.openxmlformats-package.relationships+xml"/>
  <Override PartName="/ppt/slides/_rels/slide1320.xml.rels" ContentType="application/vnd.openxmlformats-package.relationships+xml"/>
  <Override PartName="/ppt/slides/_rels/slide430.xml.rels" ContentType="application/vnd.openxmlformats-package.relationships+xml"/>
  <Override PartName="/ppt/slides/_rels/slide490.xml.rels" ContentType="application/vnd.openxmlformats-package.relationships+xml"/>
  <Override PartName="/ppt/slides/_rels/slide596.xml.rels" ContentType="application/vnd.openxmlformats-package.relationships+xml"/>
  <Override PartName="/ppt/slides/_rels/slide1295.xml.rels" ContentType="application/vnd.openxmlformats-package.relationships+xml"/>
  <Override PartName="/ppt/slides/_rels/slide1294.xml.rels" ContentType="application/vnd.openxmlformats-package.relationships+xml"/>
  <Override PartName="/ppt/slides/_rels/slide933.xml.rels" ContentType="application/vnd.openxmlformats-package.relationships+xml"/>
  <Override PartName="/ppt/slides/_rels/slide1424.xml.rels" ContentType="application/vnd.openxmlformats-package.relationships+xml"/>
  <Override PartName="/ppt/slides/_rels/slide932.xml.rels" ContentType="application/vnd.openxmlformats-package.relationships+xml"/>
  <Override PartName="/ppt/slides/_rels/slide639.xml.rels" ContentType="application/vnd.openxmlformats-package.relationships+xml"/>
  <Override PartName="/ppt/slides/_rels/slide1585.xml.rels" ContentType="application/vnd.openxmlformats-package.relationships+xml"/>
  <Override PartName="/ppt/slides/_rels/slide962.xml.rels" ContentType="application/vnd.openxmlformats-package.relationships+xml"/>
  <Override PartName="/ppt/slides/_rels/slide361.xml.rels" ContentType="application/vnd.openxmlformats-package.relationships+xml"/>
  <Override PartName="/ppt/slides/_rels/slide1279.xml.rels" ContentType="application/vnd.openxmlformats-package.relationships+xml"/>
  <Override PartName="/ppt/slides/_rels/slide586.xml.rels" ContentType="application/vnd.openxmlformats-package.relationships+xml"/>
  <Override PartName="/ppt/slides/_rels/slide1148.xml.rels" ContentType="application/vnd.openxmlformats-package.relationships+xml"/>
  <Override PartName="/ppt/slides/_rels/slide585.xml.rels" ContentType="application/vnd.openxmlformats-package.relationships+xml"/>
  <Override PartName="/ppt/slides/_rels/slide203.xml.rels" ContentType="application/vnd.openxmlformats-package.relationships+xml"/>
  <Override PartName="/ppt/slides/_rels/slide1503.xml.rels" ContentType="application/vnd.openxmlformats-package.relationships+xml"/>
  <Override PartName="/ppt/slides/_rels/slide1020.xml.rels" ContentType="application/vnd.openxmlformats-package.relationships+xml"/>
  <Override PartName="/ppt/slides/_rels/slide328.xml.rels" ContentType="application/vnd.openxmlformats-package.relationships+xml"/>
  <Override PartName="/ppt/slides/_rels/slide1983.xml.rels" ContentType="application/vnd.openxmlformats-package.relationships+xml"/>
  <Override PartName="/ppt/slides/_rels/slide1281.xml.rels" ContentType="application/vnd.openxmlformats-package.relationships+xml"/>
  <Override PartName="/ppt/slides/_rels/slide802.xml.rels" ContentType="application/vnd.openxmlformats-package.relationships+xml"/>
  <Override PartName="/ppt/slides/_rels/slide923.xml.rels" ContentType="application/vnd.openxmlformats-package.relationships+xml"/>
  <Override PartName="/ppt/slides/_rels/slide389.xml.rels" ContentType="application/vnd.openxmlformats-package.relationships+xml"/>
  <Override PartName="/ppt/slides/_rels/slide652.xml.rels" ContentType="application/vnd.openxmlformats-package.relationships+xml"/>
  <Override PartName="/ppt/slides/_rels/slide922.xml.rels" ContentType="application/vnd.openxmlformats-package.relationships+xml"/>
  <Override PartName="/ppt/slides/_rels/slide223.xml.rels" ContentType="application/vnd.openxmlformats-package.relationships+xml"/>
  <Override PartName="/ppt/slides/_rels/slide33.xml.rels" ContentType="application/vnd.openxmlformats-package.relationships+xml"/>
  <Override PartName="/ppt/slides/_rels/slide215.xml.rels" ContentType="application/vnd.openxmlformats-package.relationships+xml"/>
  <Override PartName="/ppt/slides/_rels/slide1849.xml.rels" ContentType="application/vnd.openxmlformats-package.relationships+xml"/>
  <Override PartName="/ppt/slides/_rels/slide1270.xml.rels" ContentType="application/vnd.openxmlformats-package.relationships+xml"/>
  <Override PartName="/ppt/slides/_rels/slide379.xml.rels" ContentType="application/vnd.openxmlformats-package.relationships+xml"/>
  <Override PartName="/ppt/slides/_rels/slide1960.xml.rels" ContentType="application/vnd.openxmlformats-package.relationships+xml"/>
  <Override PartName="/ppt/slides/_rels/slide958.xml.rels" ContentType="application/vnd.openxmlformats-package.relationships+xml"/>
  <Override PartName="/ppt/slides/_rels/slide1933.xml.rels" ContentType="application/vnd.openxmlformats-package.relationships+xml"/>
  <Override PartName="/ppt/slides/_rels/slide458.xml.rels" ContentType="application/vnd.openxmlformats-package.relationships+xml"/>
  <Override PartName="/ppt/slides/_rels/slide994.xml.rels" ContentType="application/vnd.openxmlformats-package.relationships+xml"/>
  <Override PartName="/ppt/slides/_rels/slide1042.xml.rels" ContentType="application/vnd.openxmlformats-package.relationships+xml"/>
  <Override PartName="/ppt/slides/_rels/slide912.xml.rels" ContentType="application/vnd.openxmlformats-package.relationships+xml"/>
  <Override PartName="/ppt/slides/_rels/slide1262.xml.rels" ContentType="application/vnd.openxmlformats-package.relationships+xml"/>
  <Override PartName="/ppt/slides/_rels/slide1756.xml.rels" ContentType="application/vnd.openxmlformats-package.relationships+xml"/>
  <Override PartName="/ppt/slides/_rels/slide855.xml.rels" ContentType="application/vnd.openxmlformats-package.relationships+xml"/>
  <Override PartName="/ppt/slides/_rels/slide1261.xml.rels" ContentType="application/vnd.openxmlformats-package.relationships+xml"/>
  <Override PartName="/ppt/slides/_rels/slide69.xml.rels" ContentType="application/vnd.openxmlformats-package.relationships+xml"/>
  <Override PartName="/ppt/slides/_rels/slide902.xml.rels" ContentType="application/vnd.openxmlformats-package.relationships+xml"/>
  <Override PartName="/ppt/slides/_rels/slide369.xml.rels" ContentType="application/vnd.openxmlformats-package.relationships+xml"/>
  <Override PartName="/ppt/slides/_rels/slide1415.xml.rels" ContentType="application/vnd.openxmlformats-package.relationships+xml"/>
  <Override PartName="/ppt/slides/_rels/slide1951.xml.rels" ContentType="application/vnd.openxmlformats-package.relationships+xml"/>
  <Override PartName="/ppt/slides/_rels/slide359.xml.rels" ContentType="application/vnd.openxmlformats-package.relationships+xml"/>
  <Override PartName="/ppt/slides/_rels/slide479.xml.rels" ContentType="application/vnd.openxmlformats-package.relationships+xml"/>
  <Override PartName="/ppt/slides/_rels/slide1242.xml.rels" ContentType="application/vnd.openxmlformats-package.relationships+xml"/>
  <Override PartName="/ppt/slides/_rels/slide663.xml.rels" ContentType="application/vnd.openxmlformats-package.relationships+xml"/>
  <Override PartName="/ppt/slides/_rels/slide1428.xml.rels" ContentType="application/vnd.openxmlformats-package.relationships+xml"/>
  <Override PartName="/ppt/slides/_rels/slide1969.xml.rels" ContentType="application/vnd.openxmlformats-package.relationships+xml"/>
  <Override PartName="/ppt/slides/_rels/slide1941.xml.rels" ContentType="application/vnd.openxmlformats-package.relationships+xml"/>
  <Override PartName="/ppt/slides/_rels/slide1594.xml.rels" ContentType="application/vnd.openxmlformats-package.relationships+xml"/>
  <Override PartName="/ppt/slides/_rels/slide454.xml.rels" ContentType="application/vnd.openxmlformats-package.relationships+xml"/>
  <Override PartName="/ppt/slides/_rels/slide1241.xml.rels" ContentType="application/vnd.openxmlformats-package.relationships+xml"/>
  <Override PartName="/ppt/slides/_rels/slide56.xml.rels" ContentType="application/vnd.openxmlformats-package.relationships+xml"/>
  <Override PartName="/ppt/slides/_rels/slide1117.xml.rels" ContentType="application/vnd.openxmlformats-package.relationships+xml"/>
  <Override PartName="/ppt/slides/_rels/slide1940.xml.rels" ContentType="application/vnd.openxmlformats-package.relationships+xml"/>
  <Override PartName="/ppt/slides/_rels/slide1796.xml.rels" ContentType="application/vnd.openxmlformats-package.relationships+xml"/>
  <Override PartName="/ppt/slides/_rels/slide1342.xml.rels" ContentType="application/vnd.openxmlformats-package.relationships+xml"/>
  <Override PartName="/ppt/slides/_rels/slide1905.xml.rels" ContentType="application/vnd.openxmlformats-package.relationships+xml"/>
  <Override PartName="/ppt/slides/_rels/slide382.xml.rels" ContentType="application/vnd.openxmlformats-package.relationships+xml"/>
  <Override PartName="/ppt/slides/_rels/slide1240.xml.rels" ContentType="application/vnd.openxmlformats-package.relationships+xml"/>
  <Override PartName="/ppt/slides/_rels/slide983.xml.rels" ContentType="application/vnd.openxmlformats-package.relationships+xml"/>
  <Override PartName="/ppt/slides/_rels/slide699.xml.rels" ContentType="application/vnd.openxmlformats-package.relationships+xml"/>
  <Override PartName="/ppt/slides/_rels/slide847.xml.rels" ContentType="application/vnd.openxmlformats-package.relationships+xml"/>
  <Override PartName="/ppt/slides/_rels/slide1780.xml.rels" ContentType="application/vnd.openxmlformats-package.relationships+xml"/>
  <Override PartName="/ppt/slides/_rels/slide587.xml.rels" ContentType="application/vnd.openxmlformats-package.relationships+xml"/>
  <Override PartName="/ppt/slides/_rels/slide533.xml.rels" ContentType="application/vnd.openxmlformats-package.relationships+xml"/>
  <Override PartName="/ppt/slides/_rels/slide1590.xml.rels" ContentType="application/vnd.openxmlformats-package.relationships+xml"/>
  <Override PartName="/ppt/slides/_rels/slide1232.xml.rels" ContentType="application/vnd.openxmlformats-package.relationships+xml"/>
  <Override PartName="/ppt/slides/_rels/slide895.xml.rels" ContentType="application/vnd.openxmlformats-package.relationships+xml"/>
  <Override PartName="/ppt/slides/_rels/slide808.xml.rels" ContentType="application/vnd.openxmlformats-package.relationships+xml"/>
  <Override PartName="/ppt/slides/_rels/slide292.xml.rels" ContentType="application/vnd.openxmlformats-package.relationships+xml"/>
  <Override PartName="/ppt/slides/_rels/slide1931.xml.rels" ContentType="application/vnd.openxmlformats-package.relationships+xml"/>
  <Override PartName="/ppt/slides/_rels/slide948.xml.rels" ContentType="application/vnd.openxmlformats-package.relationships+xml"/>
  <Override PartName="/ppt/slides/_rels/slide396.xml.rels" ContentType="application/vnd.openxmlformats-package.relationships+xml"/>
  <Override PartName="/ppt/slides/_rels/slide1063.xml.rels" ContentType="application/vnd.openxmlformats-package.relationships+xml"/>
  <Override PartName="/ppt/slides/_rels/slide1367.xml.rels" ContentType="application/vnd.openxmlformats-package.relationships+xml"/>
  <Override PartName="/ppt/slides/_rels/slide894.xml.rels" ContentType="application/vnd.openxmlformats-package.relationships+xml"/>
  <Override PartName="/ppt/slides/_rels/slide1930.xml.rels" ContentType="application/vnd.openxmlformats-package.relationships+xml"/>
  <Override PartName="/ppt/slides/_rels/slide1246.xml.rels" ContentType="application/vnd.openxmlformats-package.relationships+xml"/>
  <Override PartName="/ppt/slides/_rels/slide1034.xml.rels" ContentType="application/vnd.openxmlformats-package.relationships+xml"/>
  <Override PartName="/ppt/slides/_rels/slide1601.xml.rels" ContentType="application/vnd.openxmlformats-package.relationships+xml"/>
  <Override PartName="/ppt/slides/_rels/slide134.xml.rels" ContentType="application/vnd.openxmlformats-package.relationships+xml"/>
  <Override PartName="/ppt/slides/_rels/slide1250.xml.rels" ContentType="application/vnd.openxmlformats-package.relationships+xml"/>
  <Override PartName="/ppt/slides/_rels/slide1230.xml.rels" ContentType="application/vnd.openxmlformats-package.relationships+xml"/>
  <Override PartName="/ppt/slides/_rels/slide689.xml.rels" ContentType="application/vnd.openxmlformats-package.relationships+xml"/>
  <Override PartName="/ppt/slides/_rels/slide1026.xml.rels" ContentType="application/vnd.openxmlformats-package.relationships+xml"/>
  <Override PartName="/ppt/slides/_rels/slide1580.xml.rels" ContentType="application/vnd.openxmlformats-package.relationships+xml"/>
  <Override PartName="/ppt/slides/_rels/slide1222.xml.rels" ContentType="application/vnd.openxmlformats-package.relationships+xml"/>
  <Override PartName="/ppt/slides/_rels/slide1819.xml.rels" ContentType="application/vnd.openxmlformats-package.relationships+xml"/>
  <Override PartName="/ppt/slides/_rels/slide221.xml.rels" ContentType="application/vnd.openxmlformats-package.relationships+xml"/>
  <Override PartName="/ppt/slides/_rels/slide1899.xml.rels" ContentType="application/vnd.openxmlformats-package.relationships+xml"/>
  <Override PartName="/ppt/slides/_rels/slide1194.xml.rels" ContentType="application/vnd.openxmlformats-package.relationships+xml"/>
  <Override PartName="/ppt/slides/_rels/slide938.xml.rels" ContentType="application/vnd.openxmlformats-package.relationships+xml"/>
  <Override PartName="/ppt/slides/_rels/slide1807.xml.rels" ContentType="application/vnd.openxmlformats-package.relationships+xml"/>
  <Override PartName="/ppt/slides/_rels/slide438.xml.rels" ContentType="application/vnd.openxmlformats-package.relationships+xml"/>
  <Override PartName="/ppt/slides/_rels/slide402.xml.rels" ContentType="application/vnd.openxmlformats-package.relationships+xml"/>
  <Override PartName="/ppt/slides/_rels/slide687.xml.rels" ContentType="application/vnd.openxmlformats-package.relationships+xml"/>
  <Override PartName="/ppt/slides/_rels/slide1024.xml.rels" ContentType="application/vnd.openxmlformats-package.relationships+xml"/>
  <Override PartName="/ppt/slides/_rels/slide1898.xml.rels" ContentType="application/vnd.openxmlformats-package.relationships+xml"/>
  <Override PartName="/ppt/slides/_rels/slide1080.xml.rels" ContentType="application/vnd.openxmlformats-package.relationships+xml"/>
  <Override PartName="/ppt/slides/_rels/slide937.xml.rels" ContentType="application/vnd.openxmlformats-package.relationships+xml"/>
  <Override PartName="/ppt/slides/_rels/slide883.xml.rels" ContentType="application/vnd.openxmlformats-package.relationships+xml"/>
  <Override PartName="/ppt/slides/_rels/slide1156.xml.rels" ContentType="application/vnd.openxmlformats-package.relationships+xml"/>
  <Override PartName="/ppt/slides/_rels/slide496.xml.rels" ContentType="application/vnd.openxmlformats-package.relationships+xml"/>
  <Override PartName="/ppt/slides/_rels/slide1671.xml.rels" ContentType="application/vnd.openxmlformats-package.relationships+xml"/>
  <Override PartName="/ppt/slides/_rels/slide1311.xml.rels" ContentType="application/vnd.openxmlformats-package.relationships+xml"/>
  <Override PartName="/ppt/slides/_rels/slide1535.xml.rels" ContentType="application/vnd.openxmlformats-package.relationships+xml"/>
  <Override PartName="/ppt/slides/_rels/slide320.xml.rels" ContentType="application/vnd.openxmlformats-package.relationships+xml"/>
  <Override PartName="/ppt/slides/_rels/slide1172.xml.rels" ContentType="application/vnd.openxmlformats-package.relationships+xml"/>
  <Override PartName="/ppt/slides/_rels/slide459.xml.rels" ContentType="application/vnd.openxmlformats-package.relationships+xml"/>
  <Override PartName="/ppt/slides/_rels/slide814.xml.rels" ContentType="application/vnd.openxmlformats-package.relationships+xml"/>
  <Override PartName="/ppt/slides/_rels/slide753.xml.rels" ContentType="application/vnd.openxmlformats-package.relationships+xml"/>
  <Override PartName="/ppt/slides/_rels/slide115.xml.rels" ContentType="application/vnd.openxmlformats-package.relationships+xml"/>
  <Override PartName="/ppt/slides/_rels/slide1171.xml.rels" ContentType="application/vnd.openxmlformats-package.relationships+xml"/>
  <Override PartName="/ppt/slides/_rels/slide1870.xml.rels" ContentType="application/vnd.openxmlformats-package.relationships+xml"/>
  <Override PartName="/ppt/slides/_rels/slide106.xml.rels" ContentType="application/vnd.openxmlformats-package.relationships+xml"/>
  <Override PartName="/ppt/slides/_rels/slide926.xml.rels" ContentType="application/vnd.openxmlformats-package.relationships+xml"/>
  <Override PartName="/ppt/slides/_rels/slide1790.xml.rels" ContentType="application/vnd.openxmlformats-package.relationships+xml"/>
  <Override PartName="/ppt/slides/_rels/slide114.xml.rels" ContentType="application/vnd.openxmlformats-package.relationships+xml"/>
  <Override PartName="/ppt/slides/_rels/slide1861.xml.rels" ContentType="application/vnd.openxmlformats-package.relationships+xml"/>
  <Override PartName="/ppt/slides/_rels/slide786.xml.rels" ContentType="application/vnd.openxmlformats-package.relationships+xml"/>
  <Override PartName="/ppt/slides/_rels/slide1161.xml.rels" ContentType="application/vnd.openxmlformats-package.relationships+xml"/>
  <Override PartName="/ppt/slides/_rels/slide1860.xml.rels" ContentType="application/vnd.openxmlformats-package.relationships+xml"/>
  <Override PartName="/ppt/slides/_rels/slide104.xml.rels" ContentType="application/vnd.openxmlformats-package.relationships+xml"/>
  <Override PartName="/ppt/slides/_rels/slide1375.xml.rels" ContentType="application/vnd.openxmlformats-package.relationships+xml"/>
  <Override PartName="/ppt/slides/_rels/slide571.xml.rels" ContentType="application/vnd.openxmlformats-package.relationships+xml"/>
  <Override PartName="/ppt/slides/_rels/slide1851.xml.rels" ContentType="application/vnd.openxmlformats-package.relationships+xml"/>
  <Override PartName="/ppt/slides/_rels/slide599.xml.rels" ContentType="application/vnd.openxmlformats-package.relationships+xml"/>
  <Override PartName="/ppt/slides/_rels/slide690.xml.rels" ContentType="application/vnd.openxmlformats-package.relationships+xml"/>
  <Override PartName="/ppt/slides/_rels/slide52.xml.rels" ContentType="application/vnd.openxmlformats-package.relationships+xml"/>
  <Override PartName="/ppt/slides/_rels/slide433.xml.rels" ContentType="application/vnd.openxmlformats-package.relationships+xml"/>
  <Override PartName="/ppt/slides/_rels/slide834.xml.rels" ContentType="application/vnd.openxmlformats-package.relationships+xml"/>
  <Override PartName="/ppt/slides/_rels/slide1592.xml.rels" ContentType="application/vnd.openxmlformats-package.relationships+xml"/>
  <Override PartName="/ppt/slides/_rels/slide1392.xml.rels" ContentType="application/vnd.openxmlformats-package.relationships+xml"/>
  <Override PartName="/ppt/slides/_rels/slide1132.xml.rels" ContentType="application/vnd.openxmlformats-package.relationships+xml"/>
  <Override PartName="/ppt/slides/_rels/slide795.xml.rels" ContentType="application/vnd.openxmlformats-package.relationships+xml"/>
  <Override PartName="/ppt/slides/_rels/slide1164.xml.rels" ContentType="application/vnd.openxmlformats-package.relationships+xml"/>
  <Override PartName="/ppt/slides/_rels/slide1665.xml.rels" ContentType="application/vnd.openxmlformats-package.relationships+xml"/>
  <Override PartName="/ppt/slides/_rels/slide1831.xml.rels" ContentType="application/vnd.openxmlformats-package.relationships+xml"/>
  <Override PartName="/ppt/slides/_rels/slide598.xml.rels" ContentType="application/vnd.openxmlformats-package.relationships+xml"/>
  <Override PartName="/ppt/slides/_rels/slide688.xml.rels" ContentType="application/vnd.openxmlformats-package.relationships+xml"/>
  <Override PartName="/ppt/slides/_rels/slide565.xml.rels" ContentType="application/vnd.openxmlformats-package.relationships+xml"/>
  <Override PartName="/ppt/slides/_rels/slide432.xml.rels" ContentType="application/vnd.openxmlformats-package.relationships+xml"/>
  <Override PartName="/ppt/slides/_rels/slide443.xml.rels" ContentType="application/vnd.openxmlformats-package.relationships+xml"/>
  <Override PartName="/ppt/slides/_rels/slide745.xml.rels" ContentType="application/vnd.openxmlformats-package.relationships+xml"/>
  <Override PartName="/ppt/slides/_rels/slide597.xml.rels" ContentType="application/vnd.openxmlformats-package.relationships+xml"/>
  <Override PartName="/ppt/slides/_rels/slide1728.xml.rels" ContentType="application/vnd.openxmlformats-package.relationships+xml"/>
  <Override PartName="/ppt/slides/_rels/slide1966.xml.rels" ContentType="application/vnd.openxmlformats-package.relationships+xml"/>
  <Override PartName="/ppt/slides/_rels/slide1749.xml.rels" ContentType="application/vnd.openxmlformats-package.relationships+xml"/>
  <Override PartName="/ppt/slides/_rels/slide431.xml.rels" ContentType="application/vnd.openxmlformats-package.relationships+xml"/>
  <Override PartName="/ppt/slides/_rels/slide277.xml.rels" ContentType="application/vnd.openxmlformats-package.relationships+xml"/>
  <Override PartName="/ppt/slides/_rels/slide1296.xml.rels" ContentType="application/vnd.openxmlformats-package.relationships+xml"/>
  <Override PartName="/ppt/slides/_rels/slide1841.xml.rels" ContentType="application/vnd.openxmlformats-package.relationships+xml"/>
  <Override PartName="/ppt/slides/_rels/slide423.xml.rels" ContentType="application/vnd.openxmlformats-package.relationships+xml"/>
  <Override PartName="/ppt/slides/_rels/slide1067.xml.rels" ContentType="application/vnd.openxmlformats-package.relationships+xml"/>
  <Override PartName="/ppt/slides/_rels/slide1480.xml.rels" ContentType="application/vnd.openxmlformats-package.relationships+xml"/>
  <Override PartName="/ppt/slides/_rels/slide1348.xml.rels" ContentType="application/vnd.openxmlformats-package.relationships+xml"/>
  <Override PartName="/ppt/slides/_rels/slide1057.xml.rels" ContentType="application/vnd.openxmlformats-package.relationships+xml"/>
  <Override PartName="/ppt/slides/_rels/slide1288.xml.rels" ContentType="application/vnd.openxmlformats-package.relationships+xml"/>
  <Override PartName="/ppt/slides/_rels/slide1744.xml.rels" ContentType="application/vnd.openxmlformats-package.relationships+xml"/>
  <Override PartName="/ppt/slides/_rels/slide1113.xml.rels" ContentType="application/vnd.openxmlformats-package.relationships+xml"/>
  <Override PartName="/ppt/slides/_rels/slide1122.xml.rels" ContentType="application/vnd.openxmlformats-package.relationships+xml"/>
  <Override PartName="/ppt/slides/_rels/slide90.xml.rels" ContentType="application/vnd.openxmlformats-package.relationships+xml"/>
  <Override PartName="/ppt/slides/_rels/slide1799.xml.rels" ContentType="application/vnd.openxmlformats-package.relationships+xml"/>
  <Override PartName="/ppt/slides/_rels/slide1355.xml.rels" ContentType="application/vnd.openxmlformats-package.relationships+xml"/>
  <Override PartName="/ppt/slides/_rels/slide281.xml.rels" ContentType="application/vnd.openxmlformats-package.relationships+xml"/>
  <Override PartName="/ppt/slides/_rels/slide421.xml.rels" ContentType="application/vnd.openxmlformats-package.relationships+xml"/>
  <Override PartName="/ppt/slides/_rels/slide1798.xml.rels" ContentType="application/vnd.openxmlformats-package.relationships+xml"/>
  <Override PartName="/ppt/slides/_rels/slide1286.xml.rels" ContentType="application/vnd.openxmlformats-package.relationships+xml"/>
  <Override PartName="/ppt/slides/_rels/slide1388.xml.rels" ContentType="application/vnd.openxmlformats-package.relationships+xml"/>
  <Override PartName="/ppt/slides/_rels/slide783.xml.rels" ContentType="application/vnd.openxmlformats-package.relationships+xml"/>
  <Override PartName="/ppt/slides/_rels/slide4.xml.rels" ContentType="application/vnd.openxmlformats-package.relationships+xml"/>
  <Override PartName="/ppt/slides/_rels/slide1137.xml.rels" ContentType="application/vnd.openxmlformats-package.relationships+xml"/>
  <Override PartName="/ppt/slides/_rels/slide1256.xml.rels" ContentType="application/vnd.openxmlformats-package.relationships+xml"/>
  <Override PartName="/ppt/slides/_rels/slide530.xml.rels" ContentType="application/vnd.openxmlformats-package.relationships+xml"/>
  <Override PartName="/ppt/slides/_rels/slide1098.xml.rels" ContentType="application/vnd.openxmlformats-package.relationships+xml"/>
  <Override PartName="/ppt/slides/_rels/slide1554.xml.rels" ContentType="application/vnd.openxmlformats-package.relationships+xml"/>
  <Override PartName="/ppt/slides/_rels/slide1797.xml.rels" ContentType="application/vnd.openxmlformats-package.relationships+xml"/>
  <Override PartName="/ppt/slides/_rels/slide395.xml.rels" ContentType="application/vnd.openxmlformats-package.relationships+xml"/>
  <Override PartName="/ppt/slides/_rels/slide1552.xml.rels" ContentType="application/vnd.openxmlformats-package.relationships+xml"/>
  <Override PartName="/ppt/slides/_rels/slide393.xml.rels" ContentType="application/vnd.openxmlformats-package.relationships+xml"/>
  <Override PartName="/ppt/slides/_rels/slide1970.xml.rels" ContentType="application/vnd.openxmlformats-package.relationships+xml"/>
  <Override PartName="/ppt/slides/_rels/slide1538.xml.rels" ContentType="application/vnd.openxmlformats-package.relationships+xml"/>
  <Override PartName="/ppt/slides/_rels/slide1658.xml.rels" ContentType="application/vnd.openxmlformats-package.relationships+xml"/>
  <Override PartName="/ppt/slides/_rels/slide391.xml.rels" ContentType="application/vnd.openxmlformats-package.relationships+xml"/>
  <Override PartName="/ppt/slides/_rels/slide385.xml.rels" ContentType="application/vnd.openxmlformats-package.relationships+xml"/>
  <Override PartName="/ppt/slides/_rels/slide1699.xml.rels" ContentType="application/vnd.openxmlformats-package.relationships+xml"/>
  <Override PartName="/ppt/slides/_rels/slide1648.xml.rels" ContentType="application/vnd.openxmlformats-package.relationships+xml"/>
  <Override PartName="/ppt/slides/_rels/slide1638.xml.rels" ContentType="application/vnd.openxmlformats-package.relationships+xml"/>
  <Override PartName="/ppt/slides/_rels/slide1072.xml.rels" ContentType="application/vnd.openxmlformats-package.relationships+xml"/>
  <Override PartName="/ppt/slides/_rels/slide1771.xml.rels" ContentType="application/vnd.openxmlformats-package.relationships+xml"/>
  <Override PartName="/ppt/slides/_rels/slide714.xml.rels" ContentType="application/vnd.openxmlformats-package.relationships+xml"/>
  <Override PartName="/ppt/slides/_rels/slide363.xml.rels" ContentType="application/vnd.openxmlformats-package.relationships+xml"/>
  <Override PartName="/ppt/slides/_rels/slide1761.xml.rels" ContentType="application/vnd.openxmlformats-package.relationships+xml"/>
  <Override PartName="/ppt/slides/_rels/slide1675.xml.rels" ContentType="application/vnd.openxmlformats-package.relationships+xml"/>
  <Override PartName="/ppt/slides/_rels/slide704.xml.rels" ContentType="application/vnd.openxmlformats-package.relationships+xml"/>
  <Override PartName="/ppt/slides/_rels/slide1128.xml.rels" ContentType="application/vnd.openxmlformats-package.relationships+xml"/>
  <Override PartName="/ppt/slides/_rels/slide700.xml.rels" ContentType="application/vnd.openxmlformats-package.relationships+xml"/>
  <Override PartName="/ppt/slides/_rels/slide362.xml.rels" ContentType="application/vnd.openxmlformats-package.relationships+xml"/>
  <Override PartName="/ppt/slides/_rels/slide944.xml.rels" ContentType="application/vnd.openxmlformats-package.relationships+xml"/>
  <Override PartName="/ppt/slides/_rels/slide1052.xml.rels" ContentType="application/vnd.openxmlformats-package.relationships+xml"/>
  <Override PartName="/ppt/slides/_rels/slide1751.xml.rels" ContentType="application/vnd.openxmlformats-package.relationships+xml"/>
  <Override PartName="/ppt/slides/_rels/slide1918.xml.rels" ContentType="application/vnd.openxmlformats-package.relationships+xml"/>
  <Override PartName="/ppt/slides/_rels/slide754.xml.rels" ContentType="application/vnd.openxmlformats-package.relationships+xml"/>
  <Override PartName="/ppt/slides/_rels/slide415.xml.rels" ContentType="application/vnd.openxmlformats-package.relationships+xml"/>
  <Override PartName="/ppt/slides/_rels/slide355.xml.rels" ContentType="application/vnd.openxmlformats-package.relationships+xml"/>
  <Override PartName="/ppt/slides/_rels/slide949.xml.rels" ContentType="application/vnd.openxmlformats-package.relationships+xml"/>
  <Override PartName="/ppt/slides/_rels/slide1608.xml.rels" ContentType="application/vnd.openxmlformats-package.relationships+xml"/>
  <Override PartName="/ppt/slides/_rels/slide422.xml.rels" ContentType="application/vnd.openxmlformats-package.relationships+xml"/>
  <Override PartName="/ppt/slides/_rels/slide1741.xml.rels" ContentType="application/vnd.openxmlformats-package.relationships+xml"/>
  <Override PartName="/ppt/slides/_rels/slide342.xml.rels" ContentType="application/vnd.openxmlformats-package.relationships+xml"/>
  <Override PartName="/ppt/slides/_rels/slide1198.xml.rels" ContentType="application/vnd.openxmlformats-package.relationships+xml"/>
  <Override PartName="/ppt/slides/_rels/slide1030.xml.rels" ContentType="application/vnd.openxmlformats-package.relationships+xml"/>
  <Override PartName="/ppt/slides/_rels/slide1032.xml.rels" ContentType="application/vnd.openxmlformats-package.relationships+xml"/>
  <Override PartName="/ppt/slides/_rels/slide804.xml.rels" ContentType="application/vnd.openxmlformats-package.relationships+xml"/>
  <Override PartName="/ppt/slides/_rels/slide695.xml.rels" ContentType="application/vnd.openxmlformats-package.relationships+xml"/>
  <Override PartName="/ppt/slides/_rels/slide1738.xml.rels" ContentType="application/vnd.openxmlformats-package.relationships+xml"/>
  <Override PartName="/ppt/slides/_rels/slide1731.xml.rels" ContentType="application/vnd.openxmlformats-package.relationships+xml"/>
  <Override PartName="/ppt/slides/_rels/slide1159.xml.rels" ContentType="application/vnd.openxmlformats-package.relationships+xml"/>
  <Override PartName="/ppt/slides/_rels/slide1095.xml.rels" ContentType="application/vnd.openxmlformats-package.relationships+xml"/>
  <Override PartName="/ppt/slides/_rels/slide1794.xml.rels" ContentType="application/vnd.openxmlformats-package.relationships+xml"/>
  <Override PartName="/ppt/slides/_rels/slide75.xml.rels" ContentType="application/vnd.openxmlformats-package.relationships+xml"/>
  <Override PartName="/ppt/slides/_rels/slide498.xml.rels" ContentType="application/vnd.openxmlformats-package.relationships+xml"/>
  <Override PartName="/ppt/slides/_rels/slide332.xml.rels" ContentType="application/vnd.openxmlformats-package.relationships+xml"/>
  <Override PartName="/ppt/slides/_rels/slide1637.xml.rels" ContentType="application/vnd.openxmlformats-package.relationships+xml"/>
  <Override PartName="/ppt/slides/_rels/slide736.xml.rels" ContentType="application/vnd.openxmlformats-package.relationships+xml"/>
  <Override PartName="/ppt/slides/_rels/slide1094.xml.rels" ContentType="application/vnd.openxmlformats-package.relationships+xml"/>
  <Override PartName="/ppt/slides/_rels/slide1956.xml.rels" ContentType="application/vnd.openxmlformats-package.relationships+xml"/>
  <Override PartName="/ppt/slides/_rels/slide442.xml.rels" ContentType="application/vnd.openxmlformats-package.relationships+xml"/>
  <Override PartName="/ppt/slides/_rels/slide1236.xml.rels" ContentType="application/vnd.openxmlformats-package.relationships+xml"/>
  <Override PartName="/ppt/slides/_rels/slide497.xml.rels" ContentType="application/vnd.openxmlformats-package.relationships+xml"/>
  <Override PartName="/ppt/slides/_rels/slide331.xml.rels" ContentType="application/vnd.openxmlformats-package.relationships+xml"/>
  <Override PartName="/ppt/slides/_rels/slide489.xml.rels" ContentType="application/vnd.openxmlformats-package.relationships+xml"/>
  <Override PartName="/ppt/slides/_rels/slide323.xml.rels" ContentType="application/vnd.openxmlformats-package.relationships+xml"/>
  <Override PartName="/ppt/slides/_rels/slide1139.xml.rels" ContentType="application/vnd.openxmlformats-package.relationships+xml"/>
  <Override PartName="/ppt/slides/_rels/slide1022.xml.rels" ContentType="application/vnd.openxmlformats-package.relationships+xml"/>
  <Override PartName="/ppt/slides/_rels/slide1897.xml.rels" ContentType="application/vnd.openxmlformats-package.relationships+xml"/>
  <Override PartName="/ppt/slides/_rels/slide1887.xml.rels" ContentType="application/vnd.openxmlformats-package.relationships+xml"/>
  <Override PartName="/ppt/slides/_rels/slide1978.xml.rels" ContentType="application/vnd.openxmlformats-package.relationships+xml"/>
  <Override PartName="/ppt/slides/_rels/slide727.xml.rels" ContentType="application/vnd.openxmlformats-package.relationships+xml"/>
  <Override PartName="/ppt/slides/_rels/slide1085.xml.rels" ContentType="application/vnd.openxmlformats-package.relationships+xml"/>
  <Override PartName="/ppt/slides/_rels/slide1065.xml.rels" ContentType="application/vnd.openxmlformats-package.relationships+xml"/>
  <Override PartName="/ppt/slides/_rels/slide1267.xml.rels" ContentType="application/vnd.openxmlformats-package.relationships+xml"/>
  <Override PartName="/ppt/slides/_rels/slide72.xml.rels" ContentType="application/vnd.openxmlformats-package.relationships+xml"/>
  <Override PartName="/ppt/slides/_rels/slide1362.xml.rels" ContentType="application/vnd.openxmlformats-package.relationships+xml"/>
  <Override PartName="/ppt/slides/_rels/slide1151.xml.rels" ContentType="application/vnd.openxmlformats-package.relationships+xml"/>
  <Override PartName="/ppt/slides/_rels/slide1961.xml.rels" ContentType="application/vnd.openxmlformats-package.relationships+xml"/>
  <Override PartName="/ppt/slides/_rels/slide386.xml.rels" ContentType="application/vnd.openxmlformats-package.relationships+xml"/>
  <Override PartName="/ppt/slides/_rels/slide8.xml.rels" ContentType="application/vnd.openxmlformats-package.relationships+xml"/>
  <Override PartName="/ppt/slides/_rels/slide1830.xml.rels" ContentType="application/vnd.openxmlformats-package.relationships+xml"/>
  <Override PartName="/ppt/slides/_rels/slide1821.xml.rels" ContentType="application/vnd.openxmlformats-package.relationships+xml"/>
  <Override PartName="/ppt/slides/_rels/slide1417.xml.rels" ContentType="application/vnd.openxmlformats-package.relationships+xml"/>
  <Override PartName="/ppt/slides/_rels/slide929.xml.rels" ContentType="application/vnd.openxmlformats-package.relationships+xml"/>
  <Override PartName="/ppt/slides/_rels/slide1121.xml.rels" ContentType="application/vnd.openxmlformats-package.relationships+xml"/>
  <Override PartName="/ppt/slides/_rels/slide5.xml.rels" ContentType="application/vnd.openxmlformats-package.relationships+xml"/>
  <Override PartName="/ppt/slides/_rels/slide708.xml.rels" ContentType="application/vnd.openxmlformats-package.relationships+xml"/>
  <Override PartName="/ppt/slides/_rels/slide1385.xml.rels" ContentType="application/vnd.openxmlformats-package.relationships+xml"/>
  <Override PartName="/ppt/slides/_rels/slide544.xml.rels" ContentType="application/vnd.openxmlformats-package.relationships+xml"/>
  <Override PartName="/ppt/slides/_rels/slide399.xml.rels" ContentType="application/vnd.openxmlformats-package.relationships+xml"/>
  <Override PartName="/ppt/slides/_rels/slide919.xml.rels" ContentType="application/vnd.openxmlformats-package.relationships+xml"/>
  <Override PartName="/ppt/slides/_rels/slide1934.xml.rels" ContentType="application/vnd.openxmlformats-package.relationships+xml"/>
  <Override PartName="/ppt/slides/_rels/slide1842.xml.rels" ContentType="application/vnd.openxmlformats-package.relationships+xml"/>
  <Override PartName="/ppt/slides/_rels/slide32.xml.rels" ContentType="application/vnd.openxmlformats-package.relationships+xml"/>
  <Override PartName="/ppt/slides/_rels/slide452.xml.rels" ContentType="application/vnd.openxmlformats-package.relationships+xml"/>
  <Override PartName="/ppt/slides/_rels/slide743.xml.rels" ContentType="application/vnd.openxmlformats-package.relationships+xml"/>
  <Override PartName="/ppt/slides/_rels/slide716.xml.rels" ContentType="application/vnd.openxmlformats-package.relationships+xml"/>
  <Override PartName="/ppt/slides/_rels/slide1810.xml.rels" ContentType="application/vnd.openxmlformats-package.relationships+xml"/>
  <Override PartName="/ppt/slides/_rels/slide1769.xml.rels" ContentType="application/vnd.openxmlformats-package.relationships+xml"/>
  <Override PartName="/ppt/slides/_rels/slide152.xml.rels" ContentType="application/vnd.openxmlformats-package.relationships+xml"/>
  <Override PartName="/ppt/slides/_rels/slide1452.xml.rels" ContentType="application/vnd.openxmlformats-package.relationships+xml"/>
  <Override PartName="/ppt/slides/_rels/slide1277.xml.rels" ContentType="application/vnd.openxmlformats-package.relationships+xml"/>
  <Override PartName="/ppt/slides/_rels/slide222.xml.rels" ContentType="application/vnd.openxmlformats-package.relationships+xml"/>
  <Override PartName="/ppt/slides/_rels/slide971.xml.rels" ContentType="application/vnd.openxmlformats-package.relationships+xml"/>
  <Override PartName="/ppt/slides/_rels/slide976.xml.rels" ContentType="application/vnd.openxmlformats-package.relationships+xml"/>
  <Override PartName="/ppt/slides/_rels/slide1096.xml.rels" ContentType="application/vnd.openxmlformats-package.relationships+xml"/>
  <Override PartName="/ppt/slides/_rels/slide1332.xml.rels" ContentType="application/vnd.openxmlformats-package.relationships+xml"/>
  <Override PartName="/ppt/slides/_rels/slide1678.xml.rels" ContentType="application/vnd.openxmlformats-package.relationships+xml"/>
  <Override PartName="/ppt/slides/_rels/slide849.xml.rels" ContentType="application/vnd.openxmlformats-package.relationships+xml"/>
  <Override PartName="/ppt/slides/_rels/slide1041.xml.rels" ContentType="application/vnd.openxmlformats-package.relationships+xml"/>
  <Override PartName="/ppt/slides/_rels/slide531.xml.rels" ContentType="application/vnd.openxmlformats-package.relationships+xml"/>
  <Override PartName="/ppt/slides/_rels/slide1740.xml.rels" ContentType="application/vnd.openxmlformats-package.relationships+xml"/>
  <Override PartName="/ppt/slides/_rels/slide1407.xml.rels" ContentType="application/vnd.openxmlformats-package.relationships+xml"/>
  <Override PartName="/ppt/slides/_rels/slide1596.xml.rels" ContentType="application/vnd.openxmlformats-package.relationships+xml"/>
  <Override PartName="/ppt/slides/_rels/slide1197.xml.rels" ContentType="application/vnd.openxmlformats-package.relationships+xml"/>
  <Override PartName="/ppt/slides/_rels/slide1031.xml.rels" ContentType="application/vnd.openxmlformats-package.relationships+xml"/>
  <Override PartName="/ppt/slides/_rels/slide1896.xml.rels" ContentType="application/vnd.openxmlformats-package.relationships+xml"/>
  <Override PartName="/ppt/slides/_rels/slide1021.xml.rels" ContentType="application/vnd.openxmlformats-package.relationships+xml"/>
  <Override PartName="/ppt/slides/_rels/slide566.xml.rels" ContentType="application/vnd.openxmlformats-package.relationships+xml"/>
  <Override PartName="/ppt/slides/_rels/slide684.xml.rels" ContentType="application/vnd.openxmlformats-package.relationships+xml"/>
  <Override PartName="/ppt/slides/_rels/slide1126.xml.rels" ContentType="application/vnd.openxmlformats-package.relationships+xml"/>
  <Override PartName="/ppt/slides/_rels/slide1886.xml.rels" ContentType="application/vnd.openxmlformats-package.relationships+xml"/>
  <Override PartName="/ppt/slides/_rels/slide1591.xml.rels" ContentType="application/vnd.openxmlformats-package.relationships+xml"/>
  <Override PartName="/ppt/slides/_rels/slide1720.xml.rels" ContentType="application/vnd.openxmlformats-package.relationships+xml"/>
  <Override PartName="/ppt/slides/_rels/slide1600.xml.rels" ContentType="application/vnd.openxmlformats-package.relationships+xml"/>
  <Override PartName="/ppt/slides/_rels/slide819.xml.rels" ContentType="application/vnd.openxmlformats-package.relationships+xml"/>
  <Override PartName="/ppt/slides/_rels/slide1130.xml.rels" ContentType="application/vnd.openxmlformats-package.relationships+xml"/>
  <Override PartName="/ppt/slides/_rels/slide1876.xml.rels" ContentType="application/vnd.openxmlformats-package.relationships+xml"/>
  <Override PartName="/ppt/slides/_rels/slide1868.xml.rels" ContentType="application/vnd.openxmlformats-package.relationships+xml"/>
  <Override PartName="/ppt/slides/_rels/slide767.xml.rels" ContentType="application/vnd.openxmlformats-package.relationships+xml"/>
  <Override PartName="/ppt/slides/_rels/slide105.xml.rels" ContentType="application/vnd.openxmlformats-package.relationships+xml"/>
  <Override PartName="/ppt/slides/_rels/slide1208.xml.rels" ContentType="application/vnd.openxmlformats-package.relationships+xml"/>
  <Override PartName="/ppt/slides/_rels/slide1167.xml.rels" ContentType="application/vnd.openxmlformats-package.relationships+xml"/>
  <Override PartName="/ppt/slides/_rels/slide1878.xml.rels" ContentType="application/vnd.openxmlformats-package.relationships+xml"/>
  <Override PartName="/ppt/slides/_rels/slide1610.xml.rels" ContentType="application/vnd.openxmlformats-package.relationships+xml"/>
  <Override PartName="/ppt/slides/_rels/slide1103.xml.rels" ContentType="application/vnd.openxmlformats-package.relationships+xml"/>
  <Override PartName="/ppt/slides/_rels/slide1081.xml.rels" ContentType="application/vnd.openxmlformats-package.relationships+xml"/>
  <Override PartName="/ppt/slides/_rels/slide1465.xml.rels" ContentType="application/vnd.openxmlformats-package.relationships+xml"/>
  <Override PartName="/ppt/slides/_rels/slide1380.xml.rels" ContentType="application/vnd.openxmlformats-package.relationships+xml"/>
  <Override PartName="/ppt/slides/_rels/slide829.xml.rels" ContentType="application/vnd.openxmlformats-package.relationships+xml"/>
  <Override PartName="/ppt/slides/_rels/slide408.xml.rels" ContentType="application/vnd.openxmlformats-package.relationships+xml"/>
  <Override PartName="/ppt/slides/_rels/slide756.xml.rels" ContentType="application/vnd.openxmlformats-package.relationships+xml"/>
  <Override PartName="/ppt/slides/_rels/slide1455.xml.rels" ContentType="application/vnd.openxmlformats-package.relationships+xml"/>
  <Override PartName="/ppt/slides/_rels/slide746.xml.rels" ContentType="application/vnd.openxmlformats-package.relationships+xml"/>
  <Override PartName="/ppt/slides/_rels/slide413.xml.rels" ContentType="application/vnd.openxmlformats-package.relationships+xml"/>
  <Override PartName="/ppt/slides/_rels/slide710.xml.rels" ContentType="application/vnd.openxmlformats-package.relationships+xml"/>
  <Override PartName="/ppt/slides/_rels/slide1445.xml.rels" ContentType="application/vnd.openxmlformats-package.relationships+xml"/>
  <Override PartName="/ppt/slides/_rels/slide1233.xml.rels" ContentType="application/vnd.openxmlformats-package.relationships+xml"/>
  <Override PartName="/ppt/slides/_rels/slide759.xml.rels" ContentType="application/vnd.openxmlformats-package.relationships+xml"/>
  <Override PartName="/ppt/slides/_rels/slide882.xml.rels" ContentType="application/vnd.openxmlformats-package.relationships+xml"/>
  <Override PartName="/ppt/slides/_rels/slide300.xml.rels" ContentType="application/vnd.openxmlformats-package.relationships+xml"/>
  <Override PartName="/ppt/slides/_rels/slide1650.xml.rels" ContentType="application/vnd.openxmlformats-package.relationships+xml"/>
  <Override PartName="/ppt/slides/_rels/slide183.xml.rels" ContentType="application/vnd.openxmlformats-package.relationships+xml"/>
  <Override PartName="/ppt/slides/_rels/slide726.xml.rels" ContentType="application/vnd.openxmlformats-package.relationships+xml"/>
  <Override PartName="/ppt/slides/_rels/slide1920.xml.rels" ContentType="application/vnd.openxmlformats-package.relationships+xml"/>
  <Override PartName="/ppt/slides/_rels/slide1457.xml.rels" ContentType="application/vnd.openxmlformats-package.relationships+xml"/>
  <Override PartName="/ppt/slides/_rels/slide758.xml.rels" ContentType="application/vnd.openxmlformats-package.relationships+xml"/>
  <Override PartName="/ppt/slides/_rels/slide671.xml.rels" ContentType="application/vnd.openxmlformats-package.relationships+xml"/>
  <Override PartName="/ppt/slides/_rels/slide1418.xml.rels" ContentType="application/vnd.openxmlformats-package.relationships+xml"/>
  <Override PartName="/ppt/slides/_rels/slide1409.xml.rels" ContentType="application/vnd.openxmlformats-package.relationships+xml"/>
  <Override PartName="/ppt/slides/_rels/slide757.xml.rels" ContentType="application/vnd.openxmlformats-package.relationships+xml"/>
  <Override PartName="/ppt/slides/_rels/slide739.xml.rels" ContentType="application/vnd.openxmlformats-package.relationships+xml"/>
  <Override PartName="/ppt/slides/_rels/slide635.xml.rels" ContentType="application/vnd.openxmlformats-package.relationships+xml"/>
  <Override PartName="/ppt/slides/_rels/slide741.xml.rels" ContentType="application/vnd.openxmlformats-package.relationships+xml"/>
  <Override PartName="/ppt/slides/_rels/slide1097.xml.rels" ContentType="application/vnd.openxmlformats-package.relationships+xml"/>
  <Override PartName="/ppt/slides/_rels/slide235.xml.rels" ContentType="application/vnd.openxmlformats-package.relationships+xml"/>
  <Override PartName="/ppt/slides/_rels/slide1483.xml.rels" ContentType="application/vnd.openxmlformats-package.relationships+xml"/>
  <Override PartName="/ppt/slides/_rels/slide1630.xml.rels" ContentType="application/vnd.openxmlformats-package.relationships+xml"/>
  <Override PartName="/ppt/slides/_rels/slide1454.xml.rels" ContentType="application/vnd.openxmlformats-package.relationships+xml"/>
  <Override PartName="/ppt/slides/_rels/slide110.xml.rels" ContentType="application/vnd.openxmlformats-package.relationships+xml"/>
  <Override PartName="/ppt/slides/_rels/slide1386.xml.rels" ContentType="application/vnd.openxmlformats-package.relationships+xml"/>
  <Override PartName="/ppt/slides/_rels/slide953.xml.rels" ContentType="application/vnd.openxmlformats-package.relationships+xml"/>
  <Override PartName="/ppt/slides/_rels/slide1795.xml.rels" ContentType="application/vnd.openxmlformats-package.relationships+xml"/>
  <Override PartName="/ppt/slides/_rels/slide486.xml.rels" ContentType="application/vnd.openxmlformats-package.relationships+xml"/>
  <Override PartName="/ppt/slides/_rels/slide424.xml.rels" ContentType="application/vnd.openxmlformats-package.relationships+xml"/>
  <Override PartName="/ppt/slides/_rels/slide1453.xml.rels" ContentType="application/vnd.openxmlformats-package.relationships+xml"/>
  <Override PartName="/ppt/slides/_rels/slide1356.xml.rels" ContentType="application/vnd.openxmlformats-package.relationships+xml"/>
  <Override PartName="/ppt/slides/_rels/slide1435.xml.rels" ContentType="application/vnd.openxmlformats-package.relationships+xml"/>
  <Override PartName="/ppt/slides/_rels/slide1598.xml.rels" ContentType="application/vnd.openxmlformats-package.relationships+xml"/>
  <Override PartName="/ppt/slides/_rels/slide1008.xml.rels" ContentType="application/vnd.openxmlformats-package.relationships+xml"/>
  <Override PartName="/ppt/slides/_rels/slide1447.xml.rels" ContentType="application/vnd.openxmlformats-package.relationships+xml"/>
  <Override PartName="/ppt/slides/_rels/slide747.xml.rels" ContentType="application/vnd.openxmlformats-package.relationships+xml"/>
  <Override PartName="/ppt/slides/_rels/slide1108.xml.rels" ContentType="application/vnd.openxmlformats-package.relationships+xml"/>
  <Override PartName="/ppt/slides/_rels/slide1168.xml.rels" ContentType="application/vnd.openxmlformats-package.relationships+xml"/>
  <Override PartName="/ppt/slides/_rels/slide1317.xml.rels" ContentType="application/vnd.openxmlformats-package.relationships+xml"/>
  <Override PartName="/ppt/slides/_rels/slide1087.xml.rels" ContentType="application/vnd.openxmlformats-package.relationships+xml"/>
  <Override PartName="/ppt/slides/_rels/slide347.xml.rels" ContentType="application/vnd.openxmlformats-package.relationships+xml"/>
  <Override PartName="/ppt/slides/_rels/slide1319.xml.rels" ContentType="application/vnd.openxmlformats-package.relationships+xml"/>
  <Override PartName="/ppt/slides/_rels/slide822.xml.rels" ContentType="application/vnd.openxmlformats-package.relationships+xml"/>
  <Override PartName="/ppt/slides/_rels/slide1962.xml.rels" ContentType="application/vnd.openxmlformats-package.relationships+xml"/>
  <Override PartName="/ppt/slides/_rels/slide1562.xml.rels" ContentType="application/vnd.openxmlformats-package.relationships+xml"/>
  <Override PartName="/ppt/slides/_rels/slide495.xml.rels" ContentType="application/vnd.openxmlformats-package.relationships+xml"/>
  <Override PartName="/ppt/slides/_rels/slide1660.xml.rels" ContentType="application/vnd.openxmlformats-package.relationships+xml"/>
  <Override PartName="/ppt/slides/_rels/slide40.xml.rels" ContentType="application/vnd.openxmlformats-package.relationships+xml"/>
  <Override PartName="/ppt/slides/_rels/slide1786.xml.rels" ContentType="application/vnd.openxmlformats-package.relationships+xml"/>
  <Override PartName="/ppt/slides/_rels/slide1620.xml.rels" ContentType="application/vnd.openxmlformats-package.relationships+xml"/>
  <Override PartName="/ppt/slides/_rels/slide1061.xml.rels" ContentType="application/vnd.openxmlformats-package.relationships+xml"/>
  <Override PartName="/ppt/slides/_rels/slide1443.xml.rels" ContentType="application/vnd.openxmlformats-package.relationships+xml"/>
  <Override PartName="/ppt/slides/_rels/slide6.xml.rels" ContentType="application/vnd.openxmlformats-package.relationships+xml"/>
  <Override PartName="/ppt/slides/_rels/slide719.xml.rels" ContentType="application/vnd.openxmlformats-package.relationships+xml"/>
  <Override PartName="/ppt/slides/_rels/slide1231.xml.rels" ContentType="application/vnd.openxmlformats-package.relationships+xml"/>
  <Override PartName="/ppt/slides/_rels/slide1776.xml.rels" ContentType="application/vnd.openxmlformats-package.relationships+xml"/>
  <Override PartName="/ppt/slides/_rels/slide1077.xml.rels" ContentType="application/vnd.openxmlformats-package.relationships+xml"/>
  <Override PartName="/ppt/slides/_rels/slide322.xml.rels" ContentType="application/vnd.openxmlformats-package.relationships+xml"/>
  <Override PartName="/ppt/slides/_rels/slide1775.xml.rels" ContentType="application/vnd.openxmlformats-package.relationships+xml"/>
  <Override PartName="/ppt/slides/_rels/slide1888.xml.rels" ContentType="application/vnd.openxmlformats-package.relationships+xml"/>
  <Override PartName="/ppt/slides/_rels/slide1618.xml.rels" ContentType="application/vnd.openxmlformats-package.relationships+xml"/>
  <Override PartName="/ppt/slides/_rels/slide717.xml.rels" ContentType="application/vnd.openxmlformats-package.relationships+xml"/>
  <Override PartName="/ppt/slides/_rels/slide1774.xml.rels" ContentType="application/vnd.openxmlformats-package.relationships+xml"/>
  <Override PartName="/ppt/slides/_rels/slide1902.xml.rels" ContentType="application/vnd.openxmlformats-package.relationships+xml"/>
  <Override PartName="/ppt/slides/_rels/slide1416.xml.rels" ContentType="application/vnd.openxmlformats-package.relationships+xml"/>
  <Override PartName="/ppt/slides/_rels/slide1408.xml.rels" ContentType="application/vnd.openxmlformats-package.relationships+xml"/>
  <Override PartName="/ppt/slides/_rels/slide467.xml.rels" ContentType="application/vnd.openxmlformats-package.relationships+xml"/>
  <Override PartName="/ppt/slides/_rels/slide1892.xml.rels" ContentType="application/vnd.openxmlformats-package.relationships+xml"/>
  <Override PartName="/ppt/slides/_rels/slide169.xml.rels" ContentType="application/vnd.openxmlformats-package.relationships+xml"/>
  <Override PartName="/ppt/slides/_rels/slide455.xml.rels" ContentType="application/vnd.openxmlformats-package.relationships+xml"/>
  <Override PartName="/ppt/slides/_rels/slide1423.xml.rels" ContentType="application/vnd.openxmlformats-package.relationships+xml"/>
  <Override PartName="/ppt/slides/_rels/slide1176.xml.rels" ContentType="application/vnd.openxmlformats-package.relationships+xml"/>
  <Override PartName="/ppt/slides/_rels/slide84.xml.rels" ContentType="application/vnd.openxmlformats-package.relationships+xml"/>
  <Override PartName="/ppt/slides/_rels/slide1390.xml.rels" ContentType="application/vnd.openxmlformats-package.relationships+xml"/>
  <Override PartName="/ppt/slides/_rels/slide1414.xml.rels" ContentType="application/vnd.openxmlformats-package.relationships+xml"/>
  <Override PartName="/ppt/slides/_rels/slide788.xml.rels" ContentType="application/vnd.openxmlformats-package.relationships+xml"/>
  <Override PartName="/ppt/slides/_rels/slide470.xml.rels" ContentType="application/vnd.openxmlformats-package.relationships+xml"/>
  <Override PartName="/ppt/slides/_rels/slide1840.xml.rels" ContentType="application/vnd.openxmlformats-package.relationships+xml"/>
  <Override PartName="/ppt/slides/_rels/slide48.xml.rels" ContentType="application/vnd.openxmlformats-package.relationships+xml"/>
  <Override PartName="/ppt/slides/_rels/slide1413.xml.rels" ContentType="application/vnd.openxmlformats-package.relationships+xml"/>
  <Override PartName="/ppt/slides/_rels/slide692.xml.rels" ContentType="application/vnd.openxmlformats-package.relationships+xml"/>
  <Override PartName="/ppt/slides/_rels/slide403.xml.rels" ContentType="application/vnd.openxmlformats-package.relationships+xml"/>
  <Override PartName="/ppt/slides/_rels/slide494.xml.rels" ContentType="application/vnd.openxmlformats-package.relationships+xml"/>
  <Override PartName="/ppt/slides/_rels/slide1959.xml.rels" ContentType="application/vnd.openxmlformats-package.relationships+xml"/>
  <Override PartName="/ppt/slides/_rels/slide1310.xml.rels" ContentType="application/vnd.openxmlformats-package.relationships+xml"/>
  <Override PartName="/ppt/slides/_rels/slide784.xml.rels" ContentType="application/vnd.openxmlformats-package.relationships+xml"/>
  <Override PartName="/ppt/slides/_rels/slide178.xml.rels" ContentType="application/vnd.openxmlformats-package.relationships+xml"/>
  <Override PartName="/ppt/slides/_rels/slide1086.xml.rels" ContentType="application/vnd.openxmlformats-package.relationships+xml"/>
  <Override PartName="/ppt/slides/_rels/slide1396.xml.rels" ContentType="application/vnd.openxmlformats-package.relationships+xml"/>
  <Override PartName="/ppt/slides/_rels/slide574.xml.rels" ContentType="application/vnd.openxmlformats-package.relationships+xml"/>
  <Override PartName="/ppt/slides/_rels/slide184.xml.rels" ContentType="application/vnd.openxmlformats-package.relationships+xml"/>
  <Override PartName="/ppt/slides/_rels/slide711.xml.rels" ContentType="application/vnd.openxmlformats-package.relationships+xml"/>
  <Override PartName="/ppt/slides/_rels/slide1466.xml.rels" ContentType="application/vnd.openxmlformats-package.relationships+xml"/>
  <Override PartName="/ppt/slides/_rels/slide636.xml.rels" ContentType="application/vnd.openxmlformats-package.relationships+xml"/>
  <Override PartName="/ppt/slides/_rels/slide302.xml.rels" ContentType="application/vnd.openxmlformats-package.relationships+xml"/>
  <Override PartName="/ppt/slides/_rels/slide1185.xml.rels" ContentType="application/vnd.openxmlformats-package.relationships+xml"/>
  <Override PartName="/ppt/slides/_rels/slide518.xml.rels" ContentType="application/vnd.openxmlformats-package.relationships+xml"/>
  <Override PartName="/ppt/slides/_rels/slide177.xml.rels" ContentType="application/vnd.openxmlformats-package.relationships+xml"/>
  <Override PartName="/ppt/slides/_rels/slide1785.xml.rels" ContentType="application/vnd.openxmlformats-package.relationships+xml"/>
  <Override PartName="/ppt/slides/_rels/slide828.xml.rels" ContentType="application/vnd.openxmlformats-package.relationships+xml"/>
  <Override PartName="/ppt/slides/_rels/slide1402.xml.rels" ContentType="application/vnd.openxmlformats-package.relationships+xml"/>
  <Override PartName="/ppt/slides/_rels/slide766.xml.rels" ContentType="application/vnd.openxmlformats-package.relationships+xml"/>
  <Override PartName="/ppt/slides/_rels/slide205.xml.rels" ContentType="application/vnd.openxmlformats-package.relationships+xml"/>
  <Override PartName="/ppt/slides/_rels/slide748.xml.rels" ContentType="application/vnd.openxmlformats-package.relationships+xml"/>
  <Override PartName="/ppt/slides/_rels/slide612.xml.rels" ContentType="application/vnd.openxmlformats-package.relationships+xml"/>
  <Override PartName="/ppt/slides/_rels/slide1874.xml.rels" ContentType="application/vnd.openxmlformats-package.relationships+xml"/>
  <Override PartName="/ppt/slides/_rels/slide38.xml.rels" ContentType="application/vnd.openxmlformats-package.relationships+xml"/>
  <Override PartName="/ppt/slides/_rels/slide1809.xml.rels" ContentType="application/vnd.openxmlformats-package.relationships+xml"/>
  <Override PartName="/ppt/slides/_rels/slide1516.xml.rels" ContentType="application/vnd.openxmlformats-package.relationships+xml"/>
  <Override PartName="/ppt/slides/_rels/slide867.xml.rels" ContentType="application/vnd.openxmlformats-package.relationships+xml"/>
  <Override PartName="/ppt/slides/_rels/slide1565.xml.rels" ContentType="application/vnd.openxmlformats-package.relationships+xml"/>
  <Override PartName="/ppt/slides/_rels/slide866.xml.rels" ContentType="application/vnd.openxmlformats-package.relationships+xml"/>
  <Override PartName="/ppt/slides/_rels/slide1203.xml.rels" ContentType="application/vnd.openxmlformats-package.relationships+xml"/>
  <Override PartName="/ppt/slides/_rels/slide1847.xml.rels" ContentType="application/vnd.openxmlformats-package.relationships+xml"/>
  <Override PartName="/ppt/slides/_rels/slide738.xml.rels" ContentType="application/vnd.openxmlformats-package.relationships+xml"/>
  <Override PartName="/ppt/slides/_rels/slide1578.xml.rels" ContentType="application/vnd.openxmlformats-package.relationships+xml"/>
  <Override PartName="/ppt/slides/_rels/slide140.xml.rels" ContentType="application/vnd.openxmlformats-package.relationships+xml"/>
  <Override PartName="/ppt/slides/_rels/slide647.xml.rels" ContentType="application/vnd.openxmlformats-package.relationships+xml"/>
  <Override PartName="/ppt/slides/_rels/slide1207.xml.rels" ContentType="application/vnd.openxmlformats-package.relationships+xml"/>
  <Override PartName="/ppt/slides/_rels/slide1157.xml.rels" ContentType="application/vnd.openxmlformats-package.relationships+xml"/>
  <Override PartName="/ppt/slides/_rels/slide1564.xml.rels" ContentType="application/vnd.openxmlformats-package.relationships+xml"/>
  <Override PartName="/ppt/slides/_rels/slide1895.xml.rels" ContentType="application/vnd.openxmlformats-package.relationships+xml"/>
  <Override PartName="/ppt/slides/_rels/slide1214.xml.rels" ContentType="application/vnd.openxmlformats-package.relationships+xml"/>
  <Override PartName="/ppt/slides/_rels/slide1400.xml.rels" ContentType="application/vnd.openxmlformats-package.relationships+xml"/>
  <Override PartName="/ppt/slides/_rels/slide488.xml.rels" ContentType="application/vnd.openxmlformats-package.relationships+xml"/>
  <Override PartName="/ppt/slides/_rels/slide823.xml.rels" ContentType="application/vnd.openxmlformats-package.relationships+xml"/>
  <Override PartName="/ppt/slides/_rels/slide645.xml.rels" ContentType="application/vnd.openxmlformats-package.relationships+xml"/>
  <Override PartName="/ppt/slides/_rels/slide210.xml.rels" ContentType="application/vnd.openxmlformats-package.relationships+xml"/>
  <Override PartName="/ppt/slides/_rels/slide1119.xml.rels" ContentType="application/vnd.openxmlformats-package.relationships+xml"/>
  <Override PartName="/ppt/slides/_rels/slide111.xml.rels" ContentType="application/vnd.openxmlformats-package.relationships+xml"/>
  <Override PartName="/ppt/slides/_rels/slide1685.xml.rels" ContentType="application/vnd.openxmlformats-package.relationships+xml"/>
  <Override PartName="/ppt/slides/_rels/slide1321.xml.rels" ContentType="application/vnd.openxmlformats-package.relationships+xml"/>
  <Override PartName="/ppt/slides/_rels/slide1343.xml.rels" ContentType="application/vnd.openxmlformats-package.relationships+xml"/>
  <Override PartName="/ppt/slides/_rels/slide942.xml.rels" ContentType="application/vnd.openxmlformats-package.relationships+xml"/>
  <Override PartName="/ppt/slides/_rels/slide358.xml.rels" ContentType="application/vnd.openxmlformats-package.relationships+xml"/>
  <Override PartName="/ppt/slides/_rels/slide1365.xml.rels" ContentType="application/vnd.openxmlformats-package.relationships+xml"/>
  <Override PartName="/ppt/slides/_rels/slide701.xml.rels" ContentType="application/vnd.openxmlformats-package.relationships+xml"/>
  <Override PartName="/ppt/slides/_rels/slide1326.xml.rels" ContentType="application/vnd.openxmlformats-package.relationships+xml"/>
  <Override PartName="/ppt/slides/_rels/slide989.xml.rels" ContentType="application/vnd.openxmlformats-package.relationships+xml"/>
  <Override PartName="/ppt/slides/_rels/slide1715.xml.rels" ContentType="application/vnd.openxmlformats-package.relationships+xml"/>
  <Override PartName="/ppt/slides/_rels/slide1827.xml.rels" ContentType="application/vnd.openxmlformats-package.relationships+xml"/>
  <Override PartName="/ppt/slides/_rels/slide1338.xml.rels" ContentType="application/vnd.openxmlformats-package.relationships+xml"/>
  <Override PartName="/ppt/slides/_rels/slide351.xml.rels" ContentType="application/vnd.openxmlformats-package.relationships+xml"/>
  <Override PartName="/ppt/slides/_rels/slide1695.xml.rels" ContentType="application/vnd.openxmlformats-package.relationships+xml"/>
  <Override PartName="/ppt/slides/_rels/slide1835.xml.rels" ContentType="application/vnd.openxmlformats-package.relationships+xml"/>
  <Override PartName="/ppt/slides/_rels/slide79.xml.rels" ContentType="application/vnd.openxmlformats-package.relationships+xml"/>
  <Override PartName="/ppt/slides/_rels/slide333.xml.rels" ContentType="application/vnd.openxmlformats-package.relationships+xml"/>
  <Override PartName="/ppt/slides/_rels/slide1051.xml.rels" ContentType="application/vnd.openxmlformats-package.relationships+xml"/>
  <Override PartName="/ppt/slides/_rels/slide637.xml.rels" ContentType="application/vnd.openxmlformats-package.relationships+xml"/>
  <Override PartName="/ppt/slides/_rels/slide1680.xml.rels" ContentType="application/vnd.openxmlformats-package.relationships+xml"/>
  <Override PartName="/ppt/slides/_rels/slide61.xml.rels" ContentType="application/vnd.openxmlformats-package.relationships+xml"/>
  <Override PartName="/ppt/slides/_rels/slide1335.xml.rels" ContentType="application/vnd.openxmlformats-package.relationships+xml"/>
  <Override PartName="/ppt/slides/_rels/slide198.xml.rels" ContentType="application/vnd.openxmlformats-package.relationships+xml"/>
  <Override PartName="/ppt/slides/_rels/slide1517.xml.rels" ContentType="application/vnd.openxmlformats-package.relationships+xml"/>
  <Override PartName="/ppt/slides/_rels/slide1353.xml.rels" ContentType="application/vnd.openxmlformats-package.relationships+xml"/>
  <Override PartName="/ppt/slides/_rels/slide619.xml.rels" ContentType="application/vnd.openxmlformats-package.relationships+xml"/>
  <Override PartName="/ppt/slides/_rels/slide273.xml.rels" ContentType="application/vnd.openxmlformats-package.relationships+xml"/>
  <Override PartName="/ppt/slides/_rels/slide412.xml.rels" ContentType="application/vnd.openxmlformats-package.relationships+xml"/>
  <Override PartName="/ppt/slides/_rels/slide523.xml.rels" ContentType="application/vnd.openxmlformats-package.relationships+xml"/>
  <Override PartName="/ppt/slides/_rels/slide1334.xml.rels" ContentType="application/vnd.openxmlformats-package.relationships+xml"/>
  <Override PartName="/ppt/slides/_rels/slide617.xml.rels" ContentType="application/vnd.openxmlformats-package.relationships+xml"/>
  <Override PartName="/ppt/slides/_rels/slide778.xml.rels" ContentType="application/vnd.openxmlformats-package.relationships+xml"/>
  <Override PartName="/ppt/slides/_rels/slide410.xml.rels" ContentType="application/vnd.openxmlformats-package.relationships+xml"/>
  <Override PartName="/ppt/slides/_rels/slide844.xml.rels" ContentType="application/vnd.openxmlformats-package.relationships+xml"/>
  <Override PartName="/ppt/slides/_rels/slide618.xml.rels" ContentType="application/vnd.openxmlformats-package.relationships+xml"/>
  <Override PartName="/ppt/slides/_rels/slide936.xml.rels" ContentType="application/vnd.openxmlformats-package.relationships+xml"/>
  <Override PartName="/ppt/slides/_rels/slide1115.xml.rels" ContentType="application/vnd.openxmlformats-package.relationships+xml"/>
  <Override PartName="/ppt/slides/_rels/slide476.xml.rels" ContentType="application/vnd.openxmlformats-package.relationships+xml"/>
  <Override PartName="/ppt/slides/_rels/slide614.xml.rels" ContentType="application/vnd.openxmlformats-package.relationships+xml"/>
  <Override PartName="/ppt/slides/_rels/slide1316.xml.rels" ContentType="application/vnd.openxmlformats-package.relationships+xml"/>
  <Override PartName="/ppt/slides/_rels/slide1307.xml.rels" ContentType="application/vnd.openxmlformats-package.relationships+xml"/>
  <Override PartName="/ppt/slides/_rels/slide1490.xml.rels" ContentType="application/vnd.openxmlformats-package.relationships+xml"/>
  <Override PartName="/ppt/slides/_rels/slide82.xml.rels" ContentType="application/vnd.openxmlformats-package.relationships+xml"/>
  <Override PartName="/ppt/slides/_rels/slide914.xml.rels" ContentType="application/vnd.openxmlformats-package.relationships+xml"/>
  <Override PartName="/ppt/slides/_rels/slide349.xml.rels" ContentType="application/vnd.openxmlformats-package.relationships+xml"/>
  <Override PartName="/ppt/slides/_rels/slide451.xml.rels" ContentType="application/vnd.openxmlformats-package.relationships+xml"/>
  <Override PartName="/ppt/slides/_rels/slide779.xml.rels" ContentType="application/vnd.openxmlformats-package.relationships+xml"/>
  <Override PartName="/ppt/slides/_rels/slide1655.xml.rels" ContentType="application/vnd.openxmlformats-package.relationships+xml"/>
  <Override PartName="/ppt/slides/_rels/slide10.xml.rels" ContentType="application/vnd.openxmlformats-package.relationships+xml"/>
  <Override PartName="/ppt/slides/_rels/slide616.xml.rels" ContentType="application/vnd.openxmlformats-package.relationships+xml"/>
  <Override PartName="/ppt/slides/_rels/slide234.xml.rels" ContentType="application/vnd.openxmlformats-package.relationships+xml"/>
  <Override PartName="/ppt/slides/_rels/slide493.xml.rels" ContentType="application/vnd.openxmlformats-package.relationships+xml"/>
  <Override PartName="/ppt/slides/_rels/slide91.xml.rels" ContentType="application/vnd.openxmlformats-package.relationships+xml"/>
  <Override PartName="/ppt/slides/_rels/slide978.xml.rels" ContentType="application/vnd.openxmlformats-package.relationships+xml"/>
  <Override PartName="/ppt/slides/_rels/slide1404.xml.rels" ContentType="application/vnd.openxmlformats-package.relationships+xml"/>
  <Override PartName="/ppt/slides/_rels/slide607.xml.rels" ContentType="application/vnd.openxmlformats-package.relationships+xml"/>
  <Override PartName="/ppt/slides/_rels/slide119.xml.rels" ContentType="application/vnd.openxmlformats-package.relationships+xml"/>
  <Override PartName="/ppt/slides/_rels/slide81.xml.rels" ContentType="application/vnd.openxmlformats-package.relationships+xml"/>
  <Override PartName="/ppt/slides/_rels/slide1494.xml.rels" ContentType="application/vnd.openxmlformats-package.relationships+xml"/>
  <Override PartName="/ppt/slides/_rels/slide760.xml.rels" ContentType="application/vnd.openxmlformats-package.relationships+xml"/>
  <Override PartName="/ppt/slides/_rels/slide968.xml.rels" ContentType="application/vnd.openxmlformats-package.relationships+xml"/>
  <Override PartName="/ppt/slides/_rels/slide1263.xml.rels" ContentType="application/vnd.openxmlformats-package.relationships+xml"/>
  <Override PartName="/ppt/slides/_rels/slide1500.xml.rels" ContentType="application/vnd.openxmlformats-package.relationships+xml"/>
  <Override PartName="/ppt/slides/_rels/slide1064.xml.rels" ContentType="application/vnd.openxmlformats-package.relationships+xml"/>
  <Override PartName="/ppt/slides/_rels/slide51.xml.rels" ContentType="application/vnd.openxmlformats-package.relationships+xml"/>
  <Override PartName="/ppt/slides/_rels/slide1666.xml.rels" ContentType="application/vnd.openxmlformats-package.relationships+xml"/>
  <Override PartName="/ppt/slides/_rels/slide1688.xml.rels" ContentType="application/vnd.openxmlformats-package.relationships+xml"/>
  <Override PartName="/ppt/slides/_rels/slide1324.xml.rels" ContentType="application/vnd.openxmlformats-package.relationships+xml"/>
  <Override PartName="/ppt/slides/_rels/slide840.xml.rels" ContentType="application/vnd.openxmlformats-package.relationships+xml"/>
  <Override PartName="/ppt/slides/_rels/slide1567.xml.rels" ContentType="application/vnd.openxmlformats-package.relationships+xml"/>
  <Override PartName="/ppt/slides/_rels/slide1370.xml.rels" ContentType="application/vnd.openxmlformats-package.relationships+xml"/>
  <Override PartName="/ppt/slides/_rels/slide1730.xml.rels" ContentType="application/vnd.openxmlformats-package.relationships+xml"/>
  <Override PartName="/ppt/slides/_rels/slide268.xml.rels" ContentType="application/vnd.openxmlformats-package.relationships+xml"/>
  <Override PartName="/ppt/slides/_rels/slide605.xml.rels" ContentType="application/vnd.openxmlformats-package.relationships+xml"/>
  <Override PartName="/ppt/slides/_rels/slide1922.xml.rels" ContentType="application/vnd.openxmlformats-package.relationships+xml"/>
  <Override PartName="/ppt/slides/_rels/slide1677.xml.rels" ContentType="application/vnd.openxmlformats-package.relationships+xml"/>
  <Override PartName="/ppt/slides/_rels/slide634.xml.rels" ContentType="application/vnd.openxmlformats-package.relationships+xml"/>
  <Override PartName="/ppt/slides/_rels/slide769.xml.rels" ContentType="application/vnd.openxmlformats-package.relationships+xml"/>
  <Override PartName="/ppt/slides/_rels/slide1328.xml.rels" ContentType="application/vnd.openxmlformats-package.relationships+xml"/>
  <Override PartName="/ppt/slides/_rels/slide603.xml.rels" ContentType="application/vnd.openxmlformats-package.relationships+xml"/>
  <Override PartName="/ppt/slides/_rels/slide1468.xml.rels" ContentType="application/vnd.openxmlformats-package.relationships+xml"/>
  <Override PartName="/ppt/slides/_rels/slide595.xml.rels" ContentType="application/vnd.openxmlformats-package.relationships+xml"/>
  <Override PartName="/ppt/slides/_rels/slide509.xml.rels" ContentType="application/vnd.openxmlformats-package.relationships+xml"/>
  <Override PartName="/ppt/slides/_rels/slide1302.xml.rels" ContentType="application/vnd.openxmlformats-package.relationships+xml"/>
  <Override PartName="/ppt/slides/_rels/slide1011.xml.rels" ContentType="application/vnd.openxmlformats-package.relationships+xml"/>
  <Override PartName="/ppt/slides/_rels/slide246.xml.rels" ContentType="application/vnd.openxmlformats-package.relationships+xml"/>
  <Override PartName="/ppt/slides/_rels/slide1467.xml.rels" ContentType="application/vnd.openxmlformats-package.relationships+xml"/>
  <Override PartName="/ppt/slides/_rels/slide1882.xml.rels" ContentType="application/vnd.openxmlformats-package.relationships+xml"/>
  <Override PartName="/ppt/slides/_rels/slide93.xml.rels" ContentType="application/vnd.openxmlformats-package.relationships+xml"/>
  <Override PartName="/ppt/slides/_rels/slide312.xml.rels" ContentType="application/vnd.openxmlformats-package.relationships+xml"/>
  <Override PartName="/ppt/slides/_rels/slide964.xml.rels" ContentType="application/vnd.openxmlformats-package.relationships+xml"/>
  <Override PartName="/ppt/slides/_rels/slide409.xml.rels" ContentType="application/vnd.openxmlformats-package.relationships+xml"/>
  <Override PartName="/ppt/slides/_rels/slide1573.xml.rels" ContentType="application/vnd.openxmlformats-package.relationships+xml"/>
  <Override PartName="/ppt/slides/_rels/slide1131.xml.rels" ContentType="application/vnd.openxmlformats-package.relationships+xml"/>
  <Override PartName="/ppt/slides/_rels/slide508.xml.rels" ContentType="application/vnd.openxmlformats-package.relationships+xml"/>
  <Override PartName="/ppt/slides/_rels/slide74.xml.rels" ContentType="application/vnd.openxmlformats-package.relationships+xml"/>
  <Override PartName="/ppt/slides/_rels/slide877.xml.rels" ContentType="application/vnd.openxmlformats-package.relationships+xml"/>
  <Override PartName="/ppt/slides/_rels/slide1724.xml.rels" ContentType="application/vnd.openxmlformats-package.relationships+xml"/>
  <Override PartName="/ppt/slides/_rels/slide1134.xml.rels" ContentType="application/vnd.openxmlformats-package.relationships+xml"/>
  <Override PartName="/ppt/slides/_rels/slide1477.xml.rels" ContentType="application/vnd.openxmlformats-package.relationships+xml"/>
  <Override PartName="/ppt/slides/_rels/slide1074.xml.rels" ContentType="application/vnd.openxmlformats-package.relationships+xml"/>
  <Override PartName="/ppt/slides/_rels/slide100.xml.rels" ContentType="application/vnd.openxmlformats-package.relationships+xml"/>
  <Override PartName="/ppt/slides/_rels/slide1456.xml.rels" ContentType="application/vnd.openxmlformats-package.relationships+xml"/>
  <Override PartName="/ppt/slides/_rels/slide125.xml.rels" ContentType="application/vnd.openxmlformats-package.relationships+xml"/>
  <Override PartName="/ppt/slides/_rels/slide658.xml.rels" ContentType="application/vnd.openxmlformats-package.relationships+xml"/>
  <Override PartName="/ppt/slides/_rels/slide1549.xml.rels" ContentType="application/vnd.openxmlformats-package.relationships+xml"/>
  <Override PartName="/ppt/slides/_rels/slide601.xml.rels" ContentType="application/vnd.openxmlformats-package.relationships+xml"/>
  <Override PartName="/ppt/slides/_rels/slide520.xml.rels" ContentType="application/vnd.openxmlformats-package.relationships+xml"/>
  <Override PartName="/ppt/slides/_rels/slide1274.xml.rels" ContentType="application/vnd.openxmlformats-package.relationships+xml"/>
  <Override PartName="/ppt/slides/_rels/slide1116.xml.rels" ContentType="application/vnd.openxmlformats-package.relationships+xml"/>
  <Override PartName="/ppt/slides/_rels/slide1252.xml.rels" ContentType="application/vnd.openxmlformats-package.relationships+xml"/>
  <Override PartName="/ppt/slides/_rels/slide374.xml.rels" ContentType="application/vnd.openxmlformats-package.relationships+xml"/>
  <Override PartName="/ppt/slides/_rels/slide1476.xml.rels" ContentType="application/vnd.openxmlformats-package.relationships+xml"/>
  <Override PartName="/ppt/slides/_rels/slide675.xml.rels" ContentType="application/vnd.openxmlformats-package.relationships+xml"/>
  <Override PartName="/ppt/slides/_rels/slide158.xml.rels" ContentType="application/vnd.openxmlformats-package.relationships+xml"/>
  <Override PartName="/ppt/slides/_rels/slide665.xml.rels" ContentType="application/vnd.openxmlformats-package.relationships+xml"/>
  <Override PartName="/ppt/slides/_rels/slide419.xml.rels" ContentType="application/vnd.openxmlformats-package.relationships+xml"/>
  <Override PartName="/ppt/slides/_rels/slide1114.xml.rels" ContentType="application/vnd.openxmlformats-package.relationships+xml"/>
  <Override PartName="/ppt/slides/_rels/slide1459.xml.rels" ContentType="application/vnd.openxmlformats-package.relationships+xml"/>
  <Override PartName="/ppt/slides/_rels/slide610.xml.rels" ContentType="application/vnd.openxmlformats-package.relationships+xml"/>
  <Override PartName="/ppt/slides/_rels/slide1947.xml.rels" ContentType="application/vnd.openxmlformats-package.relationships+xml"/>
  <Override PartName="/ppt/slides/_rels/slide62.xml.rels" ContentType="application/vnd.openxmlformats-package.relationships+xml"/>
  <Override PartName="/ppt/slides/_rels/slide1292.xml.rels" ContentType="application/vnd.openxmlformats-package.relationships+xml"/>
  <Override PartName="/ppt/slides/_rels/slide1239.xml.rels" ContentType="application/vnd.openxmlformats-package.relationships+xml"/>
  <Override PartName="/ppt/slides/_rels/slide906.xml.rels" ContentType="application/vnd.openxmlformats-package.relationships+xml"/>
  <Override PartName="/ppt/slides/_rels/slide982.xml.rels" ContentType="application/vnd.openxmlformats-package.relationships+xml"/>
  <Override PartName="/ppt/slides/_rels/slide1475.xml.rels" ContentType="application/vnd.openxmlformats-package.relationships+xml"/>
  <Override PartName="/ppt/slides/_rels/slide288.xml.rels" ContentType="application/vnd.openxmlformats-package.relationships+xml"/>
  <Override PartName="/ppt/slides/_rels/slide1401.xml.rels" ContentType="application/vnd.openxmlformats-package.relationships+xml"/>
  <Override PartName="/ppt/slides/_rels/slide775.xml.rels" ContentType="application/vnd.openxmlformats-package.relationships+xml"/>
  <Override PartName="/ppt/slides/_rels/slide416.xml.rels" ContentType="application/vnd.openxmlformats-package.relationships+xml"/>
  <Override PartName="/ppt/slides/_rels/slide1449.xml.rels" ContentType="application/vnd.openxmlformats-package.relationships+xml"/>
  <Override PartName="/ppt/slides/_rels/slide1102.xml.rels" ContentType="application/vnd.openxmlformats-package.relationships+xml"/>
  <Override PartName="/ppt/slides/_rels/slide1679.xml.rels" ContentType="application/vnd.openxmlformats-package.relationships+xml"/>
  <Override PartName="/ppt/slides/_rels/slide406.xml.rels" ContentType="application/vnd.openxmlformats-package.relationships+xml"/>
  <Override PartName="/ppt/slides/_rels/slide354.xml.rels" ContentType="application/vnd.openxmlformats-package.relationships+xml"/>
  <Override PartName="/ppt/slides/_rels/slide764.xml.rels" ContentType="application/vnd.openxmlformats-package.relationships+xml"/>
  <Override PartName="/ppt/slides/_rels/slide143.xml.rels" ContentType="application/vnd.openxmlformats-package.relationships+xml"/>
  <Override PartName="/ppt/slides/_rels/slide1787.xml.rels" ContentType="application/vnd.openxmlformats-package.relationships+xml"/>
  <Override PartName="/ppt/slides/_rels/slide400.xml.rels" ContentType="application/vnd.openxmlformats-package.relationships+xml"/>
  <Override PartName="/ppt/slides/_rels/slide229.xml.rels" ContentType="application/vnd.openxmlformats-package.relationships+xml"/>
  <Override PartName="/ppt/slides/_rels/slide997.xml.rels" ContentType="application/vnd.openxmlformats-package.relationships+xml"/>
  <Override PartName="/ppt/slides/_rels/slide170.xml.rels" ContentType="application/vnd.openxmlformats-package.relationships+xml"/>
  <Override PartName="/ppt/slides/_rels/slide475.xml.rels" ContentType="application/vnd.openxmlformats-package.relationships+xml"/>
  <Override PartName="/ppt/slides/_rels/slide817.xml.rels" ContentType="application/vnd.openxmlformats-package.relationships+xml"/>
  <Override PartName="/ppt/slides/_rels/slide128.xml.rels" ContentType="application/vnd.openxmlformats-package.relationships+xml"/>
  <Override PartName="/ppt/slides/_rels/slide233.xml.rels" ContentType="application/vnd.openxmlformats-package.relationships+xml"/>
  <Override PartName="/ppt/slides/_rels/slide864.xml.rels" ContentType="application/vnd.openxmlformats-package.relationships+xml"/>
  <Override PartName="/ppt/slides/_rels/slide357.xml.rels" ContentType="application/vnd.openxmlformats-package.relationships+xml"/>
  <Override PartName="/ppt/slides/_rels/slide474.xml.rels" ContentType="application/vnd.openxmlformats-package.relationships+xml"/>
  <Override PartName="/ppt/slides/_rels/slide176.xml.rels" ContentType="application/vnd.openxmlformats-package.relationships+xml"/>
  <Override PartName="/ppt/slides/_rels/slide76.xml.rels" ContentType="application/vnd.openxmlformats-package.relationships+xml"/>
  <Override PartName="/ppt/slides/_rels/slide1336.xml.rels" ContentType="application/vnd.openxmlformats-package.relationships+xml"/>
  <Override PartName="/ppt/slides/_rels/slide1432.xml.rels" ContentType="application/vnd.openxmlformats-package.relationships+xml"/>
  <Override PartName="/ppt/slides/_rels/slide547.xml.rels" ContentType="application/vnd.openxmlformats-package.relationships+xml"/>
  <Override PartName="/ppt/slides/_rels/slide729.xml.rels" ContentType="application/vnd.openxmlformats-package.relationships+xml"/>
  <Override PartName="/ppt/slides/_rels/slide185.xml.rels" ContentType="application/vnd.openxmlformats-package.relationships+xml"/>
  <Override PartName="/ppt/slides/_rels/slide457.xml.rels" ContentType="application/vnd.openxmlformats-package.relationships+xml"/>
  <Override PartName="/ppt/slides/_rels/slide1640.xml.rels" ContentType="application/vnd.openxmlformats-package.relationships+xml"/>
  <Override PartName="/ppt/slides/_rels/slide820.xml.rels" ContentType="application/vnd.openxmlformats-package.relationships+xml"/>
  <Override PartName="/ppt/slides/_rels/slide554.xml.rels" ContentType="application/vnd.openxmlformats-package.relationships+xml"/>
  <Override PartName="/ppt/slides/_rels/slide1526.xml.rels" ContentType="application/vnd.openxmlformats-package.relationships+xml"/>
  <Override PartName="/ppt/slides/_rels/slide1464.xml.rels" ContentType="application/vnd.openxmlformats-package.relationships+xml"/>
  <Override PartName="/ppt/slides/_rels/slide1694.xml.rels" ContentType="application/vnd.openxmlformats-package.relationships+xml"/>
  <Override PartName="/ppt/slides/_rels/slide1300.xml.rels" ContentType="application/vnd.openxmlformats-package.relationships+xml"/>
  <Override PartName="/ppt/slides/_rels/slide546.xml.rels" ContentType="application/vnd.openxmlformats-package.relationships+xml"/>
  <Override PartName="/ppt/slides/_rels/slide480.xml.rels" ContentType="application/vnd.openxmlformats-package.relationships+xml"/>
  <Override PartName="/ppt/slides/_rels/slide162.xml.rels" ContentType="application/vnd.openxmlformats-package.relationships+xml"/>
  <Override PartName="/ppt/slides/_rels/slide460.xml.rels" ContentType="application/vnd.openxmlformats-package.relationships+xml"/>
  <Override PartName="/ppt/slides/_rels/slide1495.xml.rels" ContentType="application/vnd.openxmlformats-package.relationships+xml"/>
  <Override PartName="/ppt/slides/_rels/slide1788.xml.rels" ContentType="application/vnd.openxmlformats-package.relationships+xml"/>
  <Override PartName="/ppt/slides/_rels/slide1473.xml.rels" ContentType="application/vnd.openxmlformats-package.relationships+xml"/>
  <Override PartName="/ppt/slides/_rels/slide681.xml.rels" ContentType="application/vnd.openxmlformats-package.relationships+xml"/>
  <Override PartName="/ppt/slides/_rels/slide1974.xml.rels" ContentType="application/vnd.openxmlformats-package.relationships+xml"/>
  <Override PartName="/ppt/slides/_rels/slide1684.xml.rels" ContentType="application/vnd.openxmlformats-package.relationships+xml"/>
  <Override PartName="/ppt/slides/_rels/slide448.xml.rels" ContentType="application/vnd.openxmlformats-package.relationships+xml"/>
  <Override PartName="/ppt/slides/_rels/slide1717.xml.rels" ContentType="application/vnd.openxmlformats-package.relationships+xml"/>
  <Override PartName="/ppt/slides/_rels/slide1044.xml.rels" ContentType="application/vnd.openxmlformats-package.relationships+xml"/>
  <Override PartName="/ppt/slides/_rels/slide447.xml.rels" ContentType="application/vnd.openxmlformats-package.relationships+xml"/>
  <Override PartName="/ppt/slides/_rels/slide577.xml.rels" ContentType="application/vnd.openxmlformats-package.relationships+xml"/>
  <Override PartName="/ppt/slides/_rels/slide411.xml.rels" ContentType="application/vnd.openxmlformats-package.relationships+xml"/>
  <Override PartName="/ppt/slides/_rels/slide37.xml.rels" ContentType="application/vnd.openxmlformats-package.relationships+xml"/>
  <Override PartName="/ppt/slides/_rels/slide167.xml.rels" ContentType="application/vnd.openxmlformats-package.relationships+xml"/>
  <Override PartName="/ppt/slides/_rels/slide644.xml.rels" ContentType="application/vnd.openxmlformats-package.relationships+xml"/>
  <Override PartName="/ppt/slides/_rels/slide1958.xml.rels" ContentType="application/vnd.openxmlformats-package.relationships+xml"/>
  <Override PartName="/ppt/slides/_rels/slide46.xml.rels" ContentType="application/vnd.openxmlformats-package.relationships+xml"/>
  <Override PartName="/ppt/slides/_rels/slide1574.xml.rels" ContentType="application/vnd.openxmlformats-package.relationships+xml"/>
  <Override PartName="/ppt/slides/_rels/slide977.xml.rels" ContentType="application/vnd.openxmlformats-package.relationships+xml"/>
  <Override PartName="/ppt/slides/_rels/slide45.xml.rels" ContentType="application/vnd.openxmlformats-package.relationships+xml"/>
  <Override PartName="/ppt/slides/_rels/slide34.xml.rels" ContentType="application/vnd.openxmlformats-package.relationships+xml"/>
  <Override PartName="/ppt/slides/_rels/slide928.xml.rels" ContentType="application/vnd.openxmlformats-package.relationships+xml"/>
  <Override PartName="/ppt/slides/_rels/slide744.xml.rels" ContentType="application/vnd.openxmlformats-package.relationships+xml"/>
  <Override PartName="/ppt/slides/_rels/slide1009.xml.rels" ContentType="application/vnd.openxmlformats-package.relationships+xml"/>
  <Override PartName="/ppt/slides/_rels/slide1406.xml.rels" ContentType="application/vnd.openxmlformats-package.relationships+xml"/>
  <Override PartName="/ppt/slides/_rels/slide967.xml.rels" ContentType="application/vnd.openxmlformats-package.relationships+xml"/>
  <Override PartName="/ppt/slides/_rels/slide146.xml.rels" ContentType="application/vnd.openxmlformats-package.relationships+xml"/>
  <Override PartName="/ppt/slides/_rels/slide1545.xml.rels" ContentType="application/vnd.openxmlformats-package.relationships+xml"/>
  <Override PartName="/ppt/slides/_rels/slide947.xml.rels" ContentType="application/vnd.openxmlformats-package.relationships+xml"/>
  <Override PartName="/ppt/slides/_rels/slide44.xml.rels" ContentType="application/vnd.openxmlformats-package.relationships+xml"/>
  <Override PartName="/ppt/slides/_rels/slide568.xml.rels" ContentType="application/vnd.openxmlformats-package.relationships+xml"/>
  <Override PartName="/ppt/slides/_rels/slide1587.xml.rels" ContentType="application/vnd.openxmlformats-package.relationships+xml"/>
  <Override PartName="/ppt/slides/_rels/slide1779.xml.rels" ContentType="application/vnd.openxmlformats-package.relationships+xml"/>
  <Override PartName="/ppt/slides/_rels/slide392.xml.rels" ContentType="application/vnd.openxmlformats-package.relationships+xml"/>
  <Override PartName="/ppt/slides/_rels/slide1305.xml.rels" ContentType="application/vnd.openxmlformats-package.relationships+xml"/>
  <Override PartName="/ppt/slides/_rels/slide567.xml.rels" ContentType="application/vnd.openxmlformats-package.relationships+xml"/>
  <Override PartName="/ppt/slides/_rels/slide1593.xml.rels" ContentType="application/vnd.openxmlformats-package.relationships+xml"/>
  <Override PartName="/ppt/slides/_rels/slide401.xml.rels" ContentType="application/vnd.openxmlformats-package.relationships+xml"/>
  <Override PartName="/ppt/slides/_rels/slide1778.xml.rels" ContentType="application/vnd.openxmlformats-package.relationships+xml"/>
  <Override PartName="/ppt/slides/_rels/slide628.xml.rels" ContentType="application/vnd.openxmlformats-package.relationships+xml"/>
  <Override PartName="/ppt/slides/_rels/slide36.xml.rels" ContentType="application/vnd.openxmlformats-package.relationships+xml"/>
  <Override PartName="/ppt/slides/_rels/slide1282.xml.rels" ContentType="application/vnd.openxmlformats-package.relationships+xml"/>
  <Override PartName="/ppt/slides/_rels/slide642.xml.rels" ContentType="application/vnd.openxmlformats-package.relationships+xml"/>
  <Override PartName="/ppt/slides/_rels/slide969.xml.rels" ContentType="application/vnd.openxmlformats-package.relationships+xml"/>
  <Override PartName="/ppt/slides/_rels/slide266.xml.rels" ContentType="application/vnd.openxmlformats-package.relationships+xml"/>
  <Override PartName="/ppt/slides/_rels/slide181.xml.rels" ContentType="application/vnd.openxmlformats-package.relationships+xml"/>
  <Override PartName="/ppt/slides/_rels/slide365.xml.rels" ContentType="application/vnd.openxmlformats-package.relationships+xml"/>
  <Override PartName="/ppt/slides/_rels/slide31.xml.rels" ContentType="application/vnd.openxmlformats-package.relationships+xml"/>
  <Override PartName="/ppt/slides/_rels/slide1506.xml.rels" ContentType="application/vnd.openxmlformats-package.relationships+xml"/>
  <Override PartName="/ppt/slides/_rels/slide755.xml.rels" ContentType="application/vnd.openxmlformats-package.relationships+xml"/>
  <Override PartName="/ppt/slides/_rels/slide1777.xml.rels" ContentType="application/vnd.openxmlformats-package.relationships+xml"/>
  <Override PartName="/ppt/slides/_rels/slide1429.xml.rels" ContentType="application/vnd.openxmlformats-package.relationships+xml"/>
  <Override PartName="/ppt/slides/_rels/slide28.xml.rels" ContentType="application/vnd.openxmlformats-package.relationships+xml"/>
  <Override PartName="/ppt/slides/_rels/slide1502.xml.rels" ContentType="application/vnd.openxmlformats-package.relationships+xml"/>
  <Override PartName="/ppt/slides/_rels/slide1556.xml.rels" ContentType="application/vnd.openxmlformats-package.relationships+xml"/>
  <Override PartName="/ppt/slides/_rels/slide360.xml.rels" ContentType="application/vnd.openxmlformats-package.relationships+xml"/>
  <Override PartName="/ppt/slides/_rels/slide1555.xml.rels" ContentType="application/vnd.openxmlformats-package.relationships+xml"/>
  <Override PartName="/ppt/slides/_rels/slide25.xml.rels" ContentType="application/vnd.openxmlformats-package.relationships+xml"/>
  <Override PartName="/ppt/slides/_rels/slide487.xml.rels" ContentType="application/vnd.openxmlformats-package.relationships+xml"/>
  <Override PartName="/ppt/slides/_rels/slide21.xml.rels" ContentType="application/vnd.openxmlformats-package.relationships+xml"/>
  <Override PartName="/ppt/slides/_rels/slide1848.xml.rels" ContentType="application/vnd.openxmlformats-package.relationships+xml"/>
  <Override PartName="/ppt/slides/_rels/slide768.xml.rels" ContentType="application/vnd.openxmlformats-package.relationships+xml"/>
  <Override PartName="/ppt/slides/_rels/slide1577.xml.rels" ContentType="application/vnd.openxmlformats-package.relationships+xml"/>
  <Override PartName="/ppt/slides/_rels/slide797.xml.rels" ContentType="application/vnd.openxmlformats-package.relationships+xml"/>
  <Override PartName="/ppt/slides/_rels/slide800.xml.rels" ContentType="application/vnd.openxmlformats-package.relationships+xml"/>
  <Override PartName="/ppt/slides/_rels/slide101.xml.rels" ContentType="application/vnd.openxmlformats-package.relationships+xml"/>
  <Override PartName="/ppt/slides/_rels/slide1721.xml.rels" ContentType="application/vnd.openxmlformats-package.relationships+xml"/>
  <Override PartName="/ppt/slides/_rels/slide1478.xml.rels" ContentType="application/vnd.openxmlformats-package.relationships+xml"/>
  <Override PartName="/ppt/slides/_rels/slide481.xml.rels" ContentType="application/vnd.openxmlformats-package.relationships+xml"/>
  <Override PartName="/ppt/slides/_rels/slide390.xml.rels" ContentType="application/vnd.openxmlformats-package.relationships+xml"/>
  <Override PartName="/ppt/slides/_rels/slide267.xml.rels" ContentType="application/vnd.openxmlformats-package.relationships+xml"/>
  <Override PartName="/ppt/slides/_rels/slide1770.xml.rels" ContentType="application/vnd.openxmlformats-package.relationships+xml"/>
  <Override PartName="/ppt/slides/_rels/slide373.xml.rels" ContentType="application/vnd.openxmlformats-package.relationships+xml"/>
  <Override PartName="/ppt/slides/_rels/slide660.xml.rels" ContentType="application/vnd.openxmlformats-package.relationships+xml"/>
  <Override PartName="/ppt/slides/_rels/slide478.xml.rels" ContentType="application/vnd.openxmlformats-package.relationships+xml"/>
  <Override PartName="/ppt/slides/_rels/slide791.xml.rels" ContentType="application/vnd.openxmlformats-package.relationships+xml"/>
  <Override PartName="/ppt/slides/_rels/slide1689.xml.rels" ContentType="application/vnd.openxmlformats-package.relationships+xml"/>
  <Override PartName="/ppt/slides/_rels/slide1217.xml.rels" ContentType="application/vnd.openxmlformats-package.relationships+xml"/>
  <Override PartName="/ppt/slides/_rels/slide340.xml.rels" ContentType="application/vnd.openxmlformats-package.relationships+xml"/>
  <Override PartName="/ppt/slides/_rels/slide1668.xml.rels" ContentType="application/vnd.openxmlformats-package.relationships+xml"/>
  <Override PartName="/ppt/slides/_rels/slide646.xml.rels" ContentType="application/vnd.openxmlformats-package.relationships+xml"/>
  <Override PartName="/ppt/slides/_rels/slide201.xml.rels" ContentType="application/vnd.openxmlformats-package.relationships+xml"/>
  <Override PartName="/ppt/slides/_rels/slide468.xml.rels" ContentType="application/vnd.openxmlformats-package.relationships+xml"/>
  <Override PartName="/ppt/slides/_rels/slide418.xml.rels" ContentType="application/vnd.openxmlformats-package.relationships+xml"/>
  <Override PartName="/ppt/slides/_rels/slide1566.xml.rels" ContentType="application/vnd.openxmlformats-package.relationships+xml"/>
  <Override PartName="/ppt/slides/_rels/slide1382.xml.rels" ContentType="application/vnd.openxmlformats-package.relationships+xml"/>
  <Override PartName="/ppt/slides/_rels/slide450.xml.rels" ContentType="application/vnd.openxmlformats-package.relationships+xml"/>
  <Override PartName="/ppt/slides/_rels/slide1308.xml.rels" ContentType="application/vnd.openxmlformats-package.relationships+xml"/>
  <Override PartName="/ppt/slides/_rels/slide1514.xml.rels" ContentType="application/vnd.openxmlformats-package.relationships+xml"/>
  <Override PartName="/ppt/slides/_rels/slide1615.xml.rels" ContentType="application/vnd.openxmlformats-package.relationships+xml"/>
  <Override PartName="/ppt/slides/_rels/slide73.xml.rels" ContentType="application/vnd.openxmlformats-package.relationships+xml"/>
  <Override PartName="/ppt/slides/_rels/slide1499.xml.rels" ContentType="application/vnd.openxmlformats-package.relationships+xml"/>
  <Override PartName="/ppt/slides/_rels/slide608.xml.rels" ContentType="application/vnd.openxmlformats-package.relationships+xml"/>
  <Override PartName="/ppt/slides/_rels/slide1182.xml.rels" ContentType="application/vnd.openxmlformats-package.relationships+xml"/>
  <Override PartName="/ppt/slides/_rels/slide602.xml.rels" ContentType="application/vnd.openxmlformats-package.relationships+xml"/>
  <Override PartName="/ppt/slides/_rels/slide1732.xml.rels" ContentType="application/vnd.openxmlformats-package.relationships+xml"/>
  <Override PartName="/ppt/slides/_rels/slide1187.xml.rels" ContentType="application/vnd.openxmlformats-package.relationships+xml"/>
  <Override PartName="/ppt/slides/_rels/slide41.xml.rels" ContentType="application/vnd.openxmlformats-package.relationships+xml"/>
  <Override PartName="/ppt/slides/_rels/slide291.xml.rels" ContentType="application/vnd.openxmlformats-package.relationships+xml"/>
  <Override PartName="/ppt/slides/_rels/slide557.xml.rels" ContentType="application/vnd.openxmlformats-package.relationships+xml"/>
  <Override PartName="/ppt/slides/_rels/slide1602.xml.rels" ContentType="application/vnd.openxmlformats-package.relationships+xml"/>
  <Override PartName="/ppt/slides/_rels/slide996.xml.rels" ContentType="application/vnd.openxmlformats-package.relationships+xml"/>
  <Override PartName="/ppt/slides/_rels/slide145.xml.rels" ContentType="application/vnd.openxmlformats-package.relationships+xml"/>
  <Override PartName="/ppt/slides/_rels/slide456.xml.rels" ContentType="application/vnd.openxmlformats-package.relationships+xml"/>
  <Override PartName="/ppt/slides/_rels/slide275.xml.rels" ContentType="application/vnd.openxmlformats-package.relationships+xml"/>
  <Override PartName="/ppt/slides/_rels/slide981.xml.rels" ContentType="application/vnd.openxmlformats-package.relationships+xml"/>
  <Override PartName="/ppt/slides/_rels/slide1333.xml.rels" ContentType="application/vnd.openxmlformats-package.relationships+xml"/>
  <Override PartName="/ppt/slides/_rels/slide1739.xml.rels" ContentType="application/vnd.openxmlformats-package.relationships+xml"/>
  <Override PartName="/ppt/slides/_rels/slide1762.xml.rels" ContentType="application/vnd.openxmlformats-package.relationships+xml"/>
  <Override PartName="/ppt/slides/_rels/slide1191.xml.rels" ContentType="application/vnd.openxmlformats-package.relationships+xml"/>
  <Override PartName="/ppt/slides/_rels/slide131.xml.rels" ContentType="application/vnd.openxmlformats-package.relationships+xml"/>
  <Override PartName="/ppt/slides/_rels/slide1750.xml.rels" ContentType="application/vnd.openxmlformats-package.relationships+xml"/>
  <Override PartName="/ppt/slides/_rels/slide725.xml.rels" ContentType="application/vnd.openxmlformats-package.relationships+xml"/>
  <Override PartName="/ppt/slides/_rels/slide245.xml.rels" ContentType="application/vnd.openxmlformats-package.relationships+xml"/>
  <Override PartName="/ppt/slides/_rels/slide407.xml.rels" ContentType="application/vnd.openxmlformats-package.relationships+xml"/>
  <Override PartName="/ppt/slides/_rels/slide1505.xml.rels" ContentType="application/vnd.openxmlformats-package.relationships+xml"/>
  <Override PartName="/ppt/slides/_rels/slide580.xml.rels" ContentType="application/vnd.openxmlformats-package.relationships+xml"/>
  <Override PartName="/ppt/slides/_rels/slide956.xml.rels" ContentType="application/vnd.openxmlformats-package.relationships+xml"/>
  <Override PartName="/ppt/slides/_rels/slide856.xml.rels" ContentType="application/vnd.openxmlformats-package.relationships+xml"/>
  <Override PartName="/ppt/slides/_rels/slide519.xml.rels" ContentType="application/vnd.openxmlformats-package.relationships+xml"/>
  <Override PartName="/ppt/slides/_rels/slide762.xml.rels" ContentType="application/vnd.openxmlformats-package.relationships+xml"/>
  <Override PartName="/ppt/slides/_rels/slide1507.xml.rels" ContentType="application/vnd.openxmlformats-package.relationships+xml"/>
  <Override PartName="/ppt/slides/_rels/slide316.xml.rels" ContentType="application/vnd.openxmlformats-package.relationships+xml"/>
  <Override PartName="/ppt/slides/_rels/slide680.xml.rels" ContentType="application/vnd.openxmlformats-package.relationships+xml"/>
  <Override PartName="/ppt/slides/_rels/slide77.xml.rels" ContentType="application/vnd.openxmlformats-package.relationships+xml"/>
  <Override PartName="/ppt/slides/_rels/slide1504.xml.rels" ContentType="application/vnd.openxmlformats-package.relationships+xml"/>
  <Override PartName="/ppt/slides/_rels/slide1421.xml.rels" ContentType="application/vnd.openxmlformats-package.relationships+xml"/>
  <Override PartName="/ppt/slides/_rels/slide1059.xml.rels" ContentType="application/vnd.openxmlformats-package.relationships+xml"/>
  <Override PartName="/ppt/slides/_rels/slide20.xml.rels" ContentType="application/vnd.openxmlformats-package.relationships+xml"/>
  <Override PartName="/ppt/slides/_rels/slide352.xml.rels" ContentType="application/vnd.openxmlformats-package.relationships+xml"/>
  <Override PartName="/ppt/slides/_rels/slide604.xml.rels" ContentType="application/vnd.openxmlformats-package.relationships+xml"/>
  <Override PartName="/ppt/slides/_rels/slide1403.xml.rels" ContentType="application/vnd.openxmlformats-package.relationships+xml"/>
  <Override PartName="/ppt/slides/_rels/slide1141.xml.rels" ContentType="application/vnd.openxmlformats-package.relationships+xml"/>
  <Override PartName="/ppt/slides/_rels/slide141.xml.rels" ContentType="application/vnd.openxmlformats-package.relationships+xml"/>
  <Override PartName="/ppt/slides/_rels/slide901.xml.rels" ContentType="application/vnd.openxmlformats-package.relationships+xml"/>
  <Override PartName="/ppt/slides/_rels/slide986.xml.rels" ContentType="application/vnd.openxmlformats-package.relationships+xml"/>
  <Override PartName="/ppt/slides/_rels/slide1405.xml.rels" ContentType="application/vnd.openxmlformats-package.relationships+xml"/>
  <Override PartName="/ppt/slides/_rels/slide121.xml.rels" ContentType="application/vnd.openxmlformats-package.relationships+xml"/>
  <Override PartName="/ppt/slides/_rels/slide1645.xml.rels" ContentType="application/vnd.openxmlformats-package.relationships+xml"/>
  <Override PartName="/ppt/slides/_rels/slide899.xml.rels" ContentType="application/vnd.openxmlformats-package.relationships+xml"/>
  <Override PartName="/ppt/slides/_rels/slide1312.xml.rels" ContentType="application/vnd.openxmlformats-package.relationships+xml"/>
  <Override PartName="/ppt/slides/_rels/slide1431.xml.rels" ContentType="application/vnd.openxmlformats-package.relationships+xml"/>
  <Override PartName="/ppt/slides/_rels/slide1463.xml.rels" ContentType="application/vnd.openxmlformats-package.relationships+xml"/>
  <Override PartName="/ppt/slides/_rels/slide18.xml.rels" ContentType="application/vnd.openxmlformats-package.relationships+xml"/>
  <Override PartName="/ppt/slides/_rels/slide164.xml.rels" ContentType="application/vnd.openxmlformats-package.relationships+xml"/>
  <Override PartName="/ppt/slides/_rels/slide11.xml.rels" ContentType="application/vnd.openxmlformats-package.relationships+xml"/>
  <Override PartName="/ppt/slides/_rels/slide1201.xml.rels" ContentType="application/vnd.openxmlformats-package.relationships+xml"/>
  <Override PartName="/ppt/slides/_rels/slide310.xml.rels" ContentType="application/vnd.openxmlformats-package.relationships+xml"/>
  <Override PartName="/ppt/slides/_rels/slide67.xml.rels" ContentType="application/vnd.openxmlformats-package.relationships+xml"/>
  <Override PartName="/ppt/slides/_rels/slide1489.xml.rels" ContentType="application/vnd.openxmlformats-package.relationships+xml"/>
  <Override PartName="/ppt/slides/_rels/slide102.xml.rels" ContentType="application/vnd.openxmlformats-package.relationships+xml"/>
  <Override PartName="/ppt/slides/_rels/slide278.xml.rels" ContentType="application/vnd.openxmlformats-package.relationships+xml"/>
  <Override PartName="/ppt/slides/_rels/slide414.xml.rels" ContentType="application/vnd.openxmlformats-package.relationships+xml"/>
  <Override PartName="/ppt/slides/_rels/slide737.xml.rels" ContentType="application/vnd.openxmlformats-package.relationships+xml"/>
  <Override PartName="/ppt/slides/_rels/slide94.xml.rels" ContentType="application/vnd.openxmlformats-package.relationships+xml"/>
  <Override PartName="/ppt/slides/_rels/slide348.xml.rels" ContentType="application/vnd.openxmlformats-package.relationships+xml"/>
  <Override PartName="/ppt/slides/_rels/slide1622.xml.rels" ContentType="application/vnd.openxmlformats-package.relationships+xml"/>
  <Override PartName="/ppt/slides/_rels/slide83.xml.rels" ContentType="application/vnd.openxmlformats-package.relationships+xml"/>
  <Override PartName="/ppt/slides/_rels/slide1942.xml.rels" ContentType="application/vnd.openxmlformats-package.relationships+xml"/>
  <Override PartName="/ppt/slides/_rels/slide1313.xml.rels" ContentType="application/vnd.openxmlformats-package.relationships+xml"/>
  <Override PartName="/ppt/slides/_rels/slide1804.xml.rels" ContentType="application/vnd.openxmlformats-package.relationships+xml"/>
  <Override PartName="/ppt/slides/_rels/slide1221.xml.rels" ContentType="application/vnd.openxmlformats-package.relationships+xml"/>
  <Override PartName="/ppt/slides/_rels/slide1488.xml.rels" ContentType="application/vnd.openxmlformats-package.relationships+xml"/>
  <Override PartName="/ppt/slides/_rels/slide720.xml.rels" ContentType="application/vnd.openxmlformats-package.relationships+xml"/>
  <Override PartName="/ppt/slides/_rels/slide1144.xml.rels" ContentType="application/vnd.openxmlformats-package.relationships+xml"/>
  <Override PartName="/ppt/slides/_rels/slide112.xml.rels" ContentType="application/vnd.openxmlformats-package.relationships+xml"/>
  <Override PartName="/ppt/slides/_rels/slide1667.xml.rels" ContentType="application/vnd.openxmlformats-package.relationships+xml"/>
  <Override PartName="/ppt/slides/_rels/slide1561.xml.rels" ContentType="application/vnd.openxmlformats-package.relationships+xml"/>
  <Override PartName="/ppt/slides/_rels/slide1002.xml.rels" ContentType="application/vnd.openxmlformats-package.relationships+xml"/>
  <Override PartName="/ppt/slides/_rels/slide664.xml.rels" ContentType="application/vnd.openxmlformats-package.relationships+xml"/>
  <Override PartName="/ppt/slides/_rels/slide904.xml.rels" ContentType="application/vnd.openxmlformats-package.relationships+xml"/>
  <Override PartName="/ppt/slides/_rels/slide444.xml.rels" ContentType="application/vnd.openxmlformats-package.relationships+xml"/>
  <Override PartName="/ppt/slides/_rels/slide1521.xml.rels" ContentType="application/vnd.openxmlformats-package.relationships+xml"/>
  <Override PartName="/ppt/slides/_rels/slide19.xml.rels" ContentType="application/vnd.openxmlformats-package.relationships+xml"/>
  <Override PartName="/ppt/slides/_rels/slide957.xml.rels" ContentType="application/vnd.openxmlformats-package.relationships+xml"/>
  <Override PartName="/ppt/slides/_rels/slide258.xml.rels" ContentType="application/vnd.openxmlformats-package.relationships+xml"/>
  <Override PartName="/ppt/slides/_rels/slide290.xml.rels" ContentType="application/vnd.openxmlformats-package.relationships+xml"/>
  <Override PartName="/ppt/slides/_rels/slide257.xml.rels" ContentType="application/vnd.openxmlformats-package.relationships+xml"/>
  <Override PartName="/ppt/slides/_rels/slide166.xml.rels" ContentType="application/vnd.openxmlformats-package.relationships+xml"/>
  <Override PartName="/ppt/slides/_rels/slide556.xml.rels" ContentType="application/vnd.openxmlformats-package.relationships+xml"/>
  <Override PartName="/ppt/slides/_rels/slide1469.xml.rels" ContentType="application/vnd.openxmlformats-package.relationships+xml"/>
  <Override PartName="/ppt/slides/_rels/slide1654.xml.rels" ContentType="application/vnd.openxmlformats-package.relationships+xml"/>
  <Override PartName="/ppt/slides/_rels/slide1184.xml.rels" ContentType="application/vnd.openxmlformats-package.relationships+xml"/>
  <Override PartName="/ppt/slides/_rels/slide299.xml.rels" ContentType="application/vnd.openxmlformats-package.relationships+xml"/>
  <Override PartName="/ppt/slides/_rels/slide1653.xml.rels" ContentType="application/vnd.openxmlformats-package.relationships+xml"/>
  <Override PartName="/ppt/slides/_rels/slide165.xml.rels" ContentType="application/vnd.openxmlformats-package.relationships+xml"/>
  <Override PartName="/ppt/slides/_rels/slide1652.xml.rels" ContentType="application/vnd.openxmlformats-package.relationships+xml"/>
  <Override PartName="/ppt/slides/_rels/slide1299.xml.rels" ContentType="application/vnd.openxmlformats-package.relationships+xml"/>
  <Override PartName="/ppt/slides/_rels/slide1200.xml.rels" ContentType="application/vnd.openxmlformats-package.relationships+xml"/>
  <Override PartName="/ppt/slides/_rels/slide1082.xml.rels" ContentType="application/vnd.openxmlformats-package.relationships+xml"/>
  <Override PartName="/ppt/slides/_rels/slide1287.xml.rels" ContentType="application/vnd.openxmlformats-package.relationships+xml"/>
  <Override PartName="/ppt/slides/_rels/slide1235.xml.rels" ContentType="application/vnd.openxmlformats-package.relationships+xml"/>
  <Override PartName="/ppt/slides/_rels/slide1651.xml.rels" ContentType="application/vnd.openxmlformats-package.relationships+xml"/>
  <Override PartName="/ppt/slides/_rels/slide1524.xml.rels" ContentType="application/vnd.openxmlformats-package.relationships+xml"/>
  <Override PartName="/ppt/slides/_rels/slide1280.xml.rels" ContentType="application/vnd.openxmlformats-package.relationships+xml"/>
  <Override PartName="/ppt/slides/_rels/slide308.xml.rels" ContentType="application/vnd.openxmlformats-package.relationships+xml"/>
  <Override PartName="/ppt/slides/_rels/slide1036.xml.rels" ContentType="application/vnd.openxmlformats-package.relationships+xml"/>
  <Override PartName="/ppt/slides/_rels/slide1025.xml.rels" ContentType="application/vnd.openxmlformats-package.relationships+xml"/>
  <Override PartName="/ppt/slides/_rels/slide876.xml.rels" ContentType="application/vnd.openxmlformats-package.relationships+xml"/>
  <Override PartName="/ppt/slides/_rels/slide510.xml.rels" ContentType="application/vnd.openxmlformats-package.relationships+xml"/>
  <Override PartName="/ppt/slides/_rels/slide1111.xml.rels" ContentType="application/vnd.openxmlformats-package.relationships+xml"/>
  <Override PartName="/ppt/slides/_rels/slide950.xml.rels" ContentType="application/vnd.openxmlformats-package.relationships+xml"/>
  <Override PartName="/ppt/slides/_rels/slide810.xml.rels" ContentType="application/vnd.openxmlformats-package.relationships+xml"/>
  <Override PartName="/ppt/slides/_rels/slide1290.xml.rels" ContentType="application/vnd.openxmlformats-package.relationships+xml"/>
  <Override PartName="/ppt/slides/_rels/slide251.xml.rels" ContentType="application/vnd.openxmlformats-package.relationships+xml"/>
  <Override PartName="/ppt/slides/_rels/slide622.xml.rels" ContentType="application/vnd.openxmlformats-package.relationships+xml"/>
  <Override PartName="/ppt/slides/_rels/slide1298.xml.rels" ContentType="application/vnd.openxmlformats-package.relationships+xml"/>
  <Override PartName="/ppt/slides/_rels/slide250.xml.rels" ContentType="application/vnd.openxmlformats-package.relationships+xml"/>
  <Override PartName="/ppt/slides/_rels/slide1387.xml.rels" ContentType="application/vnd.openxmlformats-package.relationships+xml"/>
  <Override PartName="/ppt/slides/_rels/slide149.xml.rels" ContentType="application/vnd.openxmlformats-package.relationships+xml"/>
  <Override PartName="/ppt/slides/_rels/slide1644.xml.rels" ContentType="application/vnd.openxmlformats-package.relationships+xml"/>
  <Override PartName="/ppt/slides/_rels/slide485.xml.rels" ContentType="application/vnd.openxmlformats-package.relationships+xml"/>
  <Override PartName="/ppt/slides/_rels/slide945.xml.rels" ContentType="application/vnd.openxmlformats-package.relationships+xml"/>
  <Override PartName="/ppt/slides/_rels/slide627.xml.rels" ContentType="application/vnd.openxmlformats-package.relationships+xml"/>
  <Override PartName="/ppt/slides/_rels/slide1133.xml.rels" ContentType="application/vnd.openxmlformats-package.relationships+xml"/>
  <Override PartName="/ppt/slides/_rels/slide1748.xml.rels" ContentType="application/vnd.openxmlformats-package.relationships+xml"/>
  <Override PartName="/ppt/slides/_rels/slide1641.xml.rels" ContentType="application/vnd.openxmlformats-package.relationships+xml"/>
  <Override PartName="/ppt/slides/_rels/slide228.xml.rels" ContentType="application/vnd.openxmlformats-package.relationships+xml"/>
  <Override PartName="/ppt/slides/_rels/slide243.xml.rels" ContentType="application/vnd.openxmlformats-package.relationships+xml"/>
  <Override PartName="/ppt/slides/_rels/slide182.xml.rels" ContentType="application/vnd.openxmlformats-package.relationships+xml"/>
  <Override PartName="/ppt/slides/_rels/slide242.xml.rels" ContentType="application/vnd.openxmlformats-package.relationships+xml"/>
  <Override PartName="/ppt/slides/_rels/slide1379.xml.rels" ContentType="application/vnd.openxmlformats-package.relationships+xml"/>
  <Override PartName="/ppt/slides/_rels/slide910.xml.rels" ContentType="application/vnd.openxmlformats-package.relationships+xml"/>
  <Override PartName="/ppt/slides/_rels/slide1378.xml.rels" ContentType="application/vnd.openxmlformats-package.relationships+xml"/>
  <Override PartName="/ppt/slides/_rels/slide880.xml.rels" ContentType="application/vnd.openxmlformats-package.relationships+xml"/>
  <Override PartName="/ppt/slides/_rels/slide375.xml.rels" ContentType="application/vnd.openxmlformats-package.relationships+xml"/>
  <Override PartName="/ppt/slides/_rels/slide1284.xml.rels" ContentType="application/vnd.openxmlformats-package.relationships+xml"/>
  <Override PartName="/ppt/slides/_rels/slide990.xml.rels" ContentType="application/vnd.openxmlformats-package.relationships+xml"/>
  <Override PartName="/ppt/slides/_rels/slide200.xml.rels" ContentType="application/vnd.openxmlformats-package.relationships+xml"/>
  <Override PartName="/ppt/slides/_rels/slide1948.xml.rels" ContentType="application/vnd.openxmlformats-package.relationships+xml"/>
  <Override PartName="/ppt/slides/_rels/slide1559.xml.rels" ContentType="application/vnd.openxmlformats-package.relationships+xml"/>
  <Override PartName="/ppt/slides/_rels/slide1772.xml.rels" ContentType="application/vnd.openxmlformats-package.relationships+xml"/>
  <Override PartName="/ppt/slides/_rels/slide1323.xml.rels" ContentType="application/vnd.openxmlformats-package.relationships+xml"/>
  <Override PartName="/ppt/slides/_rels/slide217.xml.rels" ContentType="application/vnd.openxmlformats-package.relationships+xml"/>
  <Override PartName="/ppt/slides/_rels/slide1047.xml.rels" ContentType="application/vnd.openxmlformats-package.relationships+xml"/>
  <Override PartName="/ppt/slides/_rels/slide1614.xml.rels" ContentType="application/vnd.openxmlformats-package.relationships+xml"/>
  <Override PartName="/ppt/slides/_rels/slide541.xml.rels" ContentType="application/vnd.openxmlformats-package.relationships+xml"/>
  <Override PartName="/ppt/slides/_rels/slide1054.xml.rels" ContentType="application/vnd.openxmlformats-package.relationships+xml"/>
  <Override PartName="/ppt/slides/_rels/slide1101.xml.rels" ContentType="application/vnd.openxmlformats-package.relationships+xml"/>
  <Override PartName="/ppt/slides/_rels/slide1346.xml.rels" ContentType="application/vnd.openxmlformats-package.relationships+xml"/>
  <Override PartName="/ppt/slides/_rels/slide1626.xml.rels" ContentType="application/vnd.openxmlformats-package.relationships+xml"/>
  <Override PartName="/ppt/slides/_rels/slide1014.xml.rels" ContentType="application/vnd.openxmlformats-package.relationships+xml"/>
  <Override PartName="/ppt/slides/_rels/slide297.xml.rels" ContentType="application/vnd.openxmlformats-package.relationships+xml"/>
  <Override PartName="/ppt/slides/_rels/slide1107.xml.rels" ContentType="application/vnd.openxmlformats-package.relationships+xml"/>
  <Override PartName="/ppt/slides/_rels/slide346.xml.rels" ContentType="application/vnd.openxmlformats-package.relationships+xml"/>
  <Override PartName="/ppt/slides/_rels/slide1579.xml.rels" ContentType="application/vnd.openxmlformats-package.relationships+xml"/>
  <Override PartName="/ppt/slides/_rels/slide1143.xml.rels" ContentType="application/vnd.openxmlformats-package.relationships+xml"/>
  <Override PartName="/ppt/slides/_rels/slide1547.xml.rels" ContentType="application/vnd.openxmlformats-package.relationships+xml"/>
  <Override PartName="/ppt/slides/_rels/slide1106.xml.rels" ContentType="application/vnd.openxmlformats-package.relationships+xml"/>
  <Override PartName="/ppt/slides/_rels/slide655.xml.rels" ContentType="application/vnd.openxmlformats-package.relationships+xml"/>
  <Override PartName="/ppt/slides/_rels/slide897.xml.rels" ContentType="application/vnd.openxmlformats-package.relationships+xml"/>
  <Override PartName="/ppt/slides/_rels/slide1304.xml.rels" ContentType="application/vnd.openxmlformats-package.relationships+xml"/>
  <Override PartName="/ppt/slides/_rels/slide1411.xml.rels" ContentType="application/vnd.openxmlformats-package.relationships+xml"/>
  <Override PartName="/ppt/slides/_rels/slide1437.xml.rels" ContentType="application/vnd.openxmlformats-package.relationships+xml"/>
  <Override PartName="/ppt/slides/_rels/slide1354.xml.rels" ContentType="application/vnd.openxmlformats-package.relationships+xml"/>
  <Override PartName="/ppt/slides/_rels/slide30.xml.rels" ContentType="application/vnd.openxmlformats-package.relationships+xml"/>
  <Override PartName="/ppt/slides/_rels/slide160.xml.rels" ContentType="application/vnd.openxmlformats-package.relationships+xml"/>
  <Override PartName="/ppt/slides/_rels/slide50.xml.rels" ContentType="application/vnd.openxmlformats-package.relationships+xml"/>
  <Override PartName="/ppt/slides/_rels/slide917.xml.rels" ContentType="application/vnd.openxmlformats-package.relationships+xml"/>
  <Override PartName="/ppt/slides/_rels/slide254.xml.rels" ContentType="application/vnd.openxmlformats-package.relationships+xml"/>
  <Override PartName="/ppt/slides/_rels/slide1647.xml.rels" ContentType="application/vnd.openxmlformats-package.relationships+xml"/>
  <Override PartName="/ppt/slides/_rels/slide875.xml.rels" ContentType="application/vnd.openxmlformats-package.relationships+xml"/>
  <Override PartName="/ppt/slides/_rels/slide1212.xml.rels" ContentType="application/vnd.openxmlformats-package.relationships+xml"/>
  <Override PartName="/ppt/slides/_rels/slide606.xml.rels" ContentType="application/vnd.openxmlformats-package.relationships+xml"/>
  <Override PartName="/ppt/slides/_rels/slide208.xml.rels" ContentType="application/vnd.openxmlformats-package.relationships+xml"/>
  <Override PartName="/ppt/slides/_rels/slide980.xml.rels" ContentType="application/vnd.openxmlformats-package.relationships+xml"/>
  <Override PartName="/ppt/slides/_rels/slide491.xml.rels" ContentType="application/vnd.openxmlformats-package.relationships+xml"/>
  <Override PartName="/ppt/slides/_rels/slide1357.xml.rels" ContentType="application/vnd.openxmlformats-package.relationships+xml"/>
  <Override PartName="/ppt/slides/_rels/slide668.xml.rels" ContentType="application/vnd.openxmlformats-package.relationships+xml"/>
  <Override PartName="/ppt/slides/_rels/slide1642.xml.rels" ContentType="application/vnd.openxmlformats-package.relationships+xml"/>
  <Override PartName="/ppt/slides/_rels/slide88.xml.rels" ContentType="application/vnd.openxmlformats-package.relationships+xml"/>
  <Override PartName="/ppt/slides/_rels/slide1337.xml.rels" ContentType="application/vnd.openxmlformats-package.relationships+xml"/>
  <Override PartName="/ppt/slides/_rels/slide1306.xml.rels" ContentType="application/vnd.openxmlformats-package.relationships+xml"/>
  <Override PartName="/ppt/slides/_rels/slide670.xml.rels" ContentType="application/vnd.openxmlformats-package.relationships+xml"/>
  <Override PartName="/ppt/slides/_rels/slide1784.xml.rels" ContentType="application/vnd.openxmlformats-package.relationships+xml"/>
  <Override PartName="/ppt/slides/_rels/slide1368.xml.rels" ContentType="application/vnd.openxmlformats-package.relationships+xml"/>
  <Override PartName="/ppt/slides/_rels/slide1754.xml.rels" ContentType="application/vnd.openxmlformats-package.relationships+xml"/>
  <Override PartName="/ppt/slides/_rels/slide1238.xml.rels" ContentType="application/vnd.openxmlformats-package.relationships+xml"/>
  <Override PartName="/ppt/slides/_rels/slide959.xml.rels" ContentType="application/vnd.openxmlformats-package.relationships+xml"/>
  <Override PartName="/ppt/slides/_rels/slide1211.xml.rels" ContentType="application/vnd.openxmlformats-package.relationships+xml"/>
  <Override PartName="/ppt/slides/_rels/slide78.xml.rels" ContentType="application/vnd.openxmlformats-package.relationships+xml"/>
  <Override PartName="/ppt/slides/_rels/slide789.xml.rels" ContentType="application/vnd.openxmlformats-package.relationships+xml"/>
  <Override PartName="/ppt/slides/_rels/slide49.xml.rels" ContentType="application/vnd.openxmlformats-package.relationships+xml"/>
  <Override PartName="/ppt/slides/_rels/slide353.xml.rels" ContentType="application/vnd.openxmlformats-package.relationships+xml"/>
  <Override PartName="/ppt/slides/_rels/slide863.xml.rels" ContentType="application/vnd.openxmlformats-package.relationships+xml"/>
  <Override PartName="/ppt/slides/_rels/slide1325.xml.rels" ContentType="application/vnd.openxmlformats-package.relationships+xml"/>
  <Override PartName="/ppt/slides/_rels/slide946.xml.rels" ContentType="application/vnd.openxmlformats-package.relationships+xml"/>
  <Override PartName="/ppt/slides/_rels/slide1693.xml.rels" ContentType="application/vnd.openxmlformats-package.relationships+xml"/>
  <Override PartName="/ppt/slides/_rels/slide1584.xml.rels" ContentType="application/vnd.openxmlformats-package.relationships+xml"/>
  <Override PartName="/ppt/slides/_rels/slide63.xml.rels" ContentType="application/vnd.openxmlformats-package.relationships+xml"/>
  <Override PartName="/ppt/slides/_rels/slide1210.xml.rels" ContentType="application/vnd.openxmlformats-package.relationships+xml"/>
  <Override PartName="/ppt/slides/_rels/slide471.xml.rels" ContentType="application/vnd.openxmlformats-package.relationships+xml"/>
  <Override PartName="/ppt/slides/_rels/slide129.xml.rels" ContentType="application/vnd.openxmlformats-package.relationships+xml"/>
  <Override PartName="/ppt/slides/_rels/slide190.xml.rels" ContentType="application/vnd.openxmlformats-package.relationships+xml"/>
  <Override PartName="/ppt/slides/_rels/slide483.xml.rels" ContentType="application/vnd.openxmlformats-package.relationships+xml"/>
  <Override PartName="/ppt/slides/_rels/slide770.xml.rels" ContentType="application/vnd.openxmlformats-package.relationships+xml"/>
  <Override PartName="/ppt/slides/_rels/slide1369.xml.rels" ContentType="application/vnd.openxmlformats-package.relationships+xml"/>
  <Override PartName="/ppt/slides/_rels/slide364.xml.rels" ContentType="application/vnd.openxmlformats-package.relationships+xml"/>
  <Override PartName="/ppt/slides/_rels/slide630.xml.rels" ContentType="application/vnd.openxmlformats-package.relationships+xml"/>
  <Override PartName="/ppt/slides/_rels/slide1557.xml.rels" ContentType="application/vnd.openxmlformats-package.relationships+xml"/>
  <Override PartName="/ppt/slides/_rels/slide857.xml.rels" ContentType="application/vnd.openxmlformats-package.relationships+xml"/>
  <Override PartName="/ppt/slides/_rels/slide1537.xml.rels" ContentType="application/vnd.openxmlformats-package.relationships+xml"/>
  <Override PartName="/ppt/slides/_rels/slide27.xml.rels" ContentType="application/vnd.openxmlformats-package.relationships+xml"/>
  <Override PartName="/ppt/slides/_rels/slide186.xml.rels" ContentType="application/vnd.openxmlformats-package.relationships+xml"/>
  <Override PartName="/ppt/slides/_rels/slide85.xml.rels" ContentType="application/vnd.openxmlformats-package.relationships+xml"/>
  <Override PartName="/ppt/slides/_rels/slide1773.xml.rels" ContentType="application/vnd.openxmlformats-package.relationships+xml"/>
  <Override PartName="/ppt/slides/_rels/slide1627.xml.rels" ContentType="application/vnd.openxmlformats-package.relationships+xml"/>
  <Override PartName="/ppt/slides/_rels/slide718.xml.rels" ContentType="application/vnd.openxmlformats-package.relationships+xml"/>
  <Override PartName="/ppt/slides/_rels/slide963.xml.rels" ContentType="application/vnd.openxmlformats-package.relationships+xml"/>
  <Override PartName="/ppt/slides/_rels/slide1216.xml.rels" ContentType="application/vnd.openxmlformats-package.relationships+xml"/>
  <Override PartName="/ppt/slides/_rels/slide955.xml.rels" ContentType="application/vnd.openxmlformats-package.relationships+xml"/>
  <Override PartName="/ppt/slides/_rels/slide345.xml.rels" ContentType="application/vnd.openxmlformats-package.relationships+xml"/>
  <Override PartName="/ppt/slides/_rels/slide1372.xml.rels" ContentType="application/vnd.openxmlformats-package.relationships+xml"/>
  <Override PartName="/ppt/slides/_rels/slide1635.xml.rels" ContentType="application/vnd.openxmlformats-package.relationships+xml"/>
  <Override PartName="/ppt/slides/_rels/slide506.xml.rels" ContentType="application/vnd.openxmlformats-package.relationships+xml"/>
  <Override PartName="/ppt/slides/_rels/slide321.xml.rels" ContentType="application/vnd.openxmlformats-package.relationships+xml"/>
  <Override PartName="/ppt/slides/_rels/slide1366.xml.rels" ContentType="application/vnd.openxmlformats-package.relationships+xml"/>
  <Override PartName="/ppt/slides/_rels/slide560.xml.rels" ContentType="application/vnd.openxmlformats-package.relationships+xml"/>
  <Override PartName="/ppt/slides/_rels/slide252.xml.rels" ContentType="application/vnd.openxmlformats-package.relationships+xml"/>
  <Override PartName="/ppt/slides/_rels/slide1536.xml.rels" ContentType="application/vnd.openxmlformats-package.relationships+xml"/>
  <Override PartName="/ppt/slides/_rels/slide715.xml.rels" ContentType="application/vnd.openxmlformats-package.relationships+xml"/>
  <Override PartName="/ppt/slides/_rels/slide1497.xml.rels" ContentType="application/vnd.openxmlformats-package.relationships+xml"/>
  <Override PartName="/ppt/slides/_rels/slide2.xml.rels" ContentType="application/vnd.openxmlformats-package.relationships+xml"/>
  <Override PartName="/ppt/slides/_rels/slide138.xml.rels" ContentType="application/vnd.openxmlformats-package.relationships+xml"/>
  <Override PartName="/ppt/slides/_rels/slide1352.xml.rels" ContentType="application/vnd.openxmlformats-package.relationships+xml"/>
  <Override PartName="/ppt/slides/_rels/slide648.xml.rels" ContentType="application/vnd.openxmlformats-package.relationships+xml"/>
  <Override PartName="/ppt/slides/_rels/slide650.xml.rels" ContentType="application/vnd.openxmlformats-package.relationships+xml"/>
  <Override PartName="/ppt/slides/_rels/slide1628.xml.rels" ContentType="application/vnd.openxmlformats-package.relationships+xml"/>
  <Override PartName="/ppt/slides/_rels/slide862.xml.rels" ContentType="application/vnd.openxmlformats-package.relationships+xml"/>
  <Override PartName="/ppt/slides/_rels/slide1542.xml.rels" ContentType="application/vnd.openxmlformats-package.relationships+xml"/>
  <Override PartName="/ppt/slides/_rels/slide172.xml.rels" ContentType="application/vnd.openxmlformats-package.relationships+xml"/>
  <Override PartName="/ppt/slides/_rels/slide1088.xml.rels" ContentType="application/vnd.openxmlformats-package.relationships+xml"/>
  <Override PartName="/ppt/slides/_rels/slide1606.xml.rels" ContentType="application/vnd.openxmlformats-package.relationships+xml"/>
  <Override PartName="/ppt/slides/_rels/slide1873.xml.rels" ContentType="application/vnd.openxmlformats-package.relationships+xml"/>
  <Override PartName="/ppt/slides/_rels/slide334.xml.rels" ContentType="application/vnd.openxmlformats-package.relationships+xml"/>
  <Override PartName="/ppt/slides/_rels/slide441.xml.rels" ContentType="application/vnd.openxmlformats-package.relationships+xml"/>
  <Override PartName="/ppt/slides/_rels/slide26.xml.rels" ContentType="application/vnd.openxmlformats-package.relationships+xml"/>
  <Override PartName="/ppt/slides/_rels/slide1427.xml.rels" ContentType="application/vnd.openxmlformats-package.relationships+xml"/>
  <Override PartName="/ppt/slides/_rels/slide137.xml.rels" ContentType="application/vnd.openxmlformats-package.relationships+xml"/>
  <Override PartName="/ppt/slides/_rels/slide504.xml.rels" ContentType="application/vnd.openxmlformats-package.relationships+xml"/>
  <Override PartName="/ppt/slides/_rels/slide227.xml.rels" ContentType="application/vnd.openxmlformats-package.relationships+xml"/>
  <Override PartName="/ppt/slides/_rels/slide1656.xml.rels" ContentType="application/vnd.openxmlformats-package.relationships+xml"/>
  <Override PartName="/ppt/slides/_rels/slide1056.xml.rels" ContentType="application/vnd.openxmlformats-package.relationships+xml"/>
  <Override PartName="/ppt/slides/_rels/slide854.xml.rels" ContentType="application/vnd.openxmlformats-package.relationships+xml"/>
  <Override PartName="/ppt/slides/_rels/slide434.xml.rels" ContentType="application/vnd.openxmlformats-package.relationships+xml"/>
  <Override PartName="/ppt/slides/_rels/slide941.xml.rels" ContentType="application/vnd.openxmlformats-package.relationships+xml"/>
  <Override PartName="/ppt/slides/_rels/slide209.xml.rels" ContentType="application/vnd.openxmlformats-package.relationships+xml"/>
  <Override PartName="/ppt/slides/_rels/slide97.xml.rels" ContentType="application/vnd.openxmlformats-package.relationships+xml"/>
  <Override PartName="/ppt/slides/_rels/slide940.xml.rels" ContentType="application/vnd.openxmlformats-package.relationships+xml"/>
  <Override PartName="/ppt/slides/_rels/slide1532.xml.rels" ContentType="application/vnd.openxmlformats-package.relationships+xml"/>
  <Override PartName="/ppt/slides/_rels/slide1315.xml.rels" ContentType="application/vnd.openxmlformats-package.relationships+xml"/>
  <Override PartName="/ppt/slides/_rels/slide466.xml.rels" ContentType="application/vnd.openxmlformats-package.relationships+xml"/>
  <Override PartName="/ppt/slides/_rels/slide911.xml.rels" ContentType="application/vnd.openxmlformats-package.relationships+xml"/>
  <Override PartName="/ppt/slides/_rels/slide366.xml.rels" ContentType="application/vnd.openxmlformats-package.relationships+xml"/>
  <Override PartName="/ppt/slides/_rels/slide793.xml.rels" ContentType="application/vnd.openxmlformats-package.relationships+xml"/>
  <Override PartName="/ppt/slides/_rels/slide1616.xml.rels" ContentType="application/vnd.openxmlformats-package.relationships+xml"/>
  <Override PartName="/ppt/slides/_rels/slide1563.xml.rels" ContentType="application/vnd.openxmlformats-package.relationships+xml"/>
  <Override PartName="/ppt/slides/_rels/slide1255.xml.rels" ContentType="application/vnd.openxmlformats-package.relationships+xml"/>
  <Override PartName="/ppt/slides/_rels/slide832.xml.rels" ContentType="application/vnd.openxmlformats-package.relationships+xml"/>
  <Override PartName="/ppt/slides/_rels/slide1858.xml.rels" ContentType="application/vnd.openxmlformats-package.relationships+xml"/>
  <Override PartName="/ppt/slides/_rels/slide464.xml.rels" ContentType="application/vnd.openxmlformats-package.relationships+xml"/>
  <Override PartName="/ppt/slides/_rels/slide1048.xml.rels" ContentType="application/vnd.openxmlformats-package.relationships+xml"/>
  <Override PartName="/ppt/slides/_rels/slide1364.xml.rels" ContentType="application/vnd.openxmlformats-package.relationships+xml"/>
  <Override PartName="/ppt/slides/_rels/slide1043.xml.rels" ContentType="application/vnd.openxmlformats-package.relationships+xml"/>
  <Override PartName="/ppt/slides/_rels/slide1604.xml.rels" ContentType="application/vnd.openxmlformats-package.relationships+xml"/>
  <Override PartName="/ppt/slides/_rels/slide1843.xml.rels" ContentType="application/vnd.openxmlformats-package.relationships+xml"/>
  <Override PartName="/ppt/slides/_rels/slide1758.xml.rels" ContentType="application/vnd.openxmlformats-package.relationships+xml"/>
  <Override PartName="/ppt/slides/_rels/slide1073.xml.rels" ContentType="application/vnd.openxmlformats-package.relationships+xml"/>
  <Override PartName="/ppt/slides/_rels/slide1971.xml.rels" ContentType="application/vnd.openxmlformats-package.relationships+xml"/>
  <Override PartName="/ppt/slides/_rels/slide638.xml.rels" ContentType="application/vnd.openxmlformats-package.relationships+xml"/>
  <Override PartName="/ppt/slides/_rels/slide14.xml.rels" ContentType="application/vnd.openxmlformats-package.relationships+xml"/>
  <Override PartName="/ppt/slides/_rels/slide625.xml.rels" ContentType="application/vnd.openxmlformats-package.relationships+xml"/>
  <Override PartName="/ppt/slides/_rels/slide588.xml.rels" ContentType="application/vnd.openxmlformats-package.relationships+xml"/>
  <Override PartName="/ppt/slides/_rels/slide370.xml.rels" ContentType="application/vnd.openxmlformats-package.relationships+xml"/>
  <Override PartName="/ppt/slides/_rels/slide931.xml.rels" ContentType="application/vnd.openxmlformats-package.relationships+xml"/>
  <Override PartName="/ppt/slides/_rels/slide16.xml.rels" ContentType="application/vnd.openxmlformats-package.relationships+xml"/>
  <Override PartName="/ppt/slides/_rels/slide881.xml.rels" ContentType="application/vnd.openxmlformats-package.relationships+xml"/>
  <Override PartName="/ppt/slides/_rels/slide892.xml.rels" ContentType="application/vnd.openxmlformats-package.relationships+xml"/>
  <Override PartName="/ppt/slides/_rels/slide204.xml.rels" ContentType="application/vnd.openxmlformats-package.relationships+xml"/>
  <Override PartName="/ppt/slides/_rels/slide1293.xml.rels" ContentType="application/vnd.openxmlformats-package.relationships+xml"/>
  <Override PartName="/ppt/slides/_rels/slide890.xml.rels" ContentType="application/vnd.openxmlformats-package.relationships+xml"/>
  <Override PartName="/ppt/slides/_rels/slide909.xml.rels" ContentType="application/vnd.openxmlformats-package.relationships+xml"/>
  <Override PartName="/ppt/slides/_rels/slide307.xml.rels" ContentType="application/vnd.openxmlformats-package.relationships+xml"/>
  <Override PartName="/ppt/slides/_rels/slide536.xml.rels" ContentType="application/vnd.openxmlformats-package.relationships+xml"/>
  <Override PartName="/ppt/slides/_rels/slide212.xml.rels" ContentType="application/vnd.openxmlformats-package.relationships+xml"/>
  <Override PartName="/ppt/slides/_rels/slide1301.xml.rels" ContentType="application/vnd.openxmlformats-package.relationships+xml"/>
  <Override PartName="/ppt/slides/_rels/slide206.xml.rels" ContentType="application/vnd.openxmlformats-package.relationships+xml"/>
  <Override PartName="/ppt/slides/_rels/slide913.xml.rels" ContentType="application/vnd.openxmlformats-package.relationships+xml"/>
  <Override PartName="/ppt/slides/_rels/slide1657.xml.rels" ContentType="application/vnd.openxmlformats-package.relationships+xml"/>
  <Override PartName="/ppt/slides/_rels/slide191.xml.rels" ContentType="application/vnd.openxmlformats-package.relationships+xml"/>
  <Override PartName="/ppt/slides/_rels/slide1698.xml.rels" ContentType="application/vnd.openxmlformats-package.relationships+xml"/>
  <Override PartName="/ppt/slides/_rels/slide1623.xml.rels" ContentType="application/vnd.openxmlformats-package.relationships+xml"/>
  <Override PartName="/ppt/slides/_rels/slide163.xml.rels" ContentType="application/vnd.openxmlformats-package.relationships+xml"/>
  <Override PartName="/ppt/slides/_rels/slide613.xml.rels" ContentType="application/vnd.openxmlformats-package.relationships+xml"/>
  <Override PartName="/ppt/slides/_rels/slide575.xml.rels" ContentType="application/vnd.openxmlformats-package.relationships+xml"/>
  <Override PartName="/ppt/slides/_rels/slide92.xml.rels" ContentType="application/vnd.openxmlformats-package.relationships+xml"/>
  <Override PartName="/ppt/slides/_rels/slide1005.xml.rels" ContentType="application/vnd.openxmlformats-package.relationships+xml"/>
  <Override PartName="/ppt/slides/_rels/slide1079.xml.rels" ContentType="application/vnd.openxmlformats-package.relationships+xml"/>
  <Override PartName="/ppt/slides/_rels/slide220.xml.rels" ContentType="application/vnd.openxmlformats-package.relationships+xml"/>
  <Override PartName="/ppt/slides/_rels/slide80.xml.rels" ContentType="application/vnd.openxmlformats-package.relationships+xml"/>
  <Override PartName="/ppt/slides/_rels/slide1543.xml.rels" ContentType="application/vnd.openxmlformats-package.relationships+xml"/>
  <Override PartName="/ppt/slides/_rels/slide527.xml.rels" ContentType="application/vnd.openxmlformats-package.relationships+xml"/>
  <Override PartName="/ppt/slides/_rels/slide954.xml.rels" ContentType="application/vnd.openxmlformats-package.relationships+xml"/>
  <Override PartName="/ppt/slides/_rels/slide1646.xml.rels" ContentType="application/vnd.openxmlformats-package.relationships+xml"/>
  <Override PartName="/ppt/slides/_rels/slide136.xml.rels" ContentType="application/vnd.openxmlformats-package.relationships+xml"/>
  <Override PartName="/ppt/slides/_rels/slide970.xml.rels" ContentType="application/vnd.openxmlformats-package.relationships+xml"/>
  <Override PartName="/ppt/slides/_rels/slide1527.xml.rels" ContentType="application/vnd.openxmlformats-package.relationships+xml"/>
  <Override PartName="/ppt/slides/_rels/slide516.xml.rels" ContentType="application/vnd.openxmlformats-package.relationships+xml"/>
  <Override PartName="/ppt/slides/_rels/slide404.xml.rels" ContentType="application/vnd.openxmlformats-package.relationships+xml"/>
  <Override PartName="/ppt/slides/_rels/slide284.xml.rels" ContentType="application/vnd.openxmlformats-package.relationships+xml"/>
  <Override PartName="/ppt/slides/_rels/slide1202.xml.rels" ContentType="application/vnd.openxmlformats-package.relationships+xml"/>
  <Override PartName="/ppt/slides/_rels/slide211.xml.rels" ContentType="application/vnd.openxmlformats-package.relationships+xml"/>
  <Override PartName="/ppt/slides/_rels/slide1015.xml.rels" ContentType="application/vnd.openxmlformats-package.relationships+xml"/>
  <Override PartName="/ppt/slides/_rels/slide865.xml.rels" ContentType="application/vnd.openxmlformats-package.relationships+xml"/>
  <Override PartName="/ppt/slides/_rels/slide809.xml.rels" ContentType="application/vnd.openxmlformats-package.relationships+xml"/>
  <Override PartName="/ppt/slides/_rels/slide219.xml.rels" ContentType="application/vnd.openxmlformats-package.relationships+xml"/>
  <Override PartName="/ppt/slides/_rels/slide372.xml.rels" ContentType="application/vnd.openxmlformats-package.relationships+xml"/>
  <Override PartName="/ppt/slides/_rels/slide1586.xml.rels" ContentType="application/vnd.openxmlformats-package.relationships+xml"/>
  <Override PartName="/ppt/slides/_rels/slide590.xml.rels" ContentType="application/vnd.openxmlformats-package.relationships+xml"/>
  <Override PartName="/ppt/slides/_rels/slide1544.xml.rels" ContentType="application/vnd.openxmlformats-package.relationships+xml"/>
  <Override PartName="/ppt/slides/_rels/slide70.xml.rels" ContentType="application/vnd.openxmlformats-package.relationships+xml"/>
  <Override PartName="/ppt/slides/_rels/slide534.xml.rels" ContentType="application/vnd.openxmlformats-package.relationships+xml"/>
  <Override PartName="/ppt/slides/_rels/slide306.xml.rels" ContentType="application/vnd.openxmlformats-package.relationships+xml"/>
  <Override PartName="/ppt/slides/_rels/slide226.xml.rels" ContentType="application/vnd.openxmlformats-package.relationships+xml"/>
  <Override PartName="/ppt/slides/_rels/slide144.xml.rels" ContentType="application/vnd.openxmlformats-package.relationships+xml"/>
  <Override PartName="/ppt/slides/_rels/slide213.xml.rels" ContentType="application/vnd.openxmlformats-package.relationships+xml"/>
  <Override PartName="/ppt/slides/_rels/slide1546.xml.rels" ContentType="application/vnd.openxmlformats-package.relationships+xml"/>
  <Override PartName="/ppt/slides/_rels/slide550.xml.rels" ContentType="application/vnd.openxmlformats-package.relationships+xml"/>
  <Override PartName="/ppt/slides/_rels/slide1576.xml.rels" ContentType="application/vnd.openxmlformats-package.relationships+xml"/>
  <Override PartName="/ppt/slides/_rels/slide350.xml.rels" ContentType="application/vnd.openxmlformats-package.relationships+xml"/>
  <Override PartName="/ppt/slides/_rels/slide827.xml.rels" ContentType="application/vnd.openxmlformats-package.relationships+xml"/>
  <Override PartName="/ppt/slides/_rels/slide1444.xml.rels" ContentType="application/vnd.openxmlformats-package.relationships+xml"/>
  <Override PartName="/ppt/slides/_rels/slide381.xml.rels" ContentType="application/vnd.openxmlformats-package.relationships+xml"/>
  <Override PartName="/ppt/slides/_rels/slide1661.xml.rels" ContentType="application/vnd.openxmlformats-package.relationships+xml"/>
  <Override PartName="/ppt/slides/_rels/slide552.xml.rels" ContentType="application/vnd.openxmlformats-package.relationships+xml"/>
  <Override PartName="/ppt/slides/_rels/slide1254.xml.rels" ContentType="application/vnd.openxmlformats-package.relationships+xml"/>
  <Override PartName="/ppt/slides/_rels/slide683.xml.rels" ContentType="application/vnd.openxmlformats-package.relationships+xml"/>
  <Override PartName="/ppt/slides/_rels/slide1260.xml.rels" ContentType="application/vnd.openxmlformats-package.relationships+xml"/>
  <Override PartName="/ppt/slides/_rels/slide207.xml.rels" ContentType="application/vnd.openxmlformats-package.relationships+xml"/>
  <Override PartName="/ppt/slides/_rels/slide367.xml.rels" ContentType="application/vnd.openxmlformats-package.relationships+xml"/>
  <Override PartName="/ppt/slides/_rels/slide270.xml.rels" ContentType="application/vnd.openxmlformats-package.relationships+xml"/>
  <Override PartName="/ppt/slides/_rels/slide1397.xml.rels" ContentType="application/vnd.openxmlformats-package.relationships+xml"/>
  <Override PartName="/ppt/slides/_rels/slide918.xml.rels" ContentType="application/vnd.openxmlformats-package.relationships+xml"/>
  <Override PartName="/ppt/slides/_rels/slide908.xml.rels" ContentType="application/vnd.openxmlformats-package.relationships+xml"/>
  <Override PartName="/ppt/slides/_rels/slide3.xml.rels" ContentType="application/vnd.openxmlformats-package.relationships+xml"/>
  <Override PartName="/ppt/slides/_rels/slide329.xml.rels" ContentType="application/vnd.openxmlformats-package.relationships+xml"/>
  <Override PartName="/ppt/slides/_rels/slide1664.xml.rels" ContentType="application/vnd.openxmlformats-package.relationships+xml"/>
  <Override PartName="/ppt/slides/_rels/slide1399.xml.rels" ContentType="application/vnd.openxmlformats-package.relationships+xml"/>
  <Override PartName="/ppt/slides/_rels/slide1327.xml.rels" ContentType="application/vnd.openxmlformats-package.relationships+xml"/>
  <Override PartName="/ppt/slides/_rels/slide60.xml.rels" ContentType="application/vnd.openxmlformats-package.relationships+xml"/>
  <Override PartName="/ppt/slides/_rels/slide1264.xml.rels" ContentType="application/vnd.openxmlformats-package.relationships+xml"/>
  <Override PartName="/ppt/slides/_rels/slide1519.xml.rels" ContentType="application/vnd.openxmlformats-package.relationships+xml"/>
  <Override PartName="/ppt/slides/_rels/slide860.xml.rels" ContentType="application/vnd.openxmlformats-package.relationships+xml"/>
  <Override PartName="/ppt/slides/_rels/slide237.xml.rels" ContentType="application/vnd.openxmlformats-package.relationships+xml"/>
  <Override PartName="/ppt/slides/_rels/slide113.xml.rels" ContentType="application/vnd.openxmlformats-package.relationships+xml"/>
  <Override PartName="/ppt/slides/_rels/slide1181.xml.rels" ContentType="application/vnd.openxmlformats-package.relationships+xml"/>
  <Override PartName="/ppt/slides/_rels/slide1509.xml.rels" ContentType="application/vnd.openxmlformats-package.relationships+xml"/>
  <Override PartName="/ppt/slides/_rels/slide522.xml.rels" ContentType="application/vnd.openxmlformats-package.relationships+xml"/>
  <Override PartName="/ppt/slides/_rels/slide1525.xml.rels" ContentType="application/vnd.openxmlformats-package.relationships+xml"/>
  <Override PartName="/ppt/slides/_rels/slide1539.xml.rels" ContentType="application/vnd.openxmlformats-package.relationships+xml"/>
  <Override PartName="/ppt/slides/_rels/slide1155.xml.rels" ContentType="application/vnd.openxmlformats-package.relationships+xml"/>
  <Override PartName="/ppt/slides/_rels/slide1225.xml.rels" ContentType="application/vnd.openxmlformats-package.relationships+xml"/>
  <Override PartName="/ppt/slides/_rels/slide1643.xml.rels" ContentType="application/vnd.openxmlformats-package.relationships+xml"/>
  <Override PartName="/ppt/slides/_rels/slide1621.xml.rels" ContentType="application/vnd.openxmlformats-package.relationships+xml"/>
  <Override PartName="/ppt/slides/_rels/slide1278.xml.rels" ContentType="application/vnd.openxmlformats-package.relationships+xml"/>
  <Override PartName="/ppt/slides/_rels/slide826.xml.rels" ContentType="application/vnd.openxmlformats-package.relationships+xml"/>
  <Override PartName="/ppt/slides/_rels/slide1349.xml.rels" ContentType="application/vnd.openxmlformats-package.relationships+xml"/>
  <Override PartName="/ppt/slides/_rels/slide1001.xml.rels" ContentType="application/vnd.openxmlformats-package.relationships+xml"/>
  <Override PartName="/ppt/slides/_rels/slide378.xml.rels" ContentType="application/vnd.openxmlformats-package.relationships+xml"/>
  <Override PartName="/ppt/slides/_rels/slide1839.xml.rels" ContentType="application/vnd.openxmlformats-package.relationships+xml"/>
  <Override PartName="/ppt/slides/_rels/slide943.xml.rels" ContentType="application/vnd.openxmlformats-package.relationships+xml"/>
  <Override PartName="/ppt/slides/_rels/slide1625.xml.rels" ContentType="application/vnd.openxmlformats-package.relationships+xml"/>
  <Override PartName="/ppt/slides/_rels/slide1838.xml.rels" ContentType="application/vnd.openxmlformats-package.relationships+xml"/>
  <Override PartName="/ppt/slides/_rels/slide1105.xml.rels" ContentType="application/vnd.openxmlformats-package.relationships+xml"/>
  <Override PartName="/ppt/slides/_rels/slide168.xml.rels" ContentType="application/vnd.openxmlformats-package.relationships+xml"/>
  <Override PartName="/ppt/slides/_rels/slide991.xml.rels" ContentType="application/vnd.openxmlformats-package.relationships+xml"/>
  <Override PartName="/ppt/slides/_rels/slide339.xml.rels" ContentType="application/vnd.openxmlformats-package.relationships+xml"/>
  <Override PartName="/ppt/slides/_rels/slide843.xml.rels" ContentType="application/vnd.openxmlformats-package.relationships+xml"/>
  <Override PartName="/ppt/slides/_rels/slide247.xml.rels" ContentType="application/vnd.openxmlformats-package.relationships+xml"/>
  <Override PartName="/ppt/slides/_rels/slide446.xml.rels" ContentType="application/vnd.openxmlformats-package.relationships+xml"/>
  <Override PartName="/ppt/slides/_rels/slide29.xml.rels" ContentType="application/vnd.openxmlformats-package.relationships+xml"/>
  <Override PartName="/ppt/slides/_rels/slide1084.xml.rels" ContentType="application/vnd.openxmlformats-package.relationships+xml"/>
  <Override PartName="/ppt/slides/_rels/slide1229.xml.rels" ContentType="application/vnd.openxmlformats-package.relationships+xml"/>
  <Override PartName="/ppt/slides/_rels/slide1639.xml.rels" ContentType="application/vnd.openxmlformats-package.relationships+xml"/>
  <Override PartName="/ppt/slides/_rels/slide1682.xml.rels" ContentType="application/vnd.openxmlformats-package.relationships+xml"/>
  <Override PartName="/ppt/slides/_rels/slide798.xml.rels" ContentType="application/vnd.openxmlformats-package.relationships+xml"/>
  <Override PartName="/ppt/slides/_rels/slide171.xml.rels" ContentType="application/vnd.openxmlformats-package.relationships+xml"/>
  <Override PartName="/ppt/slides/_rels/slide526.xml.rels" ContentType="application/vnd.openxmlformats-package.relationships+xml"/>
  <Override PartName="/ppt/slides/_rels/slide1273.xml.rels" ContentType="application/vnd.openxmlformats-package.relationships+xml"/>
  <Override PartName="/ppt/slides/_rels/slide1607.xml.rels" ContentType="application/vnd.openxmlformats-package.relationships+xml"/>
  <Override PartName="/ppt/slides/_rels/slide1760.xml.rels" ContentType="application/vnd.openxmlformats-package.relationships+xml"/>
  <Override PartName="/ppt/slides/_rels/slide1303.xml.rels" ContentType="application/vnd.openxmlformats-package.relationships+xml"/>
  <Override PartName="/ppt/slides/_rels/slide734.xml.rels" ContentType="application/vnd.openxmlformats-package.relationships+xml"/>
  <Override PartName="/ppt/slides/_rels/slide503.xml.rels" ContentType="application/vnd.openxmlformats-package.relationships+xml"/>
  <Override PartName="/ppt/slides/_rels/slide1142.xml.rels" ContentType="application/vnd.openxmlformats-package.relationships+xml"/>
  <Override PartName="/ppt/slides/_rels/slide722.xml.rels" ContentType="application/vnd.openxmlformats-package.relationships+xml"/>
  <Override PartName="/ppt/slides/_rels/slide1120.xml.rels" ContentType="application/vnd.openxmlformats-package.relationships+xml"/>
  <Override PartName="/ppt/slides/_rels/slide64.xml.rels" ContentType="application/vnd.openxmlformats-package.relationships+xml"/>
  <Override PartName="/ppt/slides/_rels/slide640.xml.rels" ContentType="application/vnd.openxmlformats-package.relationships+xml"/>
  <Override PartName="/ppt/slides/_rels/slide1029.xml.rels" ContentType="application/vnd.openxmlformats-package.relationships+xml"/>
  <Override PartName="/ppt/slides/_rels/slide244.xml.rels" ContentType="application/vnd.openxmlformats-package.relationships+xml"/>
  <Override PartName="/ppt/slides/_rels/slide1028.xml.rels" ContentType="application/vnd.openxmlformats-package.relationships+xml"/>
  <Override PartName="/ppt/slides/_rels/slide1178.xml.rels" ContentType="application/vnd.openxmlformats-package.relationships+xml"/>
  <Override PartName="/ppt/slides/_rels/slide148.xml.rels" ContentType="application/vnd.openxmlformats-package.relationships+xml"/>
  <Override PartName="/ppt/slides/_rels/slide524.xml.rels" ContentType="application/vnd.openxmlformats-package.relationships+xml"/>
  <Override PartName="/ppt/slides/_rels/slide1511.xml.rels" ContentType="application/vnd.openxmlformats-package.relationships+xml"/>
  <Override PartName="/ppt/slides/_rels/slide118.xml.rels" ContentType="application/vnd.openxmlformats-package.relationships+xml"/>
  <Override PartName="/ppt/slides/_rels/slide1461.xml.rels" ContentType="application/vnd.openxmlformats-package.relationships+xml"/>
  <Override PartName="/ppt/slides/_rels/slide1069.xml.rels" ContentType="application/vnd.openxmlformats-package.relationships+xml"/>
  <Override PartName="/ppt/slides/_rels/slide1793.xml.rels" ContentType="application/vnd.openxmlformats-package.relationships+xml"/>
  <Override PartName="/ppt/slides/_rels/slide1268.xml.rels" ContentType="application/vnd.openxmlformats-package.relationships+xml"/>
  <Override PartName="/ppt/slides/_rels/slide1834.xml.rels" ContentType="application/vnd.openxmlformats-package.relationships+xml"/>
  <Override PartName="/ppt/slides/_rels/slide150.xml.rels" ContentType="application/vnd.openxmlformats-package.relationships+xml"/>
  <Override PartName="/ppt/slides/_rels/slide697.xml.rels" ContentType="application/vnd.openxmlformats-package.relationships+xml"/>
  <Override PartName="/ppt/slides/_rels/slide151.xml.rels" ContentType="application/vnd.openxmlformats-package.relationships+xml"/>
  <Override PartName="/ppt/slides/_rels/slide1980.xml.rels" ContentType="application/vnd.openxmlformats-package.relationships+xml"/>
  <Override PartName="/ppt/slides/_rels/slide1474.xml.rels" ContentType="application/vnd.openxmlformats-package.relationships+xml"/>
  <Override PartName="/ppt/slides/_rels/slide1553.xml.rels" ContentType="application/vnd.openxmlformats-package.relationships+xml"/>
  <Override PartName="/ppt/slides/_rels/slide1811.xml.rels" ContentType="application/vnd.openxmlformats-package.relationships+xml"/>
  <Override PartName="/ppt/slides/_rels/slide147.xml.rels" ContentType="application/vnd.openxmlformats-package.relationships+xml"/>
  <Override PartName="/ppt/slides/_rels/slide521.xml.rels" ContentType="application/vnd.openxmlformats-package.relationships+xml"/>
  <Override PartName="/ppt/slides/_rels/slide517.xml.rels" ContentType="application/vnd.openxmlformats-package.relationships+xml"/>
  <Override PartName="/ppt/slides/_rels/slide1271.xml.rels" ContentType="application/vnd.openxmlformats-package.relationships+xml"/>
  <Override PartName="/ppt/slides/_rels/slide1636.xml.rels" ContentType="application/vnd.openxmlformats-package.relationships+xml"/>
  <Override PartName="/ppt/slides/_rels/slide1812.xml.rels" ContentType="application/vnd.openxmlformats-package.relationships+xml"/>
  <Override PartName="/ppt/slides/_rels/slide525.xml.rels" ContentType="application/vnd.openxmlformats-package.relationships+xml"/>
  <Override PartName="/ppt/slides/_rels/slide1177.xml.rels" ContentType="application/vnd.openxmlformats-package.relationships+xml"/>
  <Override PartName="/ppt/slides/_rels/slide324.xml.rels" ContentType="application/vnd.openxmlformats-package.relationships+xml"/>
  <Override PartName="/ppt/slides/_rels/slide86.xml.rels" ContentType="application/vnd.openxmlformats-package.relationships+xml"/>
  <Override PartName="/ppt/slides/_rels/slide17.xml.rels" ContentType="application/vnd.openxmlformats-package.relationships+xml"/>
  <Override PartName="/ppt/slides/_rels/slide1531.xml.rels" ContentType="application/vnd.openxmlformats-package.relationships+xml"/>
  <Override PartName="/ppt/slides/_rels/slide1687.xml.rels" ContentType="application/vnd.openxmlformats-package.relationships+xml"/>
  <Override PartName="/ppt/slides/_rels/slide472.xml.rels" ContentType="application/vnd.openxmlformats-package.relationships+xml"/>
  <Override PartName="/ppt/slides/_rels/slide218.xml.rels" ContentType="application/vnd.openxmlformats-package.relationships+xml"/>
  <Override PartName="/ppt/slides/_rels/slide772.xml.rels" ContentType="application/vnd.openxmlformats-package.relationships+xml"/>
  <Override PartName="/ppt/slides/_rels/slide1076.xml.rels" ContentType="application/vnd.openxmlformats-package.relationships+xml"/>
  <Override PartName="/ppt/slides/_rels/slide108.xml.rels" ContentType="application/vnd.openxmlformats-package.relationships+xml"/>
  <Override PartName="/ppt/slides/_rels/slide1358.xml.rels" ContentType="application/vnd.openxmlformats-package.relationships+xml"/>
  <Override PartName="/ppt/slides/_rels/slide780.xml.rels" ContentType="application/vnd.openxmlformats-package.relationships+xml"/>
  <Override PartName="/ppt/slides/_rels/slide1377.xml.rels" ContentType="application/vnd.openxmlformats-package.relationships+xml"/>
  <Override PartName="/ppt/slides/_rels/slide992.xml.rels" ContentType="application/vnd.openxmlformats-package.relationships+xml"/>
  <Override PartName="/ppt/slides/_rels/slide653.xml.rels" ContentType="application/vnd.openxmlformats-package.relationships+xml"/>
  <Override PartName="/ppt/slides/_rels/slide796.xml.rels" ContentType="application/vnd.openxmlformats-package.relationships+xml"/>
  <Override PartName="/ppt/slides/_rels/slide979.xml.rels" ContentType="application/vnd.openxmlformats-package.relationships+xml"/>
  <Override PartName="/ppt/slides/_rels/slide477.xml.rels" ContentType="application/vnd.openxmlformats-package.relationships+xml"/>
  <Override PartName="/ppt/slides/_rels/slide1921.xml.rels" ContentType="application/vnd.openxmlformats-package.relationships+xml"/>
  <Override PartName="/ppt/slides/_rels/slide1575.xml.rels" ContentType="application/vnd.openxmlformats-package.relationships+xml"/>
  <Override PartName="/ppt/slides/_rels/slide629.xml.rels" ContentType="application/vnd.openxmlformats-package.relationships+xml"/>
  <Override PartName="/ppt/slides/_rels/slide1820.xml.rels" ContentType="application/vnd.openxmlformats-package.relationships+xml"/>
  <Override PartName="/ppt/slides/_rels/slide677.xml.rels" ContentType="application/vnd.openxmlformats-package.relationships+xml"/>
  <Override PartName="/ppt/slides/_rels/slide885.xml.rels" ContentType="application/vnd.openxmlformats-package.relationships+xml"/>
  <Override PartName="/ppt/slides/_rels/slide368.xml.rels" ContentType="application/vnd.openxmlformats-package.relationships+xml"/>
  <Override PartName="/ppt/slides/_rels/slide1140.xml.rels" ContentType="application/vnd.openxmlformats-package.relationships+xml"/>
  <Override PartName="/ppt/slides/_rels/slide283.xml.rels" ContentType="application/vnd.openxmlformats-package.relationships+xml"/>
  <Override PartName="/ppt/slides/_rels/slide95.xml.rels" ContentType="application/vnd.openxmlformats-package.relationships+xml"/>
  <Override PartName="/ppt/slides/_rels/slide1209.xml.rels" ContentType="application/vnd.openxmlformats-package.relationships+xml"/>
  <Override PartName="/ppt/slides/_rels/slide174.xml.rels" ContentType="application/vnd.openxmlformats-package.relationships+xml"/>
  <Override PartName="/ppt/slides/_rels/slide999.xml.rels" ContentType="application/vnd.openxmlformats-package.relationships+xml"/>
  <Override PartName="/ppt/slides/_rels/slide1700.xml.rels" ContentType="application/vnd.openxmlformats-package.relationships+xml"/>
  <Override PartName="/ppt/slides/_rels/slide514.xml.rels" ContentType="application/vnd.openxmlformats-package.relationships+xml"/>
  <Override PartName="/ppt/slides/_rels/slide1867.xml.rels" ContentType="application/vnd.openxmlformats-package.relationships+xml"/>
  <Override PartName="/ppt/slides/_rels/slide482.xml.rels" ContentType="application/vnd.openxmlformats-package.relationships+xml"/>
  <Override PartName="/ppt/slides/_rels/slide265.xml.rels" ContentType="application/vnd.openxmlformats-package.relationships+xml"/>
  <Override PartName="/ppt/slides/_rels/slide960.xml.rels" ContentType="application/vnd.openxmlformats-package.relationships+xml"/>
  <Override PartName="/ppt/slides/_rels/slide159.xml.rels" ContentType="application/vnd.openxmlformats-package.relationships+xml"/>
  <Override PartName="/ppt/slides/_rels/slide1104.xml.rels" ContentType="application/vnd.openxmlformats-package.relationships+xml"/>
  <Override PartName="/ppt/slides/_rels/slide893.xml.rels" ContentType="application/vnd.openxmlformats-package.relationships+xml"/>
  <Override PartName="/ppt/slides/_rels/slide1702.xml.rels" ContentType="application/vnd.openxmlformats-package.relationships+xml"/>
  <Override PartName="/ppt/slides/_rels/slide53.xml.rels" ContentType="application/vnd.openxmlformats-package.relationships+xml"/>
  <Override PartName="/ppt/slides/_rels/slide383.xml.rels" ContentType="application/vnd.openxmlformats-package.relationships+xml"/>
  <Override PartName="/ppt/slides/_rels/slide107.xml.rels" ContentType="application/vnd.openxmlformats-package.relationships+xml"/>
  <Override PartName="/ppt/slides/_rels/slide1393.xml.rels" ContentType="application/vnd.openxmlformats-package.relationships+xml"/>
  <Override PartName="/ppt/slides/_rels/slide1612.xml.rels" ContentType="application/vnd.openxmlformats-package.relationships+xml"/>
  <Override PartName="/ppt/slides/_rels/slide1206.xml.rels" ContentType="application/vnd.openxmlformats-package.relationships+xml"/>
  <Override PartName="/ppt/slides/_rels/slide532.xml.rels" ContentType="application/vnd.openxmlformats-package.relationships+xml"/>
  <Override PartName="/ppt/slides/_rels/slide123.xml.rels" ContentType="application/vnd.openxmlformats-package.relationships+xml"/>
  <Override PartName="/ppt/slides/_rels/slide1673.xml.rels" ContentType="application/vnd.openxmlformats-package.relationships+xml"/>
  <Override PartName="/ppt/slides/_rels/slide24.xml.rels" ContentType="application/vnd.openxmlformats-package.relationships+xml"/>
  <Override PartName="/ppt/slides/_rels/slide1037.xml.rels" ContentType="application/vnd.openxmlformats-package.relationships+xml"/>
  <Override PartName="/ppt/slides/_rels/slide23.xml.rels" ContentType="application/vnd.openxmlformats-package.relationships+xml"/>
  <Override PartName="/ppt/slides/_rels/slide1605.xml.rels" ContentType="application/vnd.openxmlformats-package.relationships+xml"/>
  <Override PartName="/ppt/slides/_rels/slide801.xml.rels" ContentType="application/vnd.openxmlformats-package.relationships+xml"/>
  <Override PartName="/ppt/slides/_rels/slide57.xml.rels" ContentType="application/vnd.openxmlformats-package.relationships+xml"/>
  <Override PartName="/ppt/slides/_rels/slide39.xml.rels" ContentType="application/vnd.openxmlformats-package.relationships+xml"/>
  <Override PartName="/ppt/slides/_rels/slide1976.xml.rels" ContentType="application/vnd.openxmlformats-package.relationships+xml"/>
  <Override PartName="/ppt/slides/_rels/slide130.xml.rels" ContentType="application/vnd.openxmlformats-package.relationships+xml"/>
  <Override PartName="/ppt/slides/_rels/slide1981.xml.rels" ContentType="application/vnd.openxmlformats-package.relationships+xml"/>
  <Override PartName="/ppt/slides/_rels/slide1522.xml.rels" ContentType="application/vnd.openxmlformats-package.relationships+xml"/>
  <Override PartName="/ppt/slides/_rels/slide1152.xml.rels" ContentType="application/vnd.openxmlformats-package.relationships+xml"/>
  <Override PartName="/ppt/slides/_rels/slide1149.xml.rels" ContentType="application/vnd.openxmlformats-package.relationships+xml"/>
  <Override PartName="/ppt/slides/_rels/slide1826.xml.rels" ContentType="application/vnd.openxmlformats-package.relationships+xml"/>
  <Override PartName="/ppt/slides/_rels/slide749.xml.rels" ContentType="application/vnd.openxmlformats-package.relationships+xml"/>
  <Override PartName="/ppt/slides/_rels/slide296.xml.rels" ContentType="application/vnd.openxmlformats-package.relationships+xml"/>
  <Override PartName="/ppt/slides/_rels/slide1862.xml.rels" ContentType="application/vnd.openxmlformats-package.relationships+xml"/>
  <Override PartName="/ppt/slides/_rels/slide654.xml.rels" ContentType="application/vnd.openxmlformats-package.relationships+xml"/>
  <Override PartName="/ppt/slides/_rels/slide117.xml.rels" ContentType="application/vnd.openxmlformats-package.relationships+xml"/>
  <Override PartName="/ppt/slides/_rels/slide1351.xml.rels" ContentType="application/vnd.openxmlformats-package.relationships+xml"/>
  <Override PartName="/ppt/slides/_rels/slide740.xml.rels" ContentType="application/vnd.openxmlformats-package.relationships+xml"/>
  <Override PartName="/ppt/slides/_rels/slide230.xml.rels" ContentType="application/vnd.openxmlformats-package.relationships+xml"/>
  <Override PartName="/ppt/slides/_rels/slide315.xml.rels" ContentType="application/vnd.openxmlformats-package.relationships+xml"/>
  <Override PartName="/ppt/slides/_rels/slide1710.xml.rels" ContentType="application/vnd.openxmlformats-package.relationships+xml"/>
  <Override PartName="/ppt/slides/_rels/slide380.xml.rels" ContentType="application/vnd.openxmlformats-package.relationships+xml"/>
  <Override PartName="/ppt/slides/_rels/slide287.xml.rels" ContentType="application/vnd.openxmlformats-package.relationships+xml"/>
  <Override PartName="/ppt/slides/_rels/slide803.xml.rels" ContentType="application/vnd.openxmlformats-package.relationships+xml"/>
  <Override PartName="/ppt/slides/_rels/slide1350.xml.rels" ContentType="application/vnd.openxmlformats-package.relationships+xml"/>
  <Override PartName="/ppt/slides/_rels/slide952.xml.rels" ContentType="application/vnd.openxmlformats-package.relationships+xml"/>
  <Override PartName="/ppt/slides/_rels/slide1253.xml.rels" ContentType="application/vnd.openxmlformats-package.relationships+xml"/>
  <Override PartName="/ppt/slides/_rels/slide156.xml.rels" ContentType="application/vnd.openxmlformats-package.relationships+xml"/>
  <Override PartName="/ppt/slides/_rels/slide1213.xml.rels" ContentType="application/vnd.openxmlformats-package.relationships+xml"/>
  <Override PartName="/ppt/slides/_rels/slide295.xml.rels" ContentType="application/vnd.openxmlformats-package.relationships+xml"/>
  <Override PartName="/ppt/slides/_rels/slide752.xml.rels" ContentType="application/vnd.openxmlformats-package.relationships+xml"/>
  <Override PartName="/ppt/slides/_rels/slide507.xml.rels" ContentType="application/vnd.openxmlformats-package.relationships+xml"/>
  <Override PartName="/ppt/slides/_rels/slide153.xml.rels" ContentType="application/vnd.openxmlformats-package.relationships+xml"/>
  <Override PartName="/ppt/slides/_rels/slide578.xml.rels" ContentType="application/vnd.openxmlformats-package.relationships+xml"/>
  <Override PartName="/ppt/slides/_rels/slide271.xml.rels" ContentType="application/vnd.openxmlformats-package.relationships+xml"/>
  <Override PartName="/ppt/slides/_rels/slide1692.xml.rels" ContentType="application/vnd.openxmlformats-package.relationships+xml"/>
  <Override PartName="/ppt/slides/_rels/slide878.xml.rels" ContentType="application/vnd.openxmlformats-package.relationships+xml"/>
  <Override PartName="/ppt/slides/_rels/slide256.xml.rels" ContentType="application/vnd.openxmlformats-package.relationships+xml"/>
  <Override PartName="/ppt/slides/_rels/slide1977.xml.rels" ContentType="application/vnd.openxmlformats-package.relationships+xml"/>
  <Override PartName="/ppt/slides/_rels/slide813.xml.rels" ContentType="application/vnd.openxmlformats-package.relationships+xml"/>
  <Override PartName="/ppt/slides/_rels/slide202.xml.rels" ContentType="application/vnd.openxmlformats-package.relationships+xml"/>
  <Override PartName="/ppt/slides/_rels/slide142.xml.rels" ContentType="application/vnd.openxmlformats-package.relationships+xml"/>
  <Override PartName="/ppt/slides/_rels/slide846.xml.rels" ContentType="application/vnd.openxmlformats-package.relationships+xml"/>
  <Override PartName="/ppt/slides/_rels/slide821.xml.rels" ContentType="application/vnd.openxmlformats-package.relationships+xml"/>
  <Override PartName="/ppt/slides/_rels/slide294.xml.rels" ContentType="application/vnd.openxmlformats-package.relationships+xml"/>
  <Override PartName="/ppt/slides/_rels/slide1329.xml.rels" ContentType="application/vnd.openxmlformats-package.relationships+xml"/>
  <Override PartName="/ppt/slides/_rels/slide1297.xml.rels" ContentType="application/vnd.openxmlformats-package.relationships+xml"/>
  <Override PartName="/ppt/slides/_rels/slide1486.xml.rels" ContentType="application/vnd.openxmlformats-package.relationships+xml"/>
  <Override PartName="/ppt/slides/_rels/slide1039.xml.rels" ContentType="application/vnd.openxmlformats-package.relationships+xml"/>
  <Override PartName="/ppt/slides/_rels/slide1093.xml.rels" ContentType="application/vnd.openxmlformats-package.relationships+xml"/>
  <Override PartName="/ppt/slides/_rels/slide776.xml.rels" ContentType="application/vnd.openxmlformats-package.relationships+xml"/>
  <Override PartName="/ppt/slides/_rels/slide1944.xml.rels" ContentType="application/vnd.openxmlformats-package.relationships+xml"/>
  <Override PartName="/ppt/slides/_rels/slide1963.xml.rels" ContentType="application/vnd.openxmlformats-package.relationships+xml"/>
  <Override PartName="/ppt/slides/_rels/slide465.xml.rels" ContentType="application/vnd.openxmlformats-package.relationships+xml"/>
  <Override PartName="/ppt/slides/_rels/slide1160.xml.rels" ContentType="application/vnd.openxmlformats-package.relationships+xml"/>
  <Override PartName="/ppt/slides/_rels/slide624.xml.rels" ContentType="application/vnd.openxmlformats-package.relationships+xml"/>
  <Override PartName="/ppt/slides/_rels/slide193.xml.rels" ContentType="application/vnd.openxmlformats-package.relationships+xml"/>
  <Override PartName="/ppt/slides/_rels/slide1670.xml.rels" ContentType="application/vnd.openxmlformats-package.relationships+xml"/>
  <Override PartName="/ppt/slides/_rels/slide1091.xml.rels" ContentType="application/vnd.openxmlformats-package.relationships+xml"/>
  <Override PartName="/ppt/slides/_rels/slide900.xml.rels" ContentType="application/vnd.openxmlformats-package.relationships+xml"/>
  <Override PartName="/ppt/slides/_rels/slide330.xml.rels" ContentType="application/vnd.openxmlformats-package.relationships+xml"/>
  <Override PartName="/ppt/slides/_rels/slide7.xml.rels" ContentType="application/vnd.openxmlformats-package.relationships+xml"/>
  <Override PartName="/ppt/slides/_rels/slide724.xml.rels" ContentType="application/vnd.openxmlformats-package.relationships+xml"/>
  <Override PartName="/ppt/slides/_rels/slide1347.xml.rels" ContentType="application/vnd.openxmlformats-package.relationships+xml"/>
  <Override PartName="/ppt/slides/_rels/slide1314.xml.rels" ContentType="application/vnd.openxmlformats-package.relationships+xml"/>
  <Override PartName="/ppt/slides/_rels/slide620.xml.rels" ContentType="application/vnd.openxmlformats-package.relationships+xml"/>
  <Override PartName="/ppt/slides/_rels/slide1723.xml.rels" ContentType="application/vnd.openxmlformats-package.relationships+xml"/>
  <Override PartName="/ppt/slides/_rels/slide907.xml.rels" ContentType="application/vnd.openxmlformats-package.relationships+xml"/>
  <Override PartName="/ppt/slides/_rels/slide1276.xml.rels" ContentType="application/vnd.openxmlformats-package.relationships+xml"/>
  <Override PartName="/ppt/slides/_rels/slide696.xml.rels" ContentType="application/vnd.openxmlformats-package.relationships+xml"/>
  <Override PartName="/ppt/slides/_rels/slide1479.xml.rels" ContentType="application/vnd.openxmlformats-package.relationships+xml"/>
  <Override PartName="/ppt/slides/_rels/slide879.xml.rels" ContentType="application/vnd.openxmlformats-package.relationships+xml"/>
  <Override PartName="/ppt/slides/_rels/slide513.xml.rels" ContentType="application/vnd.openxmlformats-package.relationships+xml"/>
  <Override PartName="/ppt/slides/_rels/slide1529.xml.rels" ContentType="application/vnd.openxmlformats-package.relationships+xml"/>
  <Override PartName="/ppt/slides/_rels/slide175.xml.rels" ContentType="application/vnd.openxmlformats-package.relationships+xml"/>
  <Override PartName="/ppt/slides/_rels/slide499.xml.rels" ContentType="application/vnd.openxmlformats-package.relationships+xml"/>
  <Override PartName="/ppt/slides/_rels/slide376.xml.rels" ContentType="application/vnd.openxmlformats-package.relationships+xml"/>
  <Override PartName="/ppt/slides/_rels/slide1713.xml.rels" ContentType="application/vnd.openxmlformats-package.relationships+xml"/>
  <Override PartName="/ppt/slides/_rels/slide515.xml.rels" ContentType="application/vnd.openxmlformats-package.relationships+xml"/>
  <Override PartName="/ppt/slides/_rels/slide1381.xml.rels" ContentType="application/vnd.openxmlformats-package.relationships+xml"/>
  <Override PartName="/ppt/slides/_rels/slide774.xml.rels" ContentType="application/vnd.openxmlformats-package.relationships+xml"/>
  <Override PartName="/ppt/slides/_rels/slide777.xml.rels" ContentType="application/vnd.openxmlformats-package.relationships+xml"/>
  <Override PartName="/ppt/slides/_rels/slide558.xml.rels" ContentType="application/vnd.openxmlformats-package.relationships+xml"/>
  <Override PartName="/ppt/slides/_rels/slide325.xml.rels" ContentType="application/vnd.openxmlformats-package.relationships+xml"/>
  <Override PartName="/ppt/slides/_rels/slide1534.xml.rels" ContentType="application/vnd.openxmlformats-package.relationships+xml"/>
  <Override PartName="/ppt/slides/_rels/slide1162.xml.rels" ContentType="application/vnd.openxmlformats-package.relationships+xml"/>
  <Override PartName="/ppt/slides/_rels/slide377.xml.rels" ContentType="application/vnd.openxmlformats-package.relationships+xml"/>
  <Override PartName="/ppt/slides/_rels/slide698.xml.rels" ContentType="application/vnd.openxmlformats-package.relationships+xml"/>
  <Override PartName="/ppt/slides/_rels/slide47.xml.rels" ContentType="application/vnd.openxmlformats-package.relationships+xml"/>
  <Override PartName="/ppt/slides/_rels/slide1223.xml.rels" ContentType="application/vnd.openxmlformats-package.relationships+xml"/>
  <Override PartName="/ppt/slides/_rels/slide59.xml.rels" ContentType="application/vnd.openxmlformats-package.relationships+xml"/>
  <Override PartName="/ppt/slides/_rels/slide1690.xml.rels" ContentType="application/vnd.openxmlformats-package.relationships+xml"/>
  <Override PartName="/ppt/slides/_rels/slide1617.xml.rels" ContentType="application/vnd.openxmlformats-package.relationships+xml"/>
  <Override PartName="/ppt/slides/_rels/slide961.xml.rels" ContentType="application/vnd.openxmlformats-package.relationships+xml"/>
  <Override PartName="/ppt/slides/_rels/slide1924.xml.rels" ContentType="application/vnd.openxmlformats-package.relationships+xml"/>
  <Override PartName="/ppt/slides/_rels/slide811.xml.rels" ContentType="application/vnd.openxmlformats-package.relationships+xml"/>
  <Override PartName="/ppt/slides/_rels/slide1729.xml.rels" ContentType="application/vnd.openxmlformats-package.relationships+xml"/>
  <Override PartName="/ppt/slides/_rels/slide286.xml.rels" ContentType="application/vnd.openxmlformats-package.relationships+xml"/>
  <Override PartName="/ppt/slides/_rels/slide1569.xml.rels" ContentType="application/vnd.openxmlformats-package.relationships+xml"/>
  <Override PartName="/ppt/slides/_rels/slide1866.xml.rels" ContentType="application/vnd.openxmlformats-package.relationships+xml"/>
  <Override PartName="/ppt/slides/_rels/slide1359.xml.rels" ContentType="application/vnd.openxmlformats-package.relationships+xml"/>
  <Override PartName="/ppt/slides/_rels/slide1672.xml.rels" ContentType="application/vnd.openxmlformats-package.relationships+xml"/>
  <Override PartName="/ppt/slides/_rels/slide733.xml.rels" ContentType="application/vnd.openxmlformats-package.relationships+xml"/>
  <Override PartName="/ppt/slides/_rels/slide15.xml.rels" ContentType="application/vnd.openxmlformats-package.relationships+xml"/>
  <Override PartName="/ppt/slides/_rels/slide285.xml.rels" ContentType="application/vnd.openxmlformats-package.relationships+xml"/>
  <Override PartName="/ppt/slides/_rels/slide1410.xml.rels" ContentType="application/vnd.openxmlformats-package.relationships+xml"/>
  <Override PartName="/ppt/slides/_rels/slide311.xml.rels" ContentType="application/vnd.openxmlformats-package.relationships+xml"/>
  <Override PartName="/ppt/slides/_rels/slide1928.xml.rels" ContentType="application/vnd.openxmlformats-package.relationships+xml"/>
  <Override PartName="/ppt/slides/_rels/slide1558.xml.rels" ContentType="application/vnd.openxmlformats-package.relationships+xml"/>
  <Override PartName="/ppt/slides/_rels/slide1376.xml.rels" ContentType="application/vnd.openxmlformats-package.relationships+xml"/>
  <Override PartName="/ppt/slides/_rels/slide1068.xml.rels" ContentType="application/vnd.openxmlformats-package.relationships+xml"/>
  <Override PartName="/ppt/slides/_rels/slide564.xml.rels" ContentType="application/vnd.openxmlformats-package.relationships+xml"/>
  <Override PartName="/ppt/slides/_rels/slide319.xml.rels" ContentType="application/vnd.openxmlformats-package.relationships+xml"/>
  <Override PartName="/ppt/slides/_rels/slide539.xml.rels" ContentType="application/vnd.openxmlformats-package.relationships+xml"/>
  <Override PartName="/ppt/slides/_rels/slide927.xml.rels" ContentType="application/vnd.openxmlformats-package.relationships+xml"/>
  <Override PartName="/ppt/slides/_rels/slide1018.xml.rels" ContentType="application/vnd.openxmlformats-package.relationships+xml"/>
  <Override PartName="/ppt/slides/_rels/slide280.xml.rels" ContentType="application/vnd.openxmlformats-package.relationships+xml"/>
  <Override PartName="/ppt/slides/_rels/slide1398.xml.rels" ContentType="application/vnd.openxmlformats-package.relationships+xml"/>
  <Override PartName="/ppt/slides/_rels/slide1188.xml.rels" ContentType="application/vnd.openxmlformats-package.relationships+xml"/>
  <Override PartName="/ppt/slides/_rels/slide1572.xml.rels" ContentType="application/vnd.openxmlformats-package.relationships+xml"/>
  <Override PartName="/ppt/slides/_rels/slide1709.xml.rels" ContentType="application/vnd.openxmlformats-package.relationships+xml"/>
  <Override PartName="/ppt/slides/_rels/slide1426.xml.rels" ContentType="application/vnd.openxmlformats-package.relationships+xml"/>
  <Override PartName="/ppt/slides/_rels/slide1309.xml.rels" ContentType="application/vnd.openxmlformats-package.relationships+xml"/>
  <Override PartName="/ppt/slides/_rels/slide916.xml.rels" ContentType="application/vnd.openxmlformats-package.relationships+xml"/>
  <Override PartName="/ppt/slides/_rels/slide335.xml.rels" ContentType="application/vnd.openxmlformats-package.relationships+xml"/>
  <Override PartName="/ppt/slides/_rels/slide214.xml.rels" ContentType="application/vnd.openxmlformats-package.relationships+xml"/>
  <Override PartName="/ppt/slides/_rels/slide1681.xml.rels" ContentType="application/vnd.openxmlformats-package.relationships+xml"/>
  <Override PartName="/ppt/slides/_rels/slide656.xml.rels" ContentType="application/vnd.openxmlformats-package.relationships+xml"/>
  <Override PartName="/ppt/slides/_rels/slide1374.xml.rels" ContentType="application/vnd.openxmlformats-package.relationships+xml"/>
  <Override PartName="/ppt/slides/_rels/slide241.xml.rels" ContentType="application/vnd.openxmlformats-package.relationships+xml"/>
  <Override PartName="/ppt/slides/_rels/slide1019.xml.rels" ContentType="application/vnd.openxmlformats-package.relationships+xml"/>
  <Override PartName="/ppt/slides/_rels/slide1062.xml.rels" ContentType="application/vnd.openxmlformats-package.relationships+xml"/>
  <Override PartName="/ppt/slides/_rels/slide548.xml.rels" ContentType="application/vnd.openxmlformats-package.relationships+xml"/>
  <Override PartName="/ppt/slides/_rels/slide505.xml.rels" ContentType="application/vnd.openxmlformats-package.relationships+xml"/>
  <Override PartName="/ppt/slides/_rels/slide1716.xml.rels" ContentType="application/vnd.openxmlformats-package.relationships+xml"/>
  <Override PartName="/ppt/slides/_rels/slide563.xml.rels" ContentType="application/vnd.openxmlformats-package.relationships+xml"/>
  <Override PartName="/ppt/slides/_rels/slide1815.xml.rels" ContentType="application/vnd.openxmlformats-package.relationships+xml"/>
  <Override PartName="/ppt/slides/_rels/slide318.xml.rels" ContentType="application/vnd.openxmlformats-package.relationships+xml"/>
  <Override PartName="/ppt/slides/_rels/slide1017.xml.rels" ContentType="application/vnd.openxmlformats-package.relationships+xml"/>
  <Override PartName="/ppt/slides/_rels/slide1123.xml.rels" ContentType="application/vnd.openxmlformats-package.relationships+xml"/>
  <Override PartName="/ppt/slides/_rels/slide1570.xml.rels" ContentType="application/vnd.openxmlformats-package.relationships+xml"/>
  <Override PartName="/ppt/slides/_rels/slide420.xml.rels" ContentType="application/vnd.openxmlformats-package.relationships+xml"/>
  <Override PartName="/ppt/slides/_rels/slide1498.xml.rels" ContentType="application/vnd.openxmlformats-package.relationships+xml"/>
  <Override PartName="/ppt/slides/_rels/slide255.xml.rels" ContentType="application/vnd.openxmlformats-package.relationships+xml"/>
  <Override PartName="/ppt/slides/_rels/slide609.xml.rels" ContentType="application/vnd.openxmlformats-package.relationships+xml"/>
  <Override PartName="/ppt/slides/_rels/slide1674.xml.rels" ContentType="application/vnd.openxmlformats-package.relationships+xml"/>
  <Override PartName="/ppt/slides/_rels/slide1112.xml.rels" ContentType="application/vnd.openxmlformats-package.relationships+xml"/>
  <Override PartName="/ppt/slides/_rels/slide109.xml.rels" ContentType="application/vnd.openxmlformats-package.relationships+xml"/>
  <Override PartName="/ppt/slides/_rels/slide1939.xml.rels" ContentType="application/vnd.openxmlformats-package.relationships+xml"/>
  <Override PartName="/ppt/slides/_rels/slide276.xml.rels" ContentType="application/vnd.openxmlformats-package.relationships+xml"/>
  <Override PartName="/ppt/slides/_rels/slide837.xml.rels" ContentType="application/vnd.openxmlformats-package.relationships+xml"/>
  <Override PartName="/ppt/slides/_rels/slide272.xml.rels" ContentType="application/vnd.openxmlformats-package.relationships+xml"/>
  <Override PartName="/ppt/slides/_rels/slide161.xml.rels" ContentType="application/vnd.openxmlformats-package.relationships+xml"/>
  <Override PartName="/ppt/slides/_rels/slide966.xml.rels" ContentType="application/vnd.openxmlformats-package.relationships+xml"/>
  <Override PartName="/ppt/slides/_rels/slide631.xml.rels" ContentType="application/vnd.openxmlformats-package.relationships+xml"/>
  <Override PartName="/ppt/slides/_rels/slide1373.xml.rels" ContentType="application/vnd.openxmlformats-package.relationships+xml"/>
  <Override PartName="/ppt/slides/_rels/slide261.xml.rels" ContentType="application/vnd.openxmlformats-package.relationships+xml"/>
  <Override PartName="/ppt/slides/_rels/slide397.xml.rels" ContentType="application/vnd.openxmlformats-package.relationships+xml"/>
  <Override PartName="/ppt/slides/_rels/slide685.xml.rels" ContentType="application/vnd.openxmlformats-package.relationships+xml"/>
  <Override PartName="/ppt/slides/_rels/slide1912.xml.rels" ContentType="application/vnd.openxmlformats-package.relationships+xml"/>
  <Override PartName="/ppt/slides/_rels/slide199.xml.rels" ContentType="application/vnd.openxmlformats-package.relationships+xml"/>
  <Override PartName="/ppt/slides/_rels/slide344.xml.rels" ContentType="application/vnd.openxmlformats-package.relationships+xml"/>
  <Override PartName="/ppt/slides/_rels/slide1765.xml.rels" ContentType="application/vnd.openxmlformats-package.relationships+xml"/>
  <Override PartName="/ppt/slides/_rels/slide903.xml.rels" ContentType="application/vnd.openxmlformats-package.relationships+xml"/>
  <Override PartName="/ppt/slides/_rels/slide1914.xml.rels" ContentType="application/vnd.openxmlformats-package.relationships+xml"/>
  <Override PartName="/ppt/slides/_rels/slide1568.xml.rels" ContentType="application/vnd.openxmlformats-package.relationships+xml"/>
  <Override PartName="/ppt/slides/_rels/slide1512.xml.rels" ContentType="application/vnd.openxmlformats-package.relationships+xml"/>
  <Override PartName="/ppt/slides/_rels/slide1814.xml.rels" ContentType="application/vnd.openxmlformats-package.relationships+xml"/>
  <Override PartName="/ppt/slides/_rels/slide570.xml.rels" ContentType="application/vnd.openxmlformats-package.relationships+xml"/>
  <Override PartName="/ppt/slides/_rels/slide853.xml.rels" ContentType="application/vnd.openxmlformats-package.relationships+xml"/>
  <Override PartName="/ppt/slides/_rels/slide974.xml.rels" ContentType="application/vnd.openxmlformats-package.relationships+xml"/>
  <Override PartName="/ppt/slides/_rels/slide887.xml.rels" ContentType="application/vnd.openxmlformats-package.relationships+xml"/>
  <Override PartName="/ppt/slides/_rels/slide1027.xml.rels" ContentType="application/vnd.openxmlformats-package.relationships+xml"/>
  <Override PartName="/ppt/slides/_rels/slide1663.xml.rels" ContentType="application/vnd.openxmlformats-package.relationships+xml"/>
  <Override PartName="/ppt/slides/_rels/slide972.xml.rels" ContentType="application/vnd.openxmlformats-package.relationships+xml"/>
  <Override PartName="/ppt/slides/_rels/slide262.xml.rels" ContentType="application/vnd.openxmlformats-package.relationships+xml"/>
  <Override PartName="/ppt/slides/_rels/slide1589.xml.rels" ContentType="application/vnd.openxmlformats-package.relationships+xml"/>
  <Override PartName="/ppt/slides/_rels/slide951.xml.rels" ContentType="application/vnd.openxmlformats-package.relationships+xml"/>
  <Override PartName="/ppt/slides/_rels/slide1919.xml.rels" ContentType="application/vnd.openxmlformats-package.relationships+xml"/>
  <Override PartName="/ppt/slides/_rels/slide1339.xml.rels" ContentType="application/vnd.openxmlformats-package.relationships+xml"/>
  <Override PartName="/ppt/slides/_rels/slide1501.xml.rels" ContentType="application/vnd.openxmlformats-package.relationships+xml"/>
  <Override PartName="/ppt/slides/_rels/slide282.xml.rels" ContentType="application/vnd.openxmlformats-package.relationships+xml"/>
  <Override PartName="/ppt/slides/_rels/slide1634.xml.rels" ContentType="application/vnd.openxmlformats-package.relationships+xml"/>
  <Override PartName="/ppt/slides/_rels/slide1318.xml.rels" ContentType="application/vnd.openxmlformats-package.relationships+xml"/>
  <Override PartName="/ppt/slides/_rels/slide13.xml.rels" ContentType="application/vnd.openxmlformats-package.relationships+xml"/>
  <Override PartName="/ppt/slides/_rels/slide309.xml.rels" ContentType="application/vnd.openxmlformats-package.relationships+xml"/>
  <Override PartName="/ppt/slides/_rels/slide845.xml.rels" ContentType="application/vnd.openxmlformats-package.relationships+xml"/>
  <Override PartName="/ppt/slides/_rels/slide1803.xml.rels" ContentType="application/vnd.openxmlformats-package.relationships+xml"/>
  <Override PartName="/ppt/slides/_rels/slide1251.xml.rels" ContentType="application/vnd.openxmlformats-package.relationships+xml"/>
  <Override PartName="/ppt/slides/_rels/slide1389.xml.rels" ContentType="application/vnd.openxmlformats-package.relationships+xml"/>
  <Override PartName="/ppt/slides/_rels/slide831.xml.rels" ContentType="application/vnd.openxmlformats-package.relationships+xml"/>
  <Override PartName="/ppt/slides/_rels/slide1792.xml.rels" ContentType="application/vnd.openxmlformats-package.relationships+xml"/>
  <Override PartName="/ppt/slides/_rels/slide1204.xml.rels" ContentType="application/vnd.openxmlformats-package.relationships+xml"/>
  <Override PartName="/ppt/slides/_rels/slide1118.xml.rels" ContentType="application/vnd.openxmlformats-package.relationships+xml"/>
  <Override PartName="/ppt/slides/_rels/slide939.xml.rels" ContentType="application/vnd.openxmlformats-package.relationships+xml"/>
  <Override PartName="/ppt/slides/_rels/slide263.xml.rels" ContentType="application/vnd.openxmlformats-package.relationships+xml"/>
  <Override PartName="/ppt/slides/_rels/slide973.xml.rels" ContentType="application/vnd.openxmlformats-package.relationships+xml"/>
  <Override PartName="/ppt/slides/_rels/slide239.xml.rels" ContentType="application/vnd.openxmlformats-package.relationships+xml"/>
  <Override PartName="/ppt/slides/_rels/slide253.xml.rels" ContentType="application/vnd.openxmlformats-package.relationships+xml"/>
  <Override PartName="/ppt/slides/_rels/slide975.xml.rels" ContentType="application/vnd.openxmlformats-package.relationships+xml"/>
  <Override PartName="/ppt/slides/_rels/slide238.xml.rels" ContentType="application/vnd.openxmlformats-package.relationships+xml"/>
  <Override PartName="/ppt/slides/_rels/slide155.xml.rels" ContentType="application/vnd.openxmlformats-package.relationships+xml"/>
  <Override PartName="/ppt/slides/_rels/slide1979.xml.rels" ContentType="application/vnd.openxmlformats-package.relationships+xml"/>
  <Override PartName="/ppt/slides/_rels/slide830.xml.rels" ContentType="application/vnd.openxmlformats-package.relationships+xml"/>
  <Override PartName="/ppt/slides/_rels/slide264.xml.rels" ContentType="application/vnd.openxmlformats-package.relationships+xml"/>
  <Override PartName="/ppt/slides/_rels/slide96.xml.rels" ContentType="application/vnd.openxmlformats-package.relationships+xml"/>
  <Override PartName="/ppt/slides/_rels/slide1791.xml.rels" ContentType="application/vnd.openxmlformats-package.relationships+xml"/>
  <Override PartName="/ppt/slides/_rels/slide9.xml.rels" ContentType="application/vnd.openxmlformats-package.relationships+xml"/>
  <Override PartName="/ppt/slides/_rels/slide589.xml.rels" ContentType="application/vnd.openxmlformats-package.relationships+xml"/>
  <Override PartName="/ppt/slides/_rels/slide154.xml.rels" ContentType="application/vnd.openxmlformats-package.relationships+xml"/>
  <Override PartName="/ppt/slides/_rels/slide116.xml.rels" ContentType="application/vnd.openxmlformats-package.relationships+xml"/>
  <Override PartName="/ppt/slides/_rels/slide1219.xml.rels" ContentType="application/vnd.openxmlformats-package.relationships+xml"/>
  <Override PartName="/ppt/slides/_rels/slide850.xml.rels" ContentType="application/vnd.openxmlformats-package.relationships+xml"/>
  <Override PartName="/ppt/slides/_rels/slide611.xml.rels" ContentType="application/vnd.openxmlformats-package.relationships+xml"/>
  <Override PartName="/ppt/slides/_rels/slide576.xml.rels" ContentType="application/vnd.openxmlformats-package.relationships+xml"/>
  <Override PartName="/ppt/slides/_rels/slide1163.xml.rels" ContentType="application/vnd.openxmlformats-package.relationships+xml"/>
  <Override PartName="/ppt/slides/_rels/slide435.xml.rels" ContentType="application/vnd.openxmlformats-package.relationships+xml"/>
  <Override PartName="/ppt/slides/_rels/slide1662.xml.rels" ContentType="application/vnd.openxmlformats-package.relationships+xml"/>
  <Override PartName="/ppt/slides/slide1732.xml" ContentType="application/vnd.openxmlformats-officedocument.presentationml.slide+xml"/>
  <Override PartName="/ppt/slides/slide168.xml" ContentType="application/vnd.openxmlformats-officedocument.presentationml.slide+xml"/>
  <Override PartName="/ppt/slides/slide215.xml" ContentType="application/vnd.openxmlformats-officedocument.presentationml.slide+xml"/>
  <Override PartName="/ppt/slides/slide1156.xml" ContentType="application/vnd.openxmlformats-officedocument.presentationml.slide+xml"/>
  <Override PartName="/ppt/slides/slide1316.xml" ContentType="application/vnd.openxmlformats-officedocument.presentationml.slide+xml"/>
  <Override PartName="/ppt/slides/slide1566.xml" ContentType="application/vnd.openxmlformats-officedocument.presentationml.slide+xml"/>
  <Override PartName="/ppt/slides/slide1517.xml" ContentType="application/vnd.openxmlformats-officedocument.presentationml.slide+xml"/>
  <Override PartName="/ppt/slides/slide1567.xml" ContentType="application/vnd.openxmlformats-officedocument.presentationml.slide+xml"/>
  <Override PartName="/ppt/slides/slide1102.xml" ContentType="application/vnd.openxmlformats-officedocument.presentationml.slide+xml"/>
  <Override PartName="/ppt/slides/slide1039.xml" ContentType="application/vnd.openxmlformats-officedocument.presentationml.slide+xml"/>
  <Override PartName="/ppt/slides/slide1307.xml" ContentType="application/vnd.openxmlformats-officedocument.presentationml.slide+xml"/>
  <Override PartName="/ppt/slides/slide703.xml" ContentType="application/vnd.openxmlformats-officedocument.presentationml.slide+xml"/>
  <Override PartName="/ppt/slides/slide1406.xml" ContentType="application/vnd.openxmlformats-officedocument.presentationml.slide+xml"/>
  <Override PartName="/ppt/slides/slide577.xml" ContentType="application/vnd.openxmlformats-officedocument.presentationml.slide+xml"/>
  <Override PartName="/ppt/slides/slide1402.xml" ContentType="application/vnd.openxmlformats-officedocument.presentationml.slide+xml"/>
  <Override PartName="/ppt/slides/slide1049.xml" ContentType="application/vnd.openxmlformats-officedocument.presentationml.slide+xml"/>
  <Override PartName="/ppt/slides/slide869.xml" ContentType="application/vnd.openxmlformats-officedocument.presentationml.slide+xml"/>
  <Override PartName="/ppt/slides/slide1785.xml" ContentType="application/vnd.openxmlformats-officedocument.presentationml.slide+xml"/>
  <Override PartName="/ppt/slides/slide1568.xml" ContentType="application/vnd.openxmlformats-officedocument.presentationml.slide+xml"/>
  <Override PartName="/ppt/slides/slide1290.xml" ContentType="application/vnd.openxmlformats-officedocument.presentationml.slide+xml"/>
  <Override PartName="/ppt/slides/slide1575.xml" ContentType="application/vnd.openxmlformats-officedocument.presentationml.slide+xml"/>
  <Override PartName="/ppt/slides/slide704.xml" ContentType="application/vnd.openxmlformats-officedocument.presentationml.slide+xml"/>
  <Override PartName="/ppt/slides/slide711.xml" ContentType="application/vnd.openxmlformats-officedocument.presentationml.slide+xml"/>
  <Override PartName="/ppt/slides/slide178.xml" ContentType="application/vnd.openxmlformats-officedocument.presentationml.slide+xml"/>
  <Override PartName="/ppt/slides/slide1260.xml" ContentType="application/vnd.openxmlformats-officedocument.presentationml.slide+xml"/>
  <Override PartName="/ppt/slides/slide877.xml" ContentType="application/vnd.openxmlformats-officedocument.presentationml.slide+xml"/>
  <Override PartName="/ppt/slides/slide1532.xml" ContentType="application/vnd.openxmlformats-officedocument.presentationml.slide+xml"/>
  <Override PartName="/ppt/slides/slide712.xml" ContentType="application/vnd.openxmlformats-officedocument.presentationml.slide+xml"/>
  <Override PartName="/ppt/slides/slide198.xml" ContentType="application/vnd.openxmlformats-officedocument.presentationml.slide+xml"/>
  <Override PartName="/ppt/slides/slide1411.xml" ContentType="application/vnd.openxmlformats-officedocument.presentationml.slide+xml"/>
  <Override PartName="/ppt/slides/slide45.xml" ContentType="application/vnd.openxmlformats-officedocument.presentationml.slide+xml"/>
  <Override PartName="/ppt/slides/slide284.xml" ContentType="application/vnd.openxmlformats-officedocument.presentationml.slide+xml"/>
  <Override PartName="/ppt/slides/slide1615.xml" ContentType="application/vnd.openxmlformats-officedocument.presentationml.slide+xml"/>
  <Override PartName="/ppt/slides/slide179.xml" ContentType="application/vnd.openxmlformats-officedocument.presentationml.slide+xml"/>
  <Override PartName="/ppt/slides/slide634.xml" ContentType="application/vnd.openxmlformats-officedocument.presentationml.slide+xml"/>
  <Override PartName="/ppt/slides/slide1577.xml" ContentType="application/vnd.openxmlformats-officedocument.presentationml.slide+xml"/>
  <Override PartName="/ppt/slides/slide713.xml" ContentType="application/vnd.openxmlformats-officedocument.presentationml.slide+xml"/>
  <Override PartName="/ppt/slides/slide1466.xml" ContentType="application/vnd.openxmlformats-officedocument.presentationml.slide+xml"/>
  <Override PartName="/ppt/slides/slide1867.xml" ContentType="application/vnd.openxmlformats-officedocument.presentationml.slide+xml"/>
  <Override PartName="/ppt/slides/slide1314.xml" ContentType="application/vnd.openxmlformats-officedocument.presentationml.slide+xml"/>
  <Override PartName="/ppt/slides/slide879.xml" ContentType="application/vnd.openxmlformats-officedocument.presentationml.slide+xml"/>
  <Override PartName="/ppt/slides/slide1882.xml" ContentType="application/vnd.openxmlformats-officedocument.presentationml.slide+xml"/>
  <Override PartName="/ppt/slides/slide1578.xml" ContentType="application/vnd.openxmlformats-officedocument.presentationml.slide+xml"/>
  <Override PartName="/ppt/slides/slide714.xml" ContentType="application/vnd.openxmlformats-officedocument.presentationml.slide+xml"/>
  <Override PartName="/ppt/slides/slide1166.xml" ContentType="application/vnd.openxmlformats-officedocument.presentationml.slide+xml"/>
  <Override PartName="/ppt/slides/slide863.xml" ContentType="application/vnd.openxmlformats-officedocument.presentationml.slide+xml"/>
  <Override PartName="/ppt/slides/slide630.xml" ContentType="application/vnd.openxmlformats-officedocument.presentationml.slide+xml"/>
  <Override PartName="/ppt/slides/slide1414.xml" ContentType="application/vnd.openxmlformats-officedocument.presentationml.slide+xml"/>
  <Override PartName="/ppt/slides/slide1613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706.xml" ContentType="application/vnd.openxmlformats-officedocument.presentationml.slide+xml"/>
  <Override PartName="/ppt/slides/slide939.xml" ContentType="application/vnd.openxmlformats-officedocument.presentationml.slide+xml"/>
  <Override PartName="/ppt/slides/slide1565.xml" ContentType="application/vnd.openxmlformats-officedocument.presentationml.slide+xml"/>
  <Override PartName="/ppt/slides/slide1690.xml" ContentType="application/vnd.openxmlformats-officedocument.presentationml.slide+xml"/>
  <Override PartName="/ppt/slides/slide724.xml" ContentType="application/vnd.openxmlformats-officedocument.presentationml.slide+xml"/>
  <Override PartName="/ppt/slides/slide1644.xml" ContentType="application/vnd.openxmlformats-officedocument.presentationml.slide+xml"/>
  <Override PartName="/ppt/slides/slide1407.xml" ContentType="application/vnd.openxmlformats-officedocument.presentationml.slide+xml"/>
  <Override PartName="/ppt/slides/slide99.xml" ContentType="application/vnd.openxmlformats-officedocument.presentationml.slide+xml"/>
  <Override PartName="/ppt/slides/slide693.xml" ContentType="application/vnd.openxmlformats-officedocument.presentationml.slide+xml"/>
  <Override PartName="/ppt/slides/slide1558.xml" ContentType="application/vnd.openxmlformats-officedocument.presentationml.slide+xml"/>
  <Override PartName="/ppt/slides/slide708.xml" ContentType="application/vnd.openxmlformats-officedocument.presentationml.slide+xml"/>
  <Override PartName="/ppt/slides/slide725.xml" ContentType="application/vnd.openxmlformats-officedocument.presentationml.slide+xml"/>
  <Override PartName="/ppt/slides/slide63.xml" ContentType="application/vnd.openxmlformats-officedocument.presentationml.slide+xml"/>
  <Override PartName="/ppt/slides/slide764.xml" ContentType="application/vnd.openxmlformats-officedocument.presentationml.slide+xml"/>
  <Override PartName="/ppt/slides/slide1424.xml" ContentType="application/vnd.openxmlformats-officedocument.presentationml.slide+xml"/>
  <Override PartName="/ppt/slides/slide619.xml" ContentType="application/vnd.openxmlformats-officedocument.presentationml.slide+xml"/>
  <Override PartName="/ppt/slides/slide1370.xml" ContentType="application/vnd.openxmlformats-officedocument.presentationml.slide+xml"/>
  <Override PartName="/ppt/slides/slide405.xml" ContentType="application/vnd.openxmlformats-officedocument.presentationml.slide+xml"/>
  <Override PartName="/ppt/slides/slide709.xml" ContentType="application/vnd.openxmlformats-officedocument.presentationml.slide+xml"/>
  <Override PartName="/ppt/slides/slide1202.xml" ContentType="application/vnd.openxmlformats-officedocument.presentationml.slide+xml"/>
  <Override PartName="/ppt/slides/slide38.xml" ContentType="application/vnd.openxmlformats-officedocument.presentationml.slide+xml"/>
  <Override PartName="/ppt/slides/slide716.xml" ContentType="application/vnd.openxmlformats-officedocument.presentationml.slide+xml"/>
  <Override PartName="/ppt/slides/slide1416.xml" ContentType="application/vnd.openxmlformats-officedocument.presentationml.slide+xml"/>
  <Override PartName="/ppt/slides/slide165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1366.xml" ContentType="application/vnd.openxmlformats-officedocument.presentationml.slide+xml"/>
  <Override PartName="/ppt/slides/slide503.xml" ContentType="application/vnd.openxmlformats-officedocument.presentationml.slide+xml"/>
  <Override PartName="/ppt/slides/slide1864.xml" ContentType="application/vnd.openxmlformats-officedocument.presentationml.slide+xml"/>
  <Override PartName="/ppt/slides/slide1434.xml" ContentType="application/vnd.openxmlformats-officedocument.presentationml.slide+xml"/>
  <Override PartName="/ppt/slides/slide1721.xml" ContentType="application/vnd.openxmlformats-officedocument.presentationml.slide+xml"/>
  <Override PartName="/ppt/slides/slide1418.xml" ContentType="application/vnd.openxmlformats-officedocument.presentationml.slide+xml"/>
  <Override PartName="/ppt/slides/slide1011.xml" ContentType="application/vnd.openxmlformats-officedocument.presentationml.slide+xml"/>
  <Override PartName="/ppt/slides/slide967.xml" ContentType="application/vnd.openxmlformats-officedocument.presentationml.slide+xml"/>
  <Override PartName="/ppt/slides/slide430.xml" ContentType="application/vnd.openxmlformats-officedocument.presentationml.slide+xml"/>
  <Override PartName="/ppt/slides/slide671.xml" ContentType="application/vnd.openxmlformats-officedocument.presentationml.slide+xml"/>
  <Override PartName="/ppt/slides/slide1419.xml" ContentType="application/vnd.openxmlformats-officedocument.presentationml.slide+xml"/>
  <Override PartName="/ppt/slides/slide413.xml" ContentType="application/vnd.openxmlformats-officedocument.presentationml.slide+xml"/>
  <Override PartName="/ppt/slides/slide1309.xml" ContentType="application/vnd.openxmlformats-officedocument.presentationml.slide+xml"/>
  <Override PartName="/ppt/slides/slide484.xml" ContentType="application/vnd.openxmlformats-officedocument.presentationml.slide+xml"/>
  <Override PartName="/ppt/slides/slide1425.xml" ContentType="application/vnd.openxmlformats-officedocument.presentationml.slide+xml"/>
  <Override PartName="/ppt/slides/slide1176.xml" ContentType="application/vnd.openxmlformats-officedocument.presentationml.slide+xml"/>
  <Override PartName="/ppt/slides/slide957.xml" ContentType="application/vnd.openxmlformats-officedocument.presentationml.slide+xml"/>
  <Override PartName="/ppt/slides/slide1776.xml" ContentType="application/vnd.openxmlformats-officedocument.presentationml.slide+xml"/>
  <Override PartName="/ppt/slides/slide726.xml" ContentType="application/vnd.openxmlformats-officedocument.presentationml.slide+xml"/>
  <Override PartName="/ppt/slides/slide1212.xml" ContentType="application/vnd.openxmlformats-officedocument.presentationml.slide+xml"/>
  <Override PartName="/ppt/slides/slide408.xml" ContentType="application/vnd.openxmlformats-officedocument.presentationml.slide+xml"/>
  <Override PartName="/ppt/slides/slide1117.xml" ContentType="application/vnd.openxmlformats-officedocument.presentationml.slide+xml"/>
  <Override PartName="/ppt/slides/slide1428.xml" ContentType="application/vnd.openxmlformats-officedocument.presentationml.slide+xml"/>
  <Override PartName="/ppt/slides/slide1429.xml" ContentType="application/vnd.openxmlformats-officedocument.presentationml.slide+xml"/>
  <Override PartName="/ppt/slides/slide199.xml" ContentType="application/vnd.openxmlformats-officedocument.presentationml.slide+xml"/>
  <Override PartName="/ppt/slides/slide428.xml" ContentType="application/vnd.openxmlformats-officedocument.presentationml.slide+xml"/>
  <Override PartName="/ppt/slides/slide747.xml" ContentType="application/vnd.openxmlformats-officedocument.presentationml.slide+xml"/>
  <Override PartName="/ppt/slides/slide911.xml" ContentType="application/vnd.openxmlformats-officedocument.presentationml.slide+xml"/>
  <Override PartName="/ppt/slides/slide209.xml" ContentType="application/vnd.openxmlformats-officedocument.presentationml.slide+xml"/>
  <Override PartName="/ppt/slides/slide1846.xml" ContentType="application/vnd.openxmlformats-officedocument.presentationml.slide+xml"/>
  <Override PartName="/ppt/slides/slide1446.xml" ContentType="application/vnd.openxmlformats-officedocument.presentationml.slide+xml"/>
  <Override PartName="/ppt/slides/slide474.xml" ContentType="application/vnd.openxmlformats-officedocument.presentationml.slide+xml"/>
  <Override PartName="/ppt/slides/slide1498.xml" ContentType="application/vnd.openxmlformats-officedocument.presentationml.slide+xml"/>
  <Override PartName="/ppt/slides/slide1523.xml" ContentType="application/vnd.openxmlformats-officedocument.presentationml.slide+xml"/>
  <Override PartName="/ppt/slides/slide749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121.xml" ContentType="application/vnd.openxmlformats-officedocument.presentationml.slide+xml"/>
  <Override PartName="/ppt/slides/slide754.xml" ContentType="application/vnd.openxmlformats-officedocument.presentationml.slide+xml"/>
  <Override PartName="/ppt/slides/slide738.xml" ContentType="application/vnd.openxmlformats-officedocument.presentationml.slide+xml"/>
  <Override PartName="/ppt/slides/slide755.xml" ContentType="application/vnd.openxmlformats-officedocument.presentationml.slide+xml"/>
  <Override PartName="/ppt/slides/slide1598.xml" ContentType="application/vnd.openxmlformats-officedocument.presentationml.slide+xml"/>
  <Override PartName="/ppt/slides/slide1340.xml" ContentType="application/vnd.openxmlformats-officedocument.presentationml.slide+xml"/>
  <Override PartName="/ppt/slides/slide1456.xml" ContentType="application/vnd.openxmlformats-officedocument.presentationml.slide+xml"/>
  <Override PartName="/ppt/slides/slide758.xml" ContentType="application/vnd.openxmlformats-officedocument.presentationml.slide+xml"/>
  <Override PartName="/ppt/slides/slide1455.xml" ContentType="application/vnd.openxmlformats-officedocument.presentationml.slide+xml"/>
  <Override PartName="/ppt/slides/slide1687.xml" ContentType="application/vnd.openxmlformats-officedocument.presentationml.slide+xml"/>
  <Override PartName="/ppt/slides/slide1979.xml" ContentType="application/vnd.openxmlformats-officedocument.presentationml.slide+xml"/>
  <Override PartName="/ppt/slides/slide1841.xml" ContentType="application/vnd.openxmlformats-officedocument.presentationml.slide+xml"/>
  <Override PartName="/ppt/slides/slide1437.xml" ContentType="application/vnd.openxmlformats-officedocument.presentationml.slide+xml"/>
  <Override PartName="/ppt/slides/slide1436.xml" ContentType="application/vnd.openxmlformats-officedocument.presentationml.slide+xml"/>
  <Override PartName="/ppt/slides/slide1508.xml" ContentType="application/vnd.openxmlformats-officedocument.presentationml.slide+xml"/>
  <Override PartName="/ppt/slides/slide1518.xml" ContentType="application/vnd.openxmlformats-officedocument.presentationml.slide+xml"/>
  <Override PartName="/ppt/slides/slide268.xml" ContentType="application/vnd.openxmlformats-officedocument.presentationml.slide+xml"/>
  <Override PartName="/ppt/slides/slide1538.xml" ContentType="application/vnd.openxmlformats-officedocument.presentationml.slide+xml"/>
  <Override PartName="/ppt/slides/slide1740.xml" ContentType="application/vnd.openxmlformats-officedocument.presentationml.slide+xml"/>
  <Override PartName="/ppt/slides/slide591.xml" ContentType="application/vnd.openxmlformats-officedocument.presentationml.slide+xml"/>
  <Override PartName="/ppt/slides/slide1608.xml" ContentType="application/vnd.openxmlformats-officedocument.presentationml.slide+xml"/>
  <Override PartName="/ppt/slides/slide1976.xml" ContentType="application/vnd.openxmlformats-officedocument.presentationml.slide+xml"/>
  <Override PartName="/ppt/slides/slide919.xml" ContentType="application/vnd.openxmlformats-officedocument.presentationml.slide+xml"/>
  <Override PartName="/ppt/slides/slide459.xml" ContentType="application/vnd.openxmlformats-officedocument.presentationml.slide+xml"/>
  <Override PartName="/ppt/slides/slide1839.xml" ContentType="application/vnd.openxmlformats-officedocument.presentationml.slide+xml"/>
  <Override PartName="/ppt/slides/slide1297.xml" ContentType="application/vnd.openxmlformats-officedocument.presentationml.slide+xml"/>
  <Override PartName="/ppt/slides/slide1618.xml" ContentType="application/vnd.openxmlformats-officedocument.presentationml.slide+xml"/>
  <Override PartName="/ppt/slides/slide872.xml" ContentType="application/vnd.openxmlformats-officedocument.presentationml.slide+xml"/>
  <Override PartName="/ppt/slides/slide1648.xml" ContentType="application/vnd.openxmlformats-officedocument.presentationml.slide+xml"/>
  <Override PartName="/ppt/slides/slide37.xml" ContentType="application/vnd.openxmlformats-officedocument.presentationml.slide+xml"/>
  <Override PartName="/ppt/slides/slide43.xml" ContentType="application/vnd.openxmlformats-officedocument.presentationml.slide+xml"/>
  <Override PartName="/ppt/slides/slide1658.xml" ContentType="application/vnd.openxmlformats-officedocument.presentationml.slide+xml"/>
  <Override PartName="/ppt/slides/slide161.xml" ContentType="application/vnd.openxmlformats-officedocument.presentationml.slide+xml"/>
  <Override PartName="/ppt/slides/slide1021.xml" ContentType="application/vnd.openxmlformats-officedocument.presentationml.slide+xml"/>
  <Override PartName="/ppt/slides/slide1726.xml" ContentType="application/vnd.openxmlformats-officedocument.presentationml.slide+xml"/>
  <Override PartName="/ppt/slides/slide1717.xml" ContentType="application/vnd.openxmlformats-officedocument.presentationml.slide+xml"/>
  <Override PartName="/ppt/slides/slide1020.xml" ContentType="application/vnd.openxmlformats-officedocument.presentationml.slide+xml"/>
  <Override PartName="/ppt/slides/slide1853.xml" ContentType="application/vnd.openxmlformats-officedocument.presentationml.slide+xml"/>
  <Override PartName="/ppt/slides/slide1346.xml" ContentType="application/vnd.openxmlformats-officedocument.presentationml.slide+xml"/>
  <Override PartName="/ppt/slides/slide487.xml" ContentType="application/vnd.openxmlformats-officedocument.presentationml.slide+xml"/>
  <Override PartName="/ppt/slides/slide322.xml" ContentType="application/vnd.openxmlformats-officedocument.presentationml.slide+xml"/>
  <Override PartName="/ppt/slides/slide1736.xml" ContentType="application/vnd.openxmlformats-officedocument.presentationml.slide+xml"/>
  <Override PartName="/ppt/slides/slide1795.xml" ContentType="application/vnd.openxmlformats-officedocument.presentationml.slide+xml"/>
  <Override PartName="/ppt/slides/slide196.xml" ContentType="application/vnd.openxmlformats-officedocument.presentationml.slide+xml"/>
  <Override PartName="/ppt/slides/slide143.xml" ContentType="application/vnd.openxmlformats-officedocument.presentationml.slide+xml"/>
  <Override PartName="/ppt/slides/slide756.xml" ContentType="application/vnd.openxmlformats-officedocument.presentationml.slide+xml"/>
  <Override PartName="/ppt/slides/slide1712.xml" ContentType="application/vnd.openxmlformats-officedocument.presentationml.slide+xml"/>
  <Override PartName="/ppt/slides/slide282.xml" ContentType="application/vnd.openxmlformats-officedocument.presentationml.slide+xml"/>
  <Override PartName="/ppt/slides/slide1027.xml" ContentType="application/vnd.openxmlformats-officedocument.presentationml.slide+xml"/>
  <Override PartName="/ppt/slides/slide1323.xml" ContentType="application/vnd.openxmlformats-officedocument.presentationml.slide+xml"/>
  <Override PartName="/ppt/slides/slide330.xml" ContentType="application/vnd.openxmlformats-officedocument.presentationml.slide+xml"/>
  <Override PartName="/ppt/slides/slide1459.xml" ContentType="application/vnd.openxmlformats-officedocument.presentationml.slide+xml"/>
  <Override PartName="/ppt/slides/slide1030.xml" ContentType="application/vnd.openxmlformats-officedocument.presentationml.slide+xml"/>
  <Override PartName="/ppt/slides/slide949.xml" ContentType="application/vnd.openxmlformats-officedocument.presentationml.slide+xml"/>
  <Override PartName="/ppt/slides/slide331.xml" ContentType="application/vnd.openxmlformats-officedocument.presentationml.slide+xml"/>
  <Override PartName="/ppt/slides/slide1031.xml" ContentType="application/vnd.openxmlformats-officedocument.presentationml.slide+xml"/>
  <Override PartName="/ppt/slides/slide4.xml" ContentType="application/vnd.openxmlformats-officedocument.presentationml.slide+xml"/>
  <Override PartName="/ppt/slides/slide498.xml" ContentType="application/vnd.openxmlformats-officedocument.presentationml.slide+xml"/>
  <Override PartName="/ppt/slides/slide107.xml" ContentType="application/vnd.openxmlformats-officedocument.presentationml.slide+xml"/>
  <Override PartName="/ppt/slides/slide1556.xml" ContentType="application/vnd.openxmlformats-officedocument.presentationml.slide+xml"/>
  <Override PartName="/ppt/slides/slide1881.xml" ContentType="application/vnd.openxmlformats-officedocument.presentationml.slide+xml"/>
  <Override PartName="/ppt/slides/slide1052.xml" ContentType="application/vnd.openxmlformats-officedocument.presentationml.slide+xml"/>
  <Override PartName="/ppt/slides/slide499.xml" ContentType="application/vnd.openxmlformats-officedocument.presentationml.slide+xml"/>
  <Override PartName="/ppt/slides/slide1040.xml" ContentType="application/vnd.openxmlformats-officedocument.presentationml.slide+xml"/>
  <Override PartName="/ppt/slides/slide1115.xml" ContentType="application/vnd.openxmlformats-officedocument.presentationml.slide+xml"/>
  <Override PartName="/ppt/slides/slide1444.xml" ContentType="application/vnd.openxmlformats-officedocument.presentationml.slide+xml"/>
  <Override PartName="/ppt/slides/slide341.xml" ContentType="application/vnd.openxmlformats-officedocument.presentationml.slide+xml"/>
  <Override PartName="/ppt/slides/slide1041.xml" ContentType="application/vnd.openxmlformats-officedocument.presentationml.slide+xml"/>
  <Override PartName="/ppt/slides/slide829.xml" ContentType="application/vnd.openxmlformats-officedocument.presentationml.slide+xml"/>
  <Override PartName="/ppt/slides/slide1840.xml" ContentType="application/vnd.openxmlformats-officedocument.presentationml.slide+xml"/>
  <Override PartName="/ppt/slides/slide342.xml" ContentType="application/vnd.openxmlformats-officedocument.presentationml.slide+xml"/>
  <Override PartName="/ppt/slides/slide1042.xml" ContentType="application/vnd.openxmlformats-officedocument.presentationml.slide+xml"/>
  <Override PartName="/ppt/slides/slide1364.xml" ContentType="application/vnd.openxmlformats-officedocument.presentationml.slide+xml"/>
  <Override PartName="/ppt/slides/slide352.xml" ContentType="application/vnd.openxmlformats-officedocument.presentationml.slide+xml"/>
  <Override PartName="/ppt/slides/slide1255.xml" ContentType="application/vnd.openxmlformats-officedocument.presentationml.slide+xml"/>
  <Override PartName="/ppt/slides/slide1448.xml" ContentType="application/vnd.openxmlformats-officedocument.presentationml.slide+xml"/>
  <Override PartName="/ppt/slides/slide264.xml" ContentType="application/vnd.openxmlformats-officedocument.presentationml.slide+xml"/>
  <Override PartName="/ppt/slides/slide470.xml" ContentType="application/vnd.openxmlformats-officedocument.presentationml.slide+xml"/>
  <Override PartName="/ppt/slides/slide963.xml" ContentType="application/vnd.openxmlformats-officedocument.presentationml.slide+xml"/>
  <Override PartName="/ppt/slides/slide1539.xml" ContentType="application/vnd.openxmlformats-officedocument.presentationml.slide+xml"/>
  <Override PartName="/ppt/slides/slide1922.xml" ContentType="application/vnd.openxmlformats-officedocument.presentationml.slide+xml"/>
  <Override PartName="/ppt/slides/slide1220.xml" ContentType="application/vnd.openxmlformats-officedocument.presentationml.slide+xml"/>
  <Override PartName="/ppt/slides/slide1060.xml" ContentType="application/vnd.openxmlformats-officedocument.presentationml.slide+xml"/>
  <Override PartName="/ppt/slides/slide1417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235.xml" ContentType="application/vnd.openxmlformats-officedocument.presentationml.slide+xml"/>
  <Override PartName="/ppt/slides/slide253.xml" ContentType="application/vnd.openxmlformats-officedocument.presentationml.slide+xml"/>
  <Override PartName="/ppt/slides/slide190.xml" ContentType="application/vnd.openxmlformats-officedocument.presentationml.slide+xml"/>
  <Override PartName="/ppt/slides/slide1928.xml" ContentType="application/vnd.openxmlformats-officedocument.presentationml.slide+xml"/>
  <Override PartName="/ppt/slides/slide225.xml" ContentType="application/vnd.openxmlformats-officedocument.presentationml.slide+xml"/>
  <Override PartName="/ppt/slides/slide1910.xml" ContentType="application/vnd.openxmlformats-officedocument.presentationml.slide+xml"/>
  <Override PartName="/ppt/slides/slide1071.xml" ContentType="application/vnd.openxmlformats-officedocument.presentationml.slide+xml"/>
  <Override PartName="/ppt/slides/slide1921.xml" ContentType="application/vnd.openxmlformats-officedocument.presentationml.slide+xml"/>
  <Override PartName="/ppt/slides/slide585.xml" ContentType="application/vnd.openxmlformats-officedocument.presentationml.slide+xml"/>
  <Override PartName="/ppt/slides/slide521.xml" ContentType="application/vnd.openxmlformats-officedocument.presentationml.slide+xml"/>
  <Override PartName="/ppt/slides/slide1080.xml" ContentType="application/vnd.openxmlformats-officedocument.presentationml.slide+xml"/>
  <Override PartName="/ppt/slides/slide1880.xml" ContentType="application/vnd.openxmlformats-officedocument.presentationml.slide+xml"/>
  <Override PartName="/ppt/slides/slide1842.xml" ContentType="application/vnd.openxmlformats-officedocument.presentationml.slide+xml"/>
  <Override PartName="/ppt/slides/slide1899.xml" ContentType="application/vnd.openxmlformats-officedocument.presentationml.slide+xml"/>
  <Override PartName="/ppt/slides/slide1457.xml" ContentType="application/vnd.openxmlformats-officedocument.presentationml.slide+xml"/>
  <Override PartName="/ppt/slides/slide83.xml" ContentType="application/vnd.openxmlformats-officedocument.presentationml.slide+xml"/>
  <Override PartName="/ppt/slides/slide1917.xml" ContentType="application/vnd.openxmlformats-officedocument.presentationml.slide+xml"/>
  <Override PartName="/ppt/slides/slide1214.xml" ContentType="application/vnd.openxmlformats-officedocument.presentationml.slide+xml"/>
  <Override PartName="/ppt/slides/slide839.xml" ContentType="application/vnd.openxmlformats-officedocument.presentationml.slide+xml"/>
  <Override PartName="/ppt/slides/slide384.xml" ContentType="application/vnd.openxmlformats-officedocument.presentationml.slide+xml"/>
  <Override PartName="/ppt/slides/slide144.xml" ContentType="application/vnd.openxmlformats-officedocument.presentationml.slide+xml"/>
  <Override PartName="/ppt/slides/slide462.xml" ContentType="application/vnd.openxmlformats-officedocument.presentationml.slide+xml"/>
  <Override PartName="/ppt/slides/slide385.xml" ContentType="application/vnd.openxmlformats-officedocument.presentationml.slide+xml"/>
  <Override PartName="/ppt/slides/slide988.xml" ContentType="application/vnd.openxmlformats-officedocument.presentationml.slide+xml"/>
  <Override PartName="/ppt/slides/slide142.xml" ContentType="application/vnd.openxmlformats-officedocument.presentationml.slide+xml"/>
  <Override PartName="/ppt/slides/slide733.xml" ContentType="application/vnd.openxmlformats-officedocument.presentationml.slide+xml"/>
  <Override PartName="/ppt/slides/slide831.xml" ContentType="application/vnd.openxmlformats-officedocument.presentationml.slide+xml"/>
  <Override PartName="/ppt/slides/slide959.xml" ContentType="application/vnd.openxmlformats-officedocument.presentationml.slide+xml"/>
  <Override PartName="/ppt/slides/slide1503.xml" ContentType="application/vnd.openxmlformats-officedocument.presentationml.slide+xml"/>
  <Override PartName="/ppt/slides/slide1085.xml" ContentType="application/vnd.openxmlformats-officedocument.presentationml.slide+xml"/>
  <Override PartName="/ppt/slides/slide416.xml" ContentType="application/vnd.openxmlformats-officedocument.presentationml.slide+xml"/>
  <Override PartName="/ppt/slides/slide406.xml" ContentType="application/vnd.openxmlformats-officedocument.presentationml.slide+xml"/>
  <Override PartName="/ppt/slides/slide1350.xml" ContentType="application/vnd.openxmlformats-officedocument.presentationml.slide+xml"/>
  <Override PartName="/ppt/slides/slide637.xml" ContentType="application/vnd.openxmlformats-officedocument.presentationml.slide+xml"/>
  <Override PartName="/ppt/slides/slide1812.xml" ContentType="application/vnd.openxmlformats-officedocument.presentationml.slide+xml"/>
  <Override PartName="/ppt/slides/slide1061.xml" ContentType="application/vnd.openxmlformats-officedocument.presentationml.slide+xml"/>
  <Override PartName="/ppt/slides/slide1640.xml" ContentType="application/vnd.openxmlformats-officedocument.presentationml.slide+xml"/>
  <Override PartName="/ppt/slides/slide1087.xml" ContentType="application/vnd.openxmlformats-officedocument.presentationml.slide+xml"/>
  <Override PartName="/ppt/slides/slide389.xml" ContentType="application/vnd.openxmlformats-officedocument.presentationml.slide+xml"/>
  <Override PartName="/ppt/slides/slide867.xml" ContentType="application/vnd.openxmlformats-officedocument.presentationml.slide+xml"/>
  <Override PartName="/ppt/slides/slide976.xml" ContentType="application/vnd.openxmlformats-officedocument.presentationml.slide+xml"/>
  <Override PartName="/ppt/slides/slide1844.xml" ContentType="application/vnd.openxmlformats-officedocument.presentationml.slide+xml"/>
  <Override PartName="/ppt/slides/slide1090.xml" ContentType="application/vnd.openxmlformats-officedocument.presentationml.slide+xml"/>
  <Override PartName="/ppt/slides/slide1053.xml" ContentType="application/vnd.openxmlformats-officedocument.presentationml.slide+xml"/>
  <Override PartName="/ppt/slides/slide35.xml" ContentType="application/vnd.openxmlformats-officedocument.presentationml.slide+xml"/>
  <Override PartName="/ppt/slides/slide1584.xml" ContentType="application/vnd.openxmlformats-officedocument.presentationml.slide+xml"/>
  <Override PartName="/ppt/slides/slide1091.xml" ContentType="application/vnd.openxmlformats-officedocument.presentationml.slide+xml"/>
  <Override PartName="/ppt/slides/slide620.xml" ContentType="application/vnd.openxmlformats-officedocument.presentationml.slide+xml"/>
  <Override PartName="/ppt/slides/slide1862.xml" ContentType="application/vnd.openxmlformats-officedocument.presentationml.slide+xml"/>
  <Override PartName="/ppt/slides/slide392.xml" ContentType="application/vnd.openxmlformats-officedocument.presentationml.slide+xml"/>
  <Override PartName="/ppt/slides/slide923.xml" ContentType="application/vnd.openxmlformats-officedocument.presentationml.slide+xml"/>
  <Override PartName="/ppt/slides/slide789.xml" ContentType="application/vnd.openxmlformats-officedocument.presentationml.slide+xml"/>
  <Override PartName="/ppt/slides/slide1092.xml" ContentType="application/vnd.openxmlformats-officedocument.presentationml.slide+xml"/>
  <Override PartName="/ppt/slides/slide1942.xml" ContentType="application/vnd.openxmlformats-officedocument.presentationml.slide+xml"/>
  <Override PartName="/ppt/slides/slide910.xml" ContentType="application/vnd.openxmlformats-officedocument.presentationml.slide+xml"/>
  <Override PartName="/ppt/slides/slide1112.xml" ContentType="application/vnd.openxmlformats-officedocument.presentationml.slide+xml"/>
  <Override PartName="/ppt/slides/slide937.xml" ContentType="application/vnd.openxmlformats-officedocument.presentationml.slide+xml"/>
  <Override PartName="/ppt/slides/slide598.xml" ContentType="application/vnd.openxmlformats-officedocument.presentationml.slide+xml"/>
  <Override PartName="/ppt/slides/slide1981.xml" ContentType="application/vnd.openxmlformats-officedocument.presentationml.slide+xml"/>
  <Override PartName="/ppt/slides/slide394.xml" ContentType="application/vnd.openxmlformats-officedocument.presentationml.slide+xml"/>
  <Override PartName="/ppt/slides/slide1960.xml" ContentType="application/vnd.openxmlformats-officedocument.presentationml.slide+xml"/>
  <Override PartName="/ppt/slides/slide1548.xml" ContentType="application/vnd.openxmlformats-officedocument.presentationml.slide+xml"/>
  <Override PartName="/ppt/slides/slide664.xml" ContentType="application/vnd.openxmlformats-officedocument.presentationml.slide+xml"/>
  <Override PartName="/ppt/slides/slide1885.xml" ContentType="application/vnd.openxmlformats-officedocument.presentationml.slide+xml"/>
  <Override PartName="/ppt/slides/slide1094.xml" ContentType="application/vnd.openxmlformats-officedocument.presentationml.slide+xml"/>
  <Override PartName="/ppt/slides/slide527.xml" ContentType="application/vnd.openxmlformats-officedocument.presentationml.slide+xml"/>
  <Override PartName="/ppt/slides/slide96.xml" ContentType="application/vnd.openxmlformats-officedocument.presentationml.slide+xml"/>
  <Override PartName="/ppt/slides/slide395.xml" ContentType="application/vnd.openxmlformats-officedocument.presentationml.slide+xml"/>
  <Override PartName="/ppt/slides/slide702.xml" ContentType="application/vnd.openxmlformats-officedocument.presentationml.slide+xml"/>
  <Override PartName="/ppt/slides/slide1132.xml" ContentType="application/vnd.openxmlformats-officedocument.presentationml.slide+xml"/>
  <Override PartName="/ppt/slides/slide1095.xml" ContentType="application/vnd.openxmlformats-officedocument.presentationml.slide+xml"/>
  <Override PartName="/ppt/slides/slide197.xml" ContentType="application/vnd.openxmlformats-officedocument.presentationml.slide+xml"/>
  <Override PartName="/ppt/slides/slide1096.xml" ContentType="application/vnd.openxmlformats-officedocument.presentationml.slide+xml"/>
  <Override PartName="/ppt/slides/slide1554.xml" ContentType="application/vnd.openxmlformats-officedocument.presentationml.slide+xml"/>
  <Override PartName="/ppt/slides/slide1282.xml" ContentType="application/vnd.openxmlformats-officedocument.presentationml.slide+xml"/>
  <Override PartName="/ppt/slides/slide1373.xml" ContentType="application/vnd.openxmlformats-officedocument.presentationml.slide+xml"/>
  <Override PartName="/ppt/slides/slide298.xml" ContentType="application/vnd.openxmlformats-officedocument.presentationml.slide+xml"/>
  <Override PartName="/ppt/slides/slide1097.xml" ContentType="application/vnd.openxmlformats-officedocument.presentationml.slide+xml"/>
  <Override PartName="/ppt/slides/slide1130.xml" ContentType="application/vnd.openxmlformats-officedocument.presentationml.slide+xml"/>
  <Override PartName="/ppt/slides/slide398.xml" ContentType="application/vnd.openxmlformats-officedocument.presentationml.slide+xml"/>
  <Override PartName="/ppt/slides/slide1120.xml" ContentType="application/vnd.openxmlformats-officedocument.presentationml.slide+xml"/>
  <Override PartName="/ppt/slides/slide421.xml" ContentType="application/vnd.openxmlformats-officedocument.presentationml.slide+xml"/>
  <Override PartName="/ppt/slides/slide1582.xml" ContentType="application/vnd.openxmlformats-officedocument.presentationml.slide+xml"/>
  <Override PartName="/ppt/slides/slide1543.xml" ContentType="application/vnd.openxmlformats-officedocument.presentationml.slide+xml"/>
  <Override PartName="/ppt/slides/slide587.xml" ContentType="application/vnd.openxmlformats-officedocument.presentationml.slide+xml"/>
  <Override PartName="/ppt/slides/slide1361.xml" ContentType="application/vnd.openxmlformats-officedocument.presentationml.slide+xml"/>
  <Override PartName="/ppt/slides/slide883.xml" ContentType="application/vnd.openxmlformats-officedocument.presentationml.slide+xml"/>
  <Override PartName="/ppt/slides/slide1623.xml" ContentType="application/vnd.openxmlformats-officedocument.presentationml.slide+xml"/>
  <Override PartName="/ppt/slides/slide1807.xml" ContentType="application/vnd.openxmlformats-officedocument.presentationml.slide+xml"/>
  <Override PartName="/ppt/slides/slide824.xml" ContentType="application/vnd.openxmlformats-officedocument.presentationml.slide+xml"/>
  <Override PartName="/ppt/slides/slide1122.xml" ContentType="application/vnd.openxmlformats-officedocument.presentationml.slide+xml"/>
  <Override PartName="/ppt/slides/slide343.xml" ContentType="application/vnd.openxmlformats-officedocument.presentationml.slide+xml"/>
  <Override PartName="/ppt/slides/slide1756.xml" ContentType="application/vnd.openxmlformats-officedocument.presentationml.slide+xml"/>
  <Override PartName="/ppt/slides/slide597.xml" ContentType="application/vnd.openxmlformats-officedocument.presentationml.slide+xml"/>
  <Override PartName="/ppt/slides/slide1131.xml" ContentType="application/vnd.openxmlformats-officedocument.presentationml.slide+xml"/>
  <Override PartName="/ppt/slides/slide1392.xml" ContentType="application/vnd.openxmlformats-officedocument.presentationml.slide+xml"/>
  <Override PartName="/ppt/slides/slide720.xml" ContentType="application/vnd.openxmlformats-officedocument.presentationml.slide+xml"/>
  <Override PartName="/ppt/slides/slide281.xml" ContentType="application/vnd.openxmlformats-officedocument.presentationml.slide+xml"/>
  <Override PartName="/ppt/slides/slide1471.xml" ContentType="application/vnd.openxmlformats-officedocument.presentationml.slide+xml"/>
  <Override PartName="/ppt/slides/slide681.xml" ContentType="application/vnd.openxmlformats-officedocument.presentationml.slide+xml"/>
  <Override PartName="/ppt/slides/slide15.xml" ContentType="application/vnd.openxmlformats-officedocument.presentationml.slide+xml"/>
  <Override PartName="/ppt/slides/slide433.xml" ContentType="application/vnd.openxmlformats-officedocument.presentationml.slide+xml"/>
  <Override PartName="/ppt/slides/slide1231.xml" ContentType="application/vnd.openxmlformats-officedocument.presentationml.slide+xml"/>
  <Override PartName="/ppt/slides/slide1140.xml" ContentType="application/vnd.openxmlformats-officedocument.presentationml.slide+xml"/>
  <Override PartName="/ppt/slides/slide443.xml" ContentType="application/vnd.openxmlformats-officedocument.presentationml.slide+xml"/>
  <Override PartName="/ppt/slides/slide868.xml" ContentType="application/vnd.openxmlformats-officedocument.presentationml.slide+xml"/>
  <Override PartName="/ppt/slides/slide1151.xml" ContentType="application/vnd.openxmlformats-officedocument.presentationml.slide+xml"/>
  <Override PartName="/ppt/slides/slide1913.xml" ContentType="application/vnd.openxmlformats-officedocument.presentationml.slide+xml"/>
  <Override PartName="/ppt/slides/slide1470.xml" ContentType="application/vnd.openxmlformats-officedocument.presentationml.slide+xml"/>
  <Override PartName="/ppt/slides/slide453.xml" ContentType="application/vnd.openxmlformats-officedocument.presentationml.slide+xml"/>
  <Override PartName="/ppt/slides/slide441.xml" ContentType="application/vnd.openxmlformats-officedocument.presentationml.slide+xml"/>
  <Override PartName="/ppt/slides/slide1162.xml" ContentType="application/vnd.openxmlformats-officedocument.presentationml.slide+xml"/>
  <Override PartName="/ppt/slides/slide1174.xml" ContentType="application/vnd.openxmlformats-officedocument.presentationml.slide+xml"/>
  <Override PartName="/ppt/slides/slide221.xml" ContentType="application/vnd.openxmlformats-officedocument.presentationml.slide+xml"/>
  <Override PartName="/ppt/slides/slide686.xml" ContentType="application/vnd.openxmlformats-officedocument.presentationml.slide+xml"/>
  <Override PartName="/ppt/slides/slide1653.xml" ContentType="application/vnd.openxmlformats-officedocument.presentationml.slide+xml"/>
  <Override PartName="/ppt/slides/slide449.xml" ContentType="application/vnd.openxmlformats-officedocument.presentationml.slide+xml"/>
  <Override PartName="/ppt/slides/slide1873.xml" ContentType="application/vnd.openxmlformats-officedocument.presentationml.slide+xml"/>
  <Override PartName="/ppt/slides/slide1077.xml" ContentType="application/vnd.openxmlformats-officedocument.presentationml.slide+xml"/>
  <Override PartName="/ppt/slides/slide1975.xml" ContentType="application/vnd.openxmlformats-officedocument.presentationml.slide+xml"/>
  <Override PartName="/ppt/slides/slide1232.xml" ContentType="application/vnd.openxmlformats-officedocument.presentationml.slide+xml"/>
  <Override PartName="/ppt/slides/slide471.xml" ContentType="application/vnd.openxmlformats-officedocument.presentationml.slide+xml"/>
  <Override PartName="/ppt/slides/slide1977.xml" ContentType="application/vnd.openxmlformats-officedocument.presentationml.slide+xml"/>
  <Override PartName="/ppt/slides/slide1171.xml" ContentType="application/vnd.openxmlformats-officedocument.presentationml.slide+xml"/>
  <Override PartName="/ppt/slides/slide1306.xml" ContentType="application/vnd.openxmlformats-officedocument.presentationml.slide+xml"/>
  <Override PartName="/ppt/slides/slide486.xml" ContentType="application/vnd.openxmlformats-officedocument.presentationml.slide+xml"/>
  <Override PartName="/ppt/slides/slide786.xml" ContentType="application/vnd.openxmlformats-officedocument.presentationml.slide+xml"/>
  <Override PartName="/ppt/slides/slide472.xml" ContentType="application/vnd.openxmlformats-officedocument.presentationml.slide+xml"/>
  <Override PartName="/ppt/slides/slide351.xml" ContentType="application/vnd.openxmlformats-officedocument.presentationml.slide+xml"/>
  <Override PartName="/ppt/slides/slide1172.xml" ContentType="application/vnd.openxmlformats-officedocument.presentationml.slide+xml"/>
  <Override PartName="/ppt/slides/slide473.xml" ContentType="application/vnd.openxmlformats-officedocument.presentationml.slide+xml"/>
  <Override PartName="/ppt/slides/slide463.xml" ContentType="application/vnd.openxmlformats-officedocument.presentationml.slide+xml"/>
  <Override PartName="/ppt/slides/slide1438.xml" ContentType="application/vnd.openxmlformats-officedocument.presentationml.slide+xml"/>
  <Override PartName="/ppt/slides/slide482.xml" ContentType="application/vnd.openxmlformats-officedocument.presentationml.slide+xml"/>
  <Override PartName="/ppt/slides/slide1439.xml" ContentType="application/vnd.openxmlformats-officedocument.presentationml.slide+xml"/>
  <Override PartName="/ppt/slides/slide1380.xml" ContentType="application/vnd.openxmlformats-officedocument.presentationml.slide+xml"/>
  <Override PartName="/ppt/slides/slide1088.xml" ContentType="application/vnd.openxmlformats-officedocument.presentationml.slide+xml"/>
  <Override PartName="/ppt/slides/slide1142.xml" ContentType="application/vnd.openxmlformats-officedocument.presentationml.slide+xml"/>
  <Override PartName="/ppt/slides/slide13.xml" ContentType="application/vnd.openxmlformats-officedocument.presentationml.slide+xml"/>
  <Override PartName="/ppt/slides/slide483.xml" ContentType="application/vnd.openxmlformats-officedocument.presentationml.slide+xml"/>
  <Override PartName="/ppt/slides/slide819.xml" ContentType="application/vnd.openxmlformats-officedocument.presentationml.slide+xml"/>
  <Override PartName="/ppt/slides/slide695.xml" ContentType="application/vnd.openxmlformats-officedocument.presentationml.slide+xml"/>
  <Override PartName="/ppt/slides/slide104.xml" ContentType="application/vnd.openxmlformats-officedocument.presentationml.slide+xml"/>
  <Override PartName="/ppt/slides/slide1190.xml" ContentType="application/vnd.openxmlformats-officedocument.presentationml.slide+xml"/>
  <Override PartName="/ppt/slides/slide641.xml" ContentType="application/vnd.openxmlformats-officedocument.presentationml.slide+xml"/>
  <Override PartName="/ppt/slides/slide1192.xml" ContentType="application/vnd.openxmlformats-officedocument.presentationml.slide+xml"/>
  <Override PartName="/ppt/slides/slide1169.xml" ContentType="application/vnd.openxmlformats-officedocument.presentationml.slide+xml"/>
  <Override PartName="/ppt/slides/slide495.xml" ContentType="application/vnd.openxmlformats-officedocument.presentationml.slide+xml"/>
  <Override PartName="/ppt/slides/slide24.xml" ContentType="application/vnd.openxmlformats-officedocument.presentationml.slide+xml"/>
  <Override PartName="/ppt/slides/slide977.xml" ContentType="application/vnd.openxmlformats-officedocument.presentationml.slide+xml"/>
  <Override PartName="/ppt/slides/slide1733.xml" ContentType="application/vnd.openxmlformats-officedocument.presentationml.slide+xml"/>
  <Override PartName="/ppt/slides/slide1386.xml" ContentType="application/vnd.openxmlformats-officedocument.presentationml.slide+xml"/>
  <Override PartName="/ppt/slides/slide687.xml" ContentType="application/vnd.openxmlformats-officedocument.presentationml.slide+xml"/>
  <Override PartName="/ppt/slides/slide388.xml" ContentType="application/vnd.openxmlformats-officedocument.presentationml.slide+xml"/>
  <Override PartName="/ppt/slides/slide353.xml" ContentType="application/vnd.openxmlformats-officedocument.presentationml.slide+xml"/>
  <Override PartName="/ppt/slides/slide1221.xml" ContentType="application/vnd.openxmlformats-officedocument.presentationml.slide+xml"/>
  <Override PartName="/ppt/slides/slide124.xml" ContentType="application/vnd.openxmlformats-officedocument.presentationml.slide+xml"/>
  <Override PartName="/ppt/slides/slide889.xml" ContentType="application/vnd.openxmlformats-officedocument.presentationml.slide+xml"/>
  <Override PartName="/ppt/slides/slide1757.xml" ContentType="application/vnd.openxmlformats-officedocument.presentationml.slide+xml"/>
  <Override PartName="/ppt/slides/slide522.xml" ContentType="application/vnd.openxmlformats-officedocument.presentationml.slide+xml"/>
  <Override PartName="/ppt/slides/slide688.xml" ContentType="application/vnd.openxmlformats-officedocument.presentationml.slide+xml"/>
  <Override PartName="/ppt/slides/slide1291.xml" ContentType="application/vnd.openxmlformats-officedocument.presentationml.slide+xml"/>
  <Override PartName="/ppt/slides/slide813.xml" ContentType="application/vnd.openxmlformats-officedocument.presentationml.slide+xml"/>
  <Override PartName="/ppt/slides/slide1217.xml" ContentType="application/vnd.openxmlformats-officedocument.presentationml.slide+xml"/>
  <Override PartName="/ppt/slides/slide689.xml" ContentType="application/vnd.openxmlformats-officedocument.presentationml.slide+xml"/>
  <Override PartName="/ppt/slides/slide1344.xml" ContentType="application/vnd.openxmlformats-officedocument.presentationml.slide+xml"/>
  <Override PartName="/ppt/slides/slide425.xml" ContentType="application/vnd.openxmlformats-officedocument.presentationml.slide+xml"/>
  <Override PartName="/ppt/slides/slide1638.xml" ContentType="application/vnd.openxmlformats-officedocument.presentationml.slide+xml"/>
  <Override PartName="/ppt/slides/slide160.xml" ContentType="application/vnd.openxmlformats-officedocument.presentationml.slide+xml"/>
  <Override PartName="/ppt/slides/slide920.xml" ContentType="application/vnd.openxmlformats-officedocument.presentationml.slide+xml"/>
  <Override PartName="/ppt/slides/slide532.xml" ContentType="application/vnd.openxmlformats-officedocument.presentationml.slide+xml"/>
  <Override PartName="/ppt/slides/slide217.xml" ContentType="application/vnd.openxmlformats-officedocument.presentationml.slide+xml"/>
  <Override PartName="/ppt/slides/slide844.xml" ContentType="application/vnd.openxmlformats-officedocument.presentationml.slide+xml"/>
  <Override PartName="/ppt/slides/slide595.xml" ContentType="application/vnd.openxmlformats-officedocument.presentationml.slide+xml"/>
  <Override PartName="/ppt/slides/slide321.xml" ContentType="application/vnd.openxmlformats-officedocument.presentationml.slide+xml"/>
  <Override PartName="/ppt/slides/slide588.xml" ContentType="application/vnd.openxmlformats-officedocument.presentationml.slide+xml"/>
  <Override PartName="/ppt/slides/slide533.xml" ContentType="application/vnd.openxmlformats-officedocument.presentationml.slide+xml"/>
  <Override PartName="/ppt/slides/slide1868.xml" ContentType="application/vnd.openxmlformats-officedocument.presentationml.slide+xml"/>
  <Override PartName="/ppt/slides/slide1390.xml" ContentType="application/vnd.openxmlformats-officedocument.presentationml.slide+xml"/>
  <Override PartName="/ppt/slides/slide541.xml" ContentType="application/vnd.openxmlformats-officedocument.presentationml.slide+xml"/>
  <Override PartName="/ppt/slides/slide1241.xml" ContentType="application/vnd.openxmlformats-officedocument.presentationml.slide+xml"/>
  <Override PartName="/ppt/slides/slide1018.xml" ContentType="application/vnd.openxmlformats-officedocument.presentationml.slide+xml"/>
  <Override PartName="/ppt/slides/slide542.xml" ContentType="application/vnd.openxmlformats-officedocument.presentationml.slide+xml"/>
  <Override PartName="/ppt/slides/slide1242.xml" ContentType="application/vnd.openxmlformats-officedocument.presentationml.slide+xml"/>
  <Override PartName="/ppt/slides/slide1387.xml" ContentType="application/vnd.openxmlformats-officedocument.presentationml.slide+xml"/>
  <Override PartName="/ppt/slides/slide543.xml" ContentType="application/vnd.openxmlformats-officedocument.presentationml.slide+xml"/>
  <Override PartName="/ppt/slides/slide119.xml" ContentType="application/vnd.openxmlformats-officedocument.presentationml.slide+xml"/>
  <Override PartName="/ppt/slides/slide1284.xml" ContentType="application/vnd.openxmlformats-officedocument.presentationml.slide+xml"/>
  <Override PartName="/ppt/slides/slide1074.xml" ContentType="application/vnd.openxmlformats-officedocument.presentationml.slide+xml"/>
  <Override PartName="/ppt/slides/slide1251.xml" ContentType="application/vnd.openxmlformats-officedocument.presentationml.slide+xml"/>
  <Override PartName="/ppt/slides/slide1277.xml" ContentType="application/vnd.openxmlformats-officedocument.presentationml.slide+xml"/>
  <Override PartName="/ppt/slides/slide699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61.xml" ContentType="application/vnd.openxmlformats-officedocument.presentationml.slide+xml"/>
  <Override PartName="/ppt/slides/slide812.xml" ContentType="application/vnd.openxmlformats-officedocument.presentationml.slide+xml"/>
  <Override PartName="/ppt/slides/slide1248.xml" ContentType="application/vnd.openxmlformats-officedocument.presentationml.slide+xml"/>
  <Override PartName="/ppt/slides/slide460.xml" ContentType="application/vnd.openxmlformats-officedocument.presentationml.slide+xml"/>
  <Override PartName="/ppt/slides/slide563.xml" ContentType="application/vnd.openxmlformats-officedocument.presentationml.slide+xml"/>
  <Override PartName="/ppt/slides/slide1896.xml" ContentType="application/vnd.openxmlformats-officedocument.presentationml.slide+xml"/>
  <Override PartName="/ppt/slides/slide252.xml" ContentType="application/vnd.openxmlformats-officedocument.presentationml.slide+xml"/>
  <Override PartName="/ppt/slides/slide1464.xml" ContentType="application/vnd.openxmlformats-officedocument.presentationml.slide+xml"/>
  <Override PartName="/ppt/slides/slide1787.xml" ContentType="application/vnd.openxmlformats-officedocument.presentationml.slide+xml"/>
  <Override PartName="/ppt/slides/slide571.xml" ContentType="application/vnd.openxmlformats-officedocument.presentationml.slide+xml"/>
  <Override PartName="/ppt/slides/slide1270.xml" ContentType="application/vnd.openxmlformats-officedocument.presentationml.slide+xml"/>
  <Override PartName="/ppt/slides/slide1271.xml" ContentType="application/vnd.openxmlformats-officedocument.presentationml.slide+xml"/>
  <Override PartName="/ppt/slides/slide1982.xml" ContentType="application/vnd.openxmlformats-officedocument.presentationml.slide+xml"/>
  <Override PartName="/ppt/slides/slide735.xml" ContentType="application/vnd.openxmlformats-officedocument.presentationml.slide+xml"/>
  <Override PartName="/ppt/slides/slide111.xml" ContentType="application/vnd.openxmlformats-officedocument.presentationml.slide+xml"/>
  <Override PartName="/ppt/slides/slide559.xml" ContentType="application/vnd.openxmlformats-officedocument.presentationml.slide+xml"/>
  <Override PartName="/ppt/slides/slide1506.xml" ContentType="application/vnd.openxmlformats-officedocument.presentationml.slide+xml"/>
  <Override PartName="/ppt/slides/slide662.xml" ContentType="application/vnd.openxmlformats-officedocument.presentationml.slide+xml"/>
  <Override PartName="/ppt/slides/slide1280.xml" ContentType="application/vnd.openxmlformats-officedocument.presentationml.slide+xml"/>
  <Override PartName="/ppt/slides/slide1978.xml" ContentType="application/vnd.openxmlformats-officedocument.presentationml.slide+xml"/>
  <Override PartName="/ppt/slides/slide581.xml" ContentType="application/vnd.openxmlformats-officedocument.presentationml.slide+xml"/>
  <Override PartName="/ppt/slides/slide531.xml" ContentType="application/vnd.openxmlformats-officedocument.presentationml.slide+xml"/>
  <Override PartName="/ppt/slides/slide81.xml" ContentType="application/vnd.openxmlformats-officedocument.presentationml.slide+xml"/>
  <Override PartName="/ppt/slides/slide266.xml" ContentType="application/vnd.openxmlformats-officedocument.presentationml.slide+xml"/>
  <Override PartName="/ppt/slides/slide1883.xml" ContentType="application/vnd.openxmlformats-officedocument.presentationml.slide+xml"/>
  <Override PartName="/ppt/slides/slide1961.xml" ContentType="application/vnd.openxmlformats-officedocument.presentationml.slide+xml"/>
  <Override PartName="/ppt/slides/slide584.xml" ContentType="application/vnd.openxmlformats-officedocument.presentationml.slide+xml"/>
  <Override PartName="/ppt/slides/slide852.xml" ContentType="application/vnd.openxmlformats-officedocument.presentationml.slide+xml"/>
  <Override PartName="/ppt/slides/slide586.xml" ContentType="application/vnd.openxmlformats-officedocument.presentationml.slide+xml"/>
  <Override PartName="/ppt/slides/slide734.xml" ContentType="application/vnd.openxmlformats-officedocument.presentationml.slide+xml"/>
  <Override PartName="/ppt/slides/slide70.xml" ContentType="application/vnd.openxmlformats-officedocument.presentationml.slide+xml"/>
  <Override PartName="/ppt/slides/slide174.xml" ContentType="application/vnd.openxmlformats-officedocument.presentationml.slide+xml"/>
  <Override PartName="/ppt/slides/slide870.xml" ContentType="application/vnd.openxmlformats-officedocument.presentationml.slide+xml"/>
  <Override PartName="/ppt/slides/slide592.xml" ContentType="application/vnd.openxmlformats-officedocument.presentationml.slide+xml"/>
  <Override PartName="/ppt/slides/slide177.xml" ContentType="application/vnd.openxmlformats-officedocument.presentationml.slide+xml"/>
  <Override PartName="/ppt/slides/slide1292.xml" ContentType="application/vnd.openxmlformats-officedocument.presentationml.slide+xml"/>
  <Override PartName="/ppt/slides/slide1293.xml" ContentType="application/vnd.openxmlformats-officedocument.presentationml.slide+xml"/>
  <Override PartName="/ppt/slides/slide171.xml" ContentType="application/vnd.openxmlformats-officedocument.presentationml.slide+xml"/>
  <Override PartName="/ppt/slides/slide1294.xml" ContentType="application/vnd.openxmlformats-officedocument.presentationml.slide+xml"/>
  <Override PartName="/ppt/slides/slide596.xml" ContentType="application/vnd.openxmlformats-officedocument.presentationml.slide+xml"/>
  <Override PartName="/ppt/slides/slide1320.xml" ContentType="application/vnd.openxmlformats-officedocument.presentationml.slide+xml"/>
  <Override PartName="/ppt/slides/slide216.xml" ContentType="application/vnd.openxmlformats-officedocument.presentationml.slide+xml"/>
  <Override PartName="/ppt/slides/slide1911.xml" ContentType="application/vnd.openxmlformats-officedocument.presentationml.slide+xml"/>
  <Override PartName="/ppt/slides/slide1830.xml" ContentType="application/vnd.openxmlformats-officedocument.presentationml.slide+xml"/>
  <Override PartName="/ppt/slides/slide1413.xml" ContentType="application/vnd.openxmlformats-officedocument.presentationml.slide+xml"/>
  <Override PartName="/ppt/slides/slide1286.xml" ContentType="application/vnd.openxmlformats-officedocument.presentationml.slide+xml"/>
  <Override PartName="/ppt/slides/slide1891.xml" ContentType="application/vnd.openxmlformats-officedocument.presentationml.slide+xml"/>
  <Override PartName="/ppt/slides/slide333.xml" ContentType="application/vnd.openxmlformats-officedocument.presentationml.slide+xml"/>
  <Override PartName="/ppt/slides/slide1821.xml" ContentType="application/vnd.openxmlformats-officedocument.presentationml.slide+xml"/>
  <Override PartName="/ppt/slides/slide762.xml" ContentType="application/vnd.openxmlformats-officedocument.presentationml.slide+xml"/>
  <Override PartName="/ppt/slides/slide1486.xml" ContentType="application/vnd.openxmlformats-officedocument.presentationml.slide+xml"/>
  <Override PartName="/ppt/slides/slide787.xml" ContentType="application/vnd.openxmlformats-officedocument.presentationml.slide+xml"/>
  <Override PartName="/ppt/slides/slide1321.xml" ContentType="application/vnd.openxmlformats-officedocument.presentationml.slide+xml"/>
  <Override PartName="/ppt/slides/slide1405.xml" ContentType="application/vnd.openxmlformats-officedocument.presentationml.slide+xml"/>
  <Override PartName="/ppt/slides/slide622.xml" ContentType="application/vnd.openxmlformats-officedocument.presentationml.slide+xml"/>
  <Override PartName="/ppt/slides/slide1287.xml" ContentType="application/vnd.openxmlformats-officedocument.presentationml.slide+xml"/>
  <Override PartName="/ppt/slides/slide836.xml" ContentType="application/vnd.openxmlformats-officedocument.presentationml.slide+xml"/>
  <Override PartName="/ppt/slides/slide1878.xml" ContentType="application/vnd.openxmlformats-officedocument.presentationml.slide+xml"/>
  <Override PartName="/ppt/slides/slide815.xml" ContentType="application/vnd.openxmlformats-officedocument.presentationml.slide+xml"/>
  <Override PartName="/ppt/slides/slide452.xml" ContentType="application/vnd.openxmlformats-officedocument.presentationml.slide+xml"/>
  <Override PartName="/ppt/slides/slide788.xml" ContentType="application/vnd.openxmlformats-officedocument.presentationml.slide+xml"/>
  <Override PartName="/ppt/slides/slide1197.xml" ContentType="application/vnd.openxmlformats-officedocument.presentationml.slide+xml"/>
  <Override PartName="/ppt/slides/slide1422.xml" ContentType="application/vnd.openxmlformats-officedocument.presentationml.slide+xml"/>
  <Override PartName="/ppt/slides/slide1737.xml" ContentType="application/vnd.openxmlformats-officedocument.presentationml.slide+xml"/>
  <Override PartName="/ppt/slides/slide1398.xml" ContentType="application/vnd.openxmlformats-officedocument.presentationml.slide+xml"/>
  <Override PartName="/ppt/slides/slide479.xml" ContentType="application/vnd.openxmlformats-officedocument.presentationml.slide+xml"/>
  <Override PartName="/ppt/slides/slide1119.xml" ContentType="application/vnd.openxmlformats-officedocument.presentationml.slide+xml"/>
  <Override PartName="/ppt/slides/slide1330.xml" ContentType="application/vnd.openxmlformats-officedocument.presentationml.slide+xml"/>
  <Override PartName="/ppt/slides/slide929.xml" ContentType="application/vnd.openxmlformats-officedocument.presentationml.slide+xml"/>
  <Override PartName="/ppt/slides/slide1104.xml" ContentType="application/vnd.openxmlformats-officedocument.presentationml.slide+xml"/>
  <Override PartName="/ppt/slides/slide382.xml" ContentType="application/vnd.openxmlformats-officedocument.presentationml.slide+xml"/>
  <Override PartName="/ppt/slides/slide605.xml" ContentType="application/vnd.openxmlformats-officedocument.presentationml.slide+xml"/>
  <Override PartName="/ppt/slides/slide432.xml" ContentType="application/vnd.openxmlformats-officedocument.presentationml.slide+xml"/>
  <Override PartName="/ppt/slides/slide461.xml" ContentType="application/vnd.openxmlformats-officedocument.presentationml.slide+xml"/>
  <Override PartName="/ppt/slides/slide1859.xml" ContentType="application/vnd.openxmlformats-officedocument.presentationml.slide+xml"/>
  <Override PartName="/ppt/slides/slide631.xml" ContentType="application/vnd.openxmlformats-officedocument.presentationml.slide+xml"/>
  <Override PartName="/ppt/slides/slide1177.xml" ContentType="application/vnd.openxmlformats-officedocument.presentationml.slide+xml"/>
  <Override PartName="/ppt/slides/slide797.xml" ContentType="application/vnd.openxmlformats-officedocument.presentationml.slide+xml"/>
  <Override PartName="/ppt/slides/slide922.xml" ContentType="application/vnd.openxmlformats-officedocument.presentationml.slide+xml"/>
  <Override PartName="/ppt/slides/slide1629.xml" ContentType="application/vnd.openxmlformats-officedocument.presentationml.slide+xml"/>
  <Override PartName="/ppt/slides/slide1972.xml" ContentType="application/vnd.openxmlformats-officedocument.presentationml.slide+xml"/>
  <Override PartName="/ppt/slides/slide1465.xml" ContentType="application/vnd.openxmlformats-officedocument.presentationml.slide+xml"/>
  <Override PartName="/ppt/slides/slide632.xml" ContentType="application/vnd.openxmlformats-officedocument.presentationml.slide+xml"/>
  <Override PartName="/ppt/slides/slide491.xml" ContentType="application/vnd.openxmlformats-officedocument.presentationml.slide+xml"/>
  <Override PartName="/ppt/slides/slide1659.xml" ContentType="application/vnd.openxmlformats-officedocument.presentationml.slide+xml"/>
  <Override PartName="/ppt/slides/slide1285.xml" ContentType="application/vnd.openxmlformats-officedocument.presentationml.slide+xml"/>
  <Override PartName="/ppt/slides/slide175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800.xml" ContentType="application/vnd.openxmlformats-officedocument.presentationml.slide+xml"/>
  <Override PartName="/ppt/slides/slide1.xml" ContentType="application/vnd.openxmlformats-officedocument.presentationml.slide+xml"/>
  <Override PartName="/ppt/slides/slide851.xml" ContentType="application/vnd.openxmlformats-officedocument.presentationml.slide+xml"/>
  <Override PartName="/ppt/slides/slide652.xml" ContentType="application/vnd.openxmlformats-officedocument.presentationml.slide+xml"/>
  <Override PartName="/ppt/slides/slide1352.xml" ContentType="application/vnd.openxmlformats-officedocument.presentationml.slide+xml"/>
  <Override PartName="/ppt/slides/slide1909.xml" ContentType="application/vnd.openxmlformats-officedocument.presentationml.slide+xml"/>
  <Override PartName="/ppt/slides/slide859.xml" ContentType="application/vnd.openxmlformats-officedocument.presentationml.slide+xml"/>
  <Override PartName="/ppt/slides/slide653.xml" ContentType="application/vnd.openxmlformats-officedocument.presentationml.slide+xml"/>
  <Override PartName="/ppt/slides/slide236.xml" ContentType="application/vnd.openxmlformats-officedocument.presentationml.slide+xml"/>
  <Override PartName="/ppt/slides/slide661.xml" ContentType="application/vnd.openxmlformats-officedocument.presentationml.slide+xml"/>
  <Override PartName="/ppt/slides/slide763.xml" ContentType="application/vnd.openxmlformats-officedocument.presentationml.slide+xml"/>
  <Override PartName="/ppt/slides/slide1362.xml" ContentType="application/vnd.openxmlformats-officedocument.presentationml.slide+xml"/>
  <Override PartName="/ppt/slides/slide878.xml" ContentType="application/vnd.openxmlformats-officedocument.presentationml.slide+xml"/>
  <Override PartName="/ppt/slides/slide759.xml" ContentType="application/vnd.openxmlformats-officedocument.presentationml.slide+xml"/>
  <Override PartName="/ppt/slides/slide88.xml" ContentType="application/vnd.openxmlformats-officedocument.presentationml.slide+xml"/>
  <Override PartName="/ppt/slides/slide1871.xml" ContentType="application/vnd.openxmlformats-officedocument.presentationml.slide+xml"/>
  <Override PartName="/ppt/slides/slide1372.xml" ContentType="application/vnd.openxmlformats-officedocument.presentationml.slide+xml"/>
  <Override PartName="/ppt/slides/slide371.xml" ContentType="application/vnd.openxmlformats-officedocument.presentationml.slide+xml"/>
  <Override PartName="/ppt/slides/slide1916.xml" ContentType="application/vnd.openxmlformats-officedocument.presentationml.slide+xml"/>
  <Override PartName="/ppt/slides/slide391.xml" ContentType="application/vnd.openxmlformats-officedocument.presentationml.slide+xml"/>
  <Override PartName="/ppt/slides/slide1209.xml" ContentType="application/vnd.openxmlformats-officedocument.presentationml.slide+xml"/>
  <Override PartName="/ppt/slides/slide1381.xml" ContentType="application/vnd.openxmlformats-officedocument.presentationml.slide+xml"/>
  <Override PartName="/ppt/slides/slide840.xml" ContentType="application/vnd.openxmlformats-officedocument.presentationml.slide+xml"/>
  <Override PartName="/ppt/slides/slide1528.xml" ContentType="application/vnd.openxmlformats-officedocument.presentationml.slide+xml"/>
  <Override PartName="/ppt/slides/slide682.xml" ContentType="application/vnd.openxmlformats-officedocument.presentationml.slide+xml"/>
  <Override PartName="/ppt/slides/slide1874.xml" ContentType="application/vnd.openxmlformats-officedocument.presentationml.slide+xml"/>
  <Override PartName="/ppt/slides/slide1066.xml" ContentType="application/vnd.openxmlformats-officedocument.presentationml.slide+xml"/>
  <Override PartName="/ppt/slides/slide1382.xml" ContentType="application/vnd.openxmlformats-officedocument.presentationml.slide+xml"/>
  <Override PartName="/ppt/slides/slide683.xml" ContentType="application/vnd.openxmlformats-officedocument.presentationml.slide+xml"/>
  <Override PartName="/ppt/slides/slide1383.xml" ContentType="application/vnd.openxmlformats-officedocument.presentationml.slide+xml"/>
  <Override PartName="/ppt/slides/slide1391.xml" ContentType="application/vnd.openxmlformats-officedocument.presentationml.slide+xml"/>
  <Override PartName="/ppt/slides/slide1394.xml" ContentType="application/vnd.openxmlformats-officedocument.presentationml.slide+xml"/>
  <Override PartName="/ppt/slides/slide1395.xml" ContentType="application/vnd.openxmlformats-officedocument.presentationml.slide+xml"/>
  <Override PartName="/ppt/slides/slide696.xml" ContentType="application/vnd.openxmlformats-officedocument.presentationml.slide+xml"/>
  <Override PartName="/ppt/slides/slide1806.xml" ContentType="application/vnd.openxmlformats-officedocument.presentationml.slide+xml"/>
  <Override PartName="/ppt/slides/slide1586.xml" ContentType="application/vnd.openxmlformats-officedocument.presentationml.slide+xml"/>
  <Override PartName="/ppt/slides/slide162.xml" ContentType="application/vnd.openxmlformats-officedocument.presentationml.slide+xml"/>
  <Override PartName="/ppt/slides/slide1941.xml" ContentType="application/vnd.openxmlformats-officedocument.presentationml.slide+xml"/>
  <Override PartName="/ppt/slides/slide722.xml" ContentType="application/vnd.openxmlformats-officedocument.presentationml.slide+xml"/>
  <Override PartName="/ppt/slides/slide1356.xml" ContentType="application/vnd.openxmlformats-officedocument.presentationml.slide+xml"/>
  <Override PartName="/ppt/slides/slide1893.xml" ContentType="application/vnd.openxmlformats-officedocument.presentationml.slide+xml"/>
  <Override PartName="/ppt/slides/slide1587.xml" ContentType="application/vnd.openxmlformats-officedocument.presentationml.slide+xml"/>
  <Override PartName="/ppt/slides/slide511.xml" ContentType="application/vnd.openxmlformats-officedocument.presentationml.slide+xml"/>
  <Override PartName="/ppt/slides/slide1766.xml" ContentType="application/vnd.openxmlformats-officedocument.presentationml.slide+xml"/>
  <Override PartName="/ppt/slides/slide1185.xml" ContentType="application/vnd.openxmlformats-officedocument.presentationml.slide+xml"/>
  <Override PartName="/ppt/slides/slide1876.xml" ContentType="application/vnd.openxmlformats-officedocument.presentationml.slide+xml"/>
  <Override PartName="/ppt/slides/slide1834.xml" ContentType="application/vnd.openxmlformats-officedocument.presentationml.slide+xml"/>
  <Override PartName="/ppt/slides/slide888.xml" ContentType="application/vnd.openxmlformats-officedocument.presentationml.slide+xml"/>
  <Override PartName="/ppt/slides/slide173.xml" ContentType="application/vnd.openxmlformats-officedocument.presentationml.slide+xml"/>
  <Override PartName="/ppt/slides/slide1734.xml" ContentType="application/vnd.openxmlformats-officedocument.presentationml.slide+xml"/>
  <Override PartName="/ppt/slides/slide1252.xml" ContentType="application/vnd.openxmlformats-officedocument.presentationml.slide+xml"/>
  <Override PartName="/ppt/slides/slide1430.xml" ContentType="application/vnd.openxmlformats-officedocument.presentationml.slide+xml"/>
  <Override PartName="/ppt/slides/slide1767.xml" ContentType="application/vnd.openxmlformats-officedocument.presentationml.slide+xml"/>
  <Override PartName="/ppt/slides/slide257.xml" ContentType="application/vnd.openxmlformats-officedocument.presentationml.slide+xml"/>
  <Override PartName="/ppt/slides/slide1746.xml" ContentType="application/vnd.openxmlformats-officedocument.presentationml.slide+xml"/>
  <Override PartName="/ppt/slides/slide1596.xml" ContentType="application/vnd.openxmlformats-officedocument.presentationml.slide+xml"/>
  <Override PartName="/ppt/slides/slide880.xml" ContentType="application/vnd.openxmlformats-officedocument.presentationml.slide+xml"/>
  <Override PartName="/ppt/slides/slide979.xml" ContentType="application/vnd.openxmlformats-officedocument.presentationml.slide+xml"/>
  <Override PartName="/ppt/slides/slide748.xml" ContentType="application/vnd.openxmlformats-officedocument.presentationml.slide+xml"/>
  <Override PartName="/ppt/slides/slide1781.xml" ContentType="application/vnd.openxmlformats-officedocument.presentationml.slide+xml"/>
  <Override PartName="/ppt/slides/slide289.xml" ContentType="application/vnd.openxmlformats-officedocument.presentationml.slide+xml"/>
  <Override PartName="/ppt/slides/slide28.xml" ContentType="application/vnd.openxmlformats-officedocument.presentationml.slide+xml"/>
  <Override PartName="/ppt/slides/slide825.xml" ContentType="application/vnd.openxmlformats-officedocument.presentationml.slide+xml"/>
  <Override PartName="/ppt/slides/slide1679.xml" ContentType="application/vnd.openxmlformats-officedocument.presentationml.slide+xml"/>
  <Override PartName="/ppt/slides/slide732.xml" ContentType="application/vnd.openxmlformats-officedocument.presentationml.slide+xml"/>
  <Override PartName="/ppt/slides/slide875.xml" ContentType="application/vnd.openxmlformats-officedocument.presentationml.slide+xml"/>
  <Override PartName="/ppt/slides/slide232.xml" ContentType="application/vnd.openxmlformats-officedocument.presentationml.slide+xml"/>
  <Override PartName="/ppt/slides/slide684.xml" ContentType="application/vnd.openxmlformats-officedocument.presentationml.slide+xml"/>
  <Override PartName="/ppt/slides/slide557.xml" ContentType="application/vnd.openxmlformats-officedocument.presentationml.slide+xml"/>
  <Override PartName="/ppt/slides/slide1337.xml" ContentType="application/vnd.openxmlformats-officedocument.presentationml.slide+xml"/>
  <Override PartName="/ppt/slides/slide1461.xml" ContentType="application/vnd.openxmlformats-officedocument.presentationml.slide+xml"/>
  <Override PartName="/ppt/slides/slide751.xml" ContentType="application/vnd.openxmlformats-officedocument.presentationml.slide+xml"/>
  <Override PartName="/ppt/slides/slide33.xml" ContentType="application/vnd.openxmlformats-officedocument.presentationml.slide+xml"/>
  <Override PartName="/ppt/slides/slide898.xml" ContentType="application/vnd.openxmlformats-officedocument.presentationml.slide+xml"/>
  <Override PartName="/ppt/slides/slide1152.xml" ContentType="application/vnd.openxmlformats-officedocument.presentationml.slide+xml"/>
  <Override PartName="/ppt/slides/slide753.xml" ContentType="application/vnd.openxmlformats-officedocument.presentationml.slide+xml"/>
  <Override PartName="/ppt/slides/slide297.xml" ContentType="application/vnd.openxmlformats-officedocument.presentationml.slide+xml"/>
  <Override PartName="/ppt/slides/slide1495.xml" ContentType="application/vnd.openxmlformats-officedocument.presentationml.slide+xml"/>
  <Override PartName="/ppt/slides/slide1950.xml" ContentType="application/vnd.openxmlformats-officedocument.presentationml.slide+xml"/>
  <Override PartName="/ppt/slides/slide1460.xml" ContentType="application/vnd.openxmlformats-officedocument.presentationml.slide+xml"/>
  <Override PartName="/ppt/slides/slide1283.xml" ContentType="application/vnd.openxmlformats-officedocument.presentationml.slide+xml"/>
  <Override PartName="/ppt/slides/slide1023.xml" ContentType="application/vnd.openxmlformats-officedocument.presentationml.slide+xml"/>
  <Override PartName="/ppt/slides/slide1725.xml" ContentType="application/vnd.openxmlformats-officedocument.presentationml.slide+xml"/>
  <Override PartName="/ppt/slides/slide1782.xml" ContentType="application/vnd.openxmlformats-officedocument.presentationml.slide+xml"/>
  <Override PartName="/ppt/slides/slide1432.xml" ContentType="application/vnd.openxmlformats-officedocument.presentationml.slide+xml"/>
  <Override PartName="/ppt/slides/slide1409.xml" ContentType="application/vnd.openxmlformats-officedocument.presentationml.slide+xml"/>
  <Override PartName="/ppt/slides/slide1240.xml" ContentType="application/vnd.openxmlformats-officedocument.presentationml.slide+xml"/>
  <Override PartName="/ppt/slides/slide1932.xml" ContentType="application/vnd.openxmlformats-officedocument.presentationml.slide+xml"/>
  <Override PartName="/ppt/slides/slide562.xml" ContentType="application/vnd.openxmlformats-officedocument.presentationml.slide+xml"/>
  <Override PartName="/ppt/slides/slide1433.xml" ContentType="application/vnd.openxmlformats-officedocument.presentationml.slide+xml"/>
  <Override PartName="/ppt/slides/slide1073.xml" ContentType="application/vnd.openxmlformats-officedocument.presentationml.slide+xml"/>
  <Override PartName="/ppt/slides/slide1682.xml" ContentType="application/vnd.openxmlformats-officedocument.presentationml.slide+xml"/>
  <Override PartName="/ppt/slides/slide1281.xml" ContentType="application/vnd.openxmlformats-officedocument.presentationml.slide+xml"/>
  <Override PartName="/ppt/slides/slide896.xml" ContentType="application/vnd.openxmlformats-officedocument.presentationml.slide+xml"/>
  <Override PartName="/ppt/slides/slide211.xml" ContentType="application/vnd.openxmlformats-officedocument.presentationml.slide+xml"/>
  <Override PartName="/ppt/slides/slide1955.xml" ContentType="application/vnd.openxmlformats-officedocument.presentationml.slide+xml"/>
  <Override PartName="/ppt/slides/slide1918.xml" ContentType="application/vnd.openxmlformats-officedocument.presentationml.slide+xml"/>
  <Override PartName="/ppt/slides/slide1472.xml" ContentType="application/vnd.openxmlformats-officedocument.presentationml.slide+xml"/>
  <Override PartName="/ppt/slides/slide103.xml" ContentType="application/vnd.openxmlformats-officedocument.presentationml.slide+xml"/>
  <Override PartName="/ppt/slides/slide1480.xml" ContentType="application/vnd.openxmlformats-officedocument.presentationml.slide+xml"/>
  <Override PartName="/ppt/slides/slide1646.xml" ContentType="application/vnd.openxmlformats-officedocument.presentationml.slide+xml"/>
  <Override PartName="/ppt/slides/slide715.xml" ContentType="application/vnd.openxmlformats-officedocument.presentationml.slide+xml"/>
  <Override PartName="/ppt/slides/slide771.xml" ContentType="application/vnd.openxmlformats-officedocument.presentationml.slide+xml"/>
  <Override PartName="/ppt/slides/slide1835.xml" ContentType="application/vnd.openxmlformats-officedocument.presentationml.slide+xml"/>
  <Override PartName="/ppt/slides/slide1481.xml" ContentType="application/vnd.openxmlformats-officedocument.presentationml.slide+xml"/>
  <Override PartName="/ppt/slides/slide1561.xml" ContentType="application/vnd.openxmlformats-officedocument.presentationml.slide+xml"/>
  <Override PartName="/ppt/slides/slide1368.xml" ContentType="application/vnd.openxmlformats-officedocument.presentationml.slide+xml"/>
  <Override PartName="/ppt/slides/slide782.xml" ContentType="application/vnd.openxmlformats-officedocument.presentationml.slide+xml"/>
  <Override PartName="/ppt/slides/slide1527.xml" ContentType="application/vnd.openxmlformats-officedocument.presentationml.slide+xml"/>
  <Override PartName="/ppt/slides/slide11.xml" ContentType="application/vnd.openxmlformats-officedocument.presentationml.slide+xml"/>
  <Override PartName="/ppt/slides/slide885.xml" ContentType="application/vnd.openxmlformats-officedocument.presentationml.slide+xml"/>
  <Override PartName="/ppt/slides/slide1680.xml" ContentType="application/vnd.openxmlformats-officedocument.presentationml.slide+xml"/>
  <Override PartName="/ppt/slides/slide799.xml" ContentType="application/vnd.openxmlformats-officedocument.presentationml.slide+xml"/>
  <Override PartName="/ppt/slides/slide1148.xml" ContentType="application/vnd.openxmlformats-officedocument.presentationml.slide+xml"/>
  <Override PartName="/ppt/slides/slide583.xml" ContentType="application/vnd.openxmlformats-officedocument.presentationml.slide+xml"/>
  <Override PartName="/ppt/slides/slide1749.xml" ContentType="application/vnd.openxmlformats-officedocument.presentationml.slide+xml"/>
  <Override PartName="/ppt/slides/slide1440.xml" ContentType="application/vnd.openxmlformats-officedocument.presentationml.slide+xml"/>
  <Override PartName="/ppt/slides/slide791.xml" ContentType="application/vnd.openxmlformats-officedocument.presentationml.slide+xml"/>
  <Override PartName="/ppt/slides/slide995.xml" ContentType="application/vnd.openxmlformats-officedocument.presentationml.slide+xml"/>
  <Override PartName="/ppt/slides/slide1235.xml" ContentType="application/vnd.openxmlformats-officedocument.presentationml.slide+xml"/>
  <Override PartName="/ppt/slides/slide1121.xml" ContentType="application/vnd.openxmlformats-officedocument.presentationml.slide+xml"/>
  <Override PartName="/ppt/slides/slide589.xml" ContentType="application/vnd.openxmlformats-officedocument.presentationml.slide+xml"/>
  <Override PartName="/ppt/slides/slide1592.xml" ContentType="application/vnd.openxmlformats-officedocument.presentationml.slide+xml"/>
  <Override PartName="/ppt/slides/slide1135.xml" ContentType="application/vnd.openxmlformats-officedocument.presentationml.slide+xml"/>
  <Override PartName="/ppt/slides/slide1490.xml" ContentType="application/vnd.openxmlformats-officedocument.presentationml.slide+xml"/>
  <Override PartName="/ppt/slides/slide1355.xml" ContentType="application/vnd.openxmlformats-officedocument.presentationml.slide+xml"/>
  <Override PartName="/ppt/slides/slide1006.xml" ContentType="application/vnd.openxmlformats-officedocument.presentationml.slide+xml"/>
  <Override PartName="/ppt/slides/slide1559.xml" ContentType="application/vnd.openxmlformats-officedocument.presentationml.slide+xml"/>
  <Override PartName="/ppt/slides/slide1828.xml" ContentType="application/vnd.openxmlformats-officedocument.presentationml.slide+xml"/>
  <Override PartName="/ppt/slides/slide1935.xml" ContentType="application/vnd.openxmlformats-officedocument.presentationml.slide+xml"/>
  <Override PartName="/ppt/slides/slide1499.xml" ContentType="application/vnd.openxmlformats-officedocument.presentationml.slide+xml"/>
  <Override PartName="/ppt/slides/slide792.xml" ContentType="application/vnd.openxmlformats-officedocument.presentationml.slide+xml"/>
  <Override PartName="/ppt/slides/slide420.xml" ContentType="application/vnd.openxmlformats-officedocument.presentationml.slide+xml"/>
  <Override PartName="/ppt/slides/slide332.xml" ContentType="application/vnd.openxmlformats-officedocument.presentationml.slide+xml"/>
  <Override PartName="/ppt/slides/slide821.xml" ContentType="application/vnd.openxmlformats-officedocument.presentationml.slide+xml"/>
  <Override PartName="/ppt/slides/slide1530.xml" ContentType="application/vnd.openxmlformats-officedocument.presentationml.slide+xml"/>
  <Override PartName="/ppt/slides/slide832.xml" ContentType="application/vnd.openxmlformats-officedocument.presentationml.slide+xml"/>
  <Override PartName="/ppt/slides/slide1540.xml" ContentType="application/vnd.openxmlformats-officedocument.presentationml.slide+xml"/>
  <Override PartName="/ppt/slides/slide1550.xml" ContentType="application/vnd.openxmlformats-officedocument.presentationml.slide+xml"/>
  <Override PartName="/ppt/slides/slide370.xml" ContentType="application/vnd.openxmlformats-officedocument.presentationml.slide+xml"/>
  <Override PartName="/ppt/slides/slide1551.xml" ContentType="application/vnd.openxmlformats-officedocument.presentationml.slide+xml"/>
  <Override PartName="/ppt/slides/slide87.xml" ContentType="application/vnd.openxmlformats-officedocument.presentationml.slide+xml"/>
  <Override PartName="/ppt/slides/slide640.xml" ContentType="application/vnd.openxmlformats-officedocument.presentationml.slide+xml"/>
  <Override PartName="/ppt/slides/slide1866.xml" ContentType="application/vnd.openxmlformats-officedocument.presentationml.slide+xml"/>
  <Override PartName="/ppt/slides/slide1576.xml" ContentType="application/vnd.openxmlformats-officedocument.presentationml.slide+xml"/>
  <Override PartName="/ppt/slides/slide1477.xml" ContentType="application/vnd.openxmlformats-officedocument.presentationml.slide+xml"/>
  <Override PartName="/ppt/slides/slide781.xml" ContentType="application/vnd.openxmlformats-officedocument.presentationml.slide+xml"/>
  <Override PartName="/ppt/slides/slide871.xml" ContentType="application/vnd.openxmlformats-officedocument.presentationml.slide+xml"/>
  <Override PartName="/ppt/slides/slide1571.xml" ContentType="application/vnd.openxmlformats-officedocument.presentationml.slide+xml"/>
  <Override PartName="/ppt/slides/slide992.xml" ContentType="application/vnd.openxmlformats-officedocument.presentationml.slide+xml"/>
  <Override PartName="/ppt/slides/slide1070.xml" ContentType="application/vnd.openxmlformats-officedocument.presentationml.slide+xml"/>
  <Override PartName="/ppt/slides/slide423.xml" ContentType="application/vnd.openxmlformats-officedocument.presentationml.slide+xml"/>
  <Override PartName="/ppt/slides/slide1262.xml" ContentType="application/vnd.openxmlformats-officedocument.presentationml.slide+xml"/>
  <Override PartName="/ppt/slides/slide1728.xml" ContentType="application/vnd.openxmlformats-officedocument.presentationml.slide+xml"/>
  <Override PartName="/ppt/slides/slide1581.xml" ContentType="application/vnd.openxmlformats-officedocument.presentationml.slide+xml"/>
  <Override PartName="/ppt/slides/slide1890.xml" ContentType="application/vnd.openxmlformats-officedocument.presentationml.slide+xml"/>
  <Override PartName="/ppt/slides/slide1226.xml" ContentType="application/vnd.openxmlformats-officedocument.presentationml.slide+xml"/>
  <Override PartName="/ppt/slides/slide894.xml" ContentType="application/vnd.openxmlformats-officedocument.presentationml.slide+xml"/>
  <Override PartName="/ppt/slides/slide882.xml" ContentType="application/vnd.openxmlformats-officedocument.presentationml.slide+xml"/>
  <Override PartName="/ppt/slides/slide1245.xml" ContentType="application/vnd.openxmlformats-officedocument.presentationml.slide+xml"/>
  <Override PartName="/ppt/slides/slide1269.xml" ContentType="application/vnd.openxmlformats-officedocument.presentationml.slide+xml"/>
  <Override PartName="/ppt/slides/slide899.xml" ContentType="application/vnd.openxmlformats-officedocument.presentationml.slide+xml"/>
  <Override PartName="/ppt/slides/slide1194.xml" ContentType="application/vnd.openxmlformats-officedocument.presentationml.slide+xml"/>
  <Override PartName="/ppt/slides/slide700.xml" ContentType="application/vnd.openxmlformats-officedocument.presentationml.slide+xml"/>
  <Override PartName="/ppt/slides/slide1583.xml" ContentType="application/vnd.openxmlformats-officedocument.presentationml.slide+xml"/>
  <Override PartName="/ppt/slides/slide141.xml" ContentType="application/vnd.openxmlformats-officedocument.presentationml.slide+xml"/>
  <Override PartName="/ppt/slides/slide1827.xml" ContentType="application/vnd.openxmlformats-officedocument.presentationml.slide+xml"/>
  <Override PartName="/ppt/slides/slide1585.xml" ContentType="application/vnd.openxmlformats-officedocument.presentationml.slide+xml"/>
  <Override PartName="/ppt/slides/slide1099.xml" ContentType="application/vnd.openxmlformats-officedocument.presentationml.slide+xml"/>
  <Override PartName="/ppt/slides/slide314.xml" ContentType="application/vnd.openxmlformats-officedocument.presentationml.slide+xml"/>
  <Override PartName="/ppt/slides/slide1741.xml" ContentType="application/vnd.openxmlformats-officedocument.presentationml.slide+xml"/>
  <Override PartName="/ppt/slides/slide1590.xml" ContentType="application/vnd.openxmlformats-officedocument.presentationml.slide+xml"/>
  <Override PartName="/ppt/slides/slide1836.xml" ContentType="application/vnd.openxmlformats-officedocument.presentationml.slide+xml"/>
  <Override PartName="/ppt/slides/slide1435.xml" ContentType="application/vnd.openxmlformats-officedocument.presentationml.slide+xml"/>
  <Override PartName="/ppt/slides/slide1753.xml" ContentType="application/vnd.openxmlformats-officedocument.presentationml.slide+xml"/>
  <Override PartName="/ppt/slides/slide892.xml" ContentType="application/vnd.openxmlformats-officedocument.presentationml.slide+xml"/>
  <Override PartName="/ppt/slides/slide798.xml" ContentType="application/vnd.openxmlformats-officedocument.presentationml.slide+xml"/>
  <Override PartName="/ppt/slides/slide1973.xml" ContentType="application/vnd.openxmlformats-officedocument.presentationml.slide+xml"/>
  <Override PartName="/ppt/slides/slide227.xml" ContentType="application/vnd.openxmlformats-officedocument.presentationml.slide+xml"/>
  <Override PartName="/ppt/slides/slide1593.xml" ContentType="application/vnd.openxmlformats-officedocument.presentationml.slide+xml"/>
  <Override PartName="/ppt/slides/slide1822.xml" ContentType="application/vnd.openxmlformats-officedocument.presentationml.slide+xml"/>
  <Override PartName="/ppt/slides/slide1797.xml" ContentType="application/vnd.openxmlformats-officedocument.presentationml.slide+xml"/>
  <Override PartName="/ppt/slides/slide1711.xml" ContentType="application/vnd.openxmlformats-officedocument.presentationml.slide+xml"/>
  <Override PartName="/ppt/slides/slide945.xml" ContentType="application/vnd.openxmlformats-officedocument.presentationml.slide+xml"/>
  <Override PartName="/ppt/slides/slide1595.xml" ContentType="application/vnd.openxmlformats-officedocument.presentationml.slide+xml"/>
  <Override PartName="/ppt/slides/slide1818.xml" ContentType="application/vnd.openxmlformats-officedocument.presentationml.slide+xml"/>
  <Override PartName="/ppt/slides/slide69.xml" ContentType="application/vnd.openxmlformats-officedocument.presentationml.slide+xml"/>
  <Override PartName="/ppt/slides/slide823.xml" ContentType="application/vnd.openxmlformats-officedocument.presentationml.slide+xml"/>
  <Override PartName="/ppt/slides/slide166.xml" ContentType="application/vnd.openxmlformats-officedocument.presentationml.slide+xml"/>
  <Override PartName="/ppt/slides/slide1150.xml" ContentType="application/vnd.openxmlformats-officedocument.presentationml.slide+xml"/>
  <Override PartName="/ppt/slides/slide769.xml" ContentType="application/vnd.openxmlformats-officedocument.presentationml.slide+xml"/>
  <Override PartName="/ppt/slides/slide1886.xml" ContentType="application/vnd.openxmlformats-officedocument.presentationml.slide+xml"/>
  <Override PartName="/ppt/slides/slide242.xml" ContentType="application/vnd.openxmlformats-officedocument.presentationml.slide+xml"/>
  <Override PartName="/ppt/slides/slide1619.xml" ContentType="application/vnd.openxmlformats-officedocument.presentationml.slide+xml"/>
  <Override PartName="/ppt/slides/slide1504.xml" ContentType="application/vnd.openxmlformats-officedocument.presentationml.slide+xml"/>
  <Override PartName="/ppt/slides/slide822.xml" ContentType="application/vnd.openxmlformats-officedocument.presentationml.slide+xml"/>
  <Override PartName="/ppt/slides/slide1649.xml" ContentType="application/vnd.openxmlformats-officedocument.presentationml.slide+xml"/>
  <Override PartName="/ppt/slides/slide212.xml" ContentType="application/vnd.openxmlformats-officedocument.presentationml.slide+xml"/>
  <Override PartName="/ppt/slides/slide131.xml" ContentType="application/vnd.openxmlformats-officedocument.presentationml.slide+xml"/>
  <Override PartName="/ppt/slides/slide1605.xml" ContentType="application/vnd.openxmlformats-officedocument.presentationml.slide+xml"/>
  <Override PartName="/ppt/slides/slide347.xml" ContentType="application/vnd.openxmlformats-officedocument.presentationml.slide+xml"/>
  <Override PartName="/ppt/slides/slide1013.xml" ContentType="application/vnd.openxmlformats-officedocument.presentationml.slide+xml"/>
  <Override PartName="/ppt/slides/slide1699.xml" ContentType="application/vnd.openxmlformats-officedocument.presentationml.slide+xml"/>
  <Override PartName="/ppt/slides/slide1360.xml" ContentType="application/vnd.openxmlformats-officedocument.presentationml.slide+xml"/>
  <Override PartName="/ppt/slides/slide1700.xml" ContentType="application/vnd.openxmlformats-officedocument.presentationml.slide+xml"/>
  <Override PartName="/ppt/slides/slide1701.xml" ContentType="application/vnd.openxmlformats-officedocument.presentationml.slide+xml"/>
  <Override PartName="/ppt/slides/slide1769.xml" ContentType="application/vnd.openxmlformats-officedocument.presentationml.slide+xml"/>
  <Override PartName="/ppt/slides/slide1450.xml" ContentType="application/vnd.openxmlformats-officedocument.presentationml.slide+xml"/>
  <Override PartName="/ppt/slides/slide1243.xml" ContentType="application/vnd.openxmlformats-officedocument.presentationml.slide+xml"/>
  <Override PartName="/ppt/slides/slide627.xml" ContentType="application/vnd.openxmlformats-officedocument.presentationml.slide+xml"/>
  <Override PartName="/ppt/slides/slide721.xml" ContentType="application/vnd.openxmlformats-officedocument.presentationml.slide+xml"/>
  <Override PartName="/ppt/slides/slide517.xml" ContentType="application/vnd.openxmlformats-officedocument.presentationml.slide+xml"/>
  <Override PartName="/ppt/slides/slide625.xml" ContentType="application/vnd.openxmlformats-officedocument.presentationml.slide+xml"/>
  <Override PartName="/ppt/slides/slide66.xml" ContentType="application/vnd.openxmlformats-officedocument.presentationml.slide+xml"/>
  <Override PartName="/ppt/slides/slide1385.xml" ContentType="application/vnd.openxmlformats-officedocument.presentationml.slide+xml"/>
  <Override PartName="/ppt/slides/slide1492.xml" ContentType="application/vnd.openxmlformats-officedocument.presentationml.slide+xml"/>
  <Override PartName="/ppt/slides/slide418.xml" ContentType="application/vnd.openxmlformats-officedocument.presentationml.slide+xml"/>
  <Override PartName="/ppt/slides/slide1376.xml" ContentType="application/vnd.openxmlformats-officedocument.presentationml.slide+xml"/>
  <Override PartName="/ppt/slides/slide1453.xml" ContentType="application/vnd.openxmlformats-officedocument.presentationml.slide+xml"/>
  <Override PartName="/ppt/slides/slide1342.xml" ContentType="application/vnd.openxmlformats-officedocument.presentationml.slide+xml"/>
  <Override PartName="/ppt/slides/slide234.xml" ContentType="application/vnd.openxmlformats-officedocument.presentationml.slide+xml"/>
  <Override PartName="/ppt/slides/slide1083.xml" ContentType="application/vnd.openxmlformats-officedocument.presentationml.slide+xml"/>
  <Override PartName="/ppt/slides/slide101.xml" ContentType="application/vnd.openxmlformats-officedocument.presentationml.slide+xml"/>
  <Override PartName="/ppt/slides/slide214.xml" ContentType="application/vnd.openxmlformats-officedocument.presentationml.slide+xml"/>
  <Override PartName="/ppt/slides/slide396.xml" ContentType="application/vnd.openxmlformats-officedocument.presentationml.slide+xml"/>
  <Override PartName="/ppt/slides/slide1015.xml" ContentType="application/vnd.openxmlformats-officedocument.presentationml.slide+xml"/>
  <Override PartName="/ppt/slides/slide1901.xml" ContentType="application/vnd.openxmlformats-officedocument.presentationml.slide+xml"/>
  <Override PartName="/ppt/slides/slide410.xml" ContentType="application/vnd.openxmlformats-officedocument.presentationml.slide+xml"/>
  <Override PartName="/ppt/slides/slide727.xml" ContentType="application/vnd.openxmlformats-officedocument.presentationml.slide+xml"/>
  <Override PartName="/ppt/slides/slide1727.xml" ContentType="application/vnd.openxmlformats-officedocument.presentationml.slide+xml"/>
  <Override PartName="/ppt/slides/slide1161.xml" ContentType="application/vnd.openxmlformats-officedocument.presentationml.slide+xml"/>
  <Override PartName="/ppt/slides/slide164.xml" ContentType="application/vnd.openxmlformats-officedocument.presentationml.slide+xml"/>
  <Override PartName="/ppt/slides/slide796.xml" ContentType="application/vnd.openxmlformats-officedocument.presentationml.slide+xml"/>
  <Override PartName="/ppt/slides/slide1895.xml" ContentType="application/vnd.openxmlformats-officedocument.presentationml.slide+xml"/>
  <Override PartName="/ppt/slides/slide1191.xml" ContentType="application/vnd.openxmlformats-officedocument.presentationml.slide+xml"/>
  <Override PartName="/ppt/slides/slide1919.xml" ContentType="application/vnd.openxmlformats-officedocument.presentationml.slide+xml"/>
  <Override PartName="/ppt/slides/slide1914.xml" ContentType="application/vnd.openxmlformats-officedocument.presentationml.slide+xml"/>
  <Override PartName="/ppt/slides/slide858.xml" ContentType="application/vnd.openxmlformats-officedocument.presentationml.slide+xml"/>
  <Override PartName="/ppt/slides/slide1079.xml" ContentType="application/vnd.openxmlformats-officedocument.presentationml.slide+xml"/>
  <Override PartName="/ppt/slides/slide1967.xml" ContentType="application/vnd.openxmlformats-officedocument.presentationml.slide+xml"/>
  <Override PartName="/ppt/slides/slide1707.xml" ContentType="application/vnd.openxmlformats-officedocument.presentationml.slide+xml"/>
  <Override PartName="/ppt/slides/slide1497.xml" ContentType="application/vnd.openxmlformats-officedocument.presentationml.slide+xml"/>
  <Override PartName="/ppt/slides/slide58.xml" ContentType="application/vnd.openxmlformats-officedocument.presentationml.slide+xml"/>
  <Override PartName="/ppt/slides/slide1708.xml" ContentType="application/vnd.openxmlformats-officedocument.presentationml.slide+xml"/>
  <Override PartName="/ppt/slides/slide636.xml" ContentType="application/vnd.openxmlformats-officedocument.presentationml.slide+xml"/>
  <Override PartName="/ppt/slides/slide1710.xml" ContentType="application/vnd.openxmlformats-officedocument.presentationml.slide+xml"/>
  <Override PartName="/ppt/slides/slide1081.xml" ContentType="application/vnd.openxmlformats-officedocument.presentationml.slide+xml"/>
  <Override PartName="/ppt/slides/slide862.xml" ContentType="application/vnd.openxmlformats-officedocument.presentationml.slide+xml"/>
  <Override PartName="/ppt/slides/slide1336.xml" ContentType="application/vnd.openxmlformats-officedocument.presentationml.slide+xml"/>
  <Override PartName="/ppt/slides/slide1272.xml" ContentType="application/vnd.openxmlformats-officedocument.presentationml.slide+xml"/>
  <Override PartName="/ppt/slides/slide1713.xml" ContentType="application/vnd.openxmlformats-officedocument.presentationml.slide+xml"/>
  <Override PartName="/ppt/slides/slide269.xml" ContentType="application/vnd.openxmlformats-officedocument.presentationml.slide+xml"/>
  <Override PartName="/ppt/slides/slide1186.xml" ContentType="application/vnd.openxmlformats-officedocument.presentationml.slide+xml"/>
  <Override PartName="/ppt/slides/slide1954.xml" ContentType="application/vnd.openxmlformats-officedocument.presentationml.slide+xml"/>
  <Override PartName="/ppt/slides/slide1966.xml" ContentType="application/vnd.openxmlformats-officedocument.presentationml.slide+xml"/>
  <Override PartName="/ppt/slides/slide1521.xml" ContentType="application/vnd.openxmlformats-officedocument.presentationml.slide+xml"/>
  <Override PartName="/ppt/slides/slide1631.xml" ContentType="application/vnd.openxmlformats-officedocument.presentationml.slide+xml"/>
  <Override PartName="/ppt/slides/slide1696.xml" ContentType="application/vnd.openxmlformats-officedocument.presentationml.slide+xml"/>
  <Override PartName="/ppt/slides/slide1900.xml" ContentType="application/vnd.openxmlformats-officedocument.presentationml.slide+xml"/>
  <Override PartName="/ppt/slides/slide1716.xml" ContentType="application/vnd.openxmlformats-officedocument.presentationml.slide+xml"/>
  <Override PartName="/ppt/slides/slide1974.xml" ContentType="application/vnd.openxmlformats-officedocument.presentationml.slide+xml"/>
  <Override PartName="/ppt/slides/slide1833.xml" ContentType="application/vnd.openxmlformats-officedocument.presentationml.slide+xml"/>
  <Override PartName="/ppt/slides/slide1371.xml" ContentType="application/vnd.openxmlformats-officedocument.presentationml.slide+xml"/>
  <Override PartName="/ppt/slides/slide156.xml" ContentType="application/vnd.openxmlformats-officedocument.presentationml.slide+xml"/>
  <Override PartName="/ppt/slides/slide1759.xml" ContentType="application/vnd.openxmlformats-officedocument.presentationml.slide+xml"/>
  <Override PartName="/ppt/slides/slide961.xml" ContentType="application/vnd.openxmlformats-officedocument.presentationml.slide+xml"/>
  <Override PartName="/ppt/slides/slide1531.xml" ContentType="application/vnd.openxmlformats-officedocument.presentationml.slide+xml"/>
  <Override PartName="/ppt/slides/slide401.xml" ContentType="application/vnd.openxmlformats-officedocument.presentationml.slide+xml"/>
  <Override PartName="/ppt/slides/slide849.xml" ContentType="application/vnd.openxmlformats-officedocument.presentationml.slide+xml"/>
  <Override PartName="/ppt/slides/slide1014.xml" ContentType="application/vnd.openxmlformats-officedocument.presentationml.slide+xml"/>
  <Override PartName="/ppt/slides/slide1258.xml" ContentType="application/vnd.openxmlformats-officedocument.presentationml.slide+xml"/>
  <Override PartName="/ppt/slides/slide1719.xml" ContentType="application/vnd.openxmlformats-officedocument.presentationml.slide+xml"/>
  <Override PartName="/ppt/slides/slide1722.xml" ContentType="application/vnd.openxmlformats-officedocument.presentationml.slide+xml"/>
  <Override PartName="/ppt/slides/slide1222.xml" ContentType="application/vnd.openxmlformats-officedocument.presentationml.slide+xml"/>
  <Override PartName="/ppt/slides/slide1451.xml" ContentType="application/vnd.openxmlformats-officedocument.presentationml.slide+xml"/>
  <Override PartName="/ppt/slides/slide1723.xml" ContentType="application/vnd.openxmlformats-officedocument.presentationml.slide+xml"/>
  <Override PartName="/ppt/slides/slide1599.xml" ContentType="application/vnd.openxmlformats-officedocument.presentationml.slide+xml"/>
  <Override PartName="/ppt/slides/slide1322.xml" ContentType="application/vnd.openxmlformats-officedocument.presentationml.slide+xml"/>
  <Override PartName="/ppt/slides/slide1669.xml" ContentType="application/vnd.openxmlformats-officedocument.presentationml.slide+xml"/>
  <Override PartName="/ppt/slides/slide1724.xml" ContentType="application/vnd.openxmlformats-officedocument.presentationml.slide+xml"/>
  <Override PartName="/ppt/slides/slide1703.xml" ContentType="application/vnd.openxmlformats-officedocument.presentationml.slide+xml"/>
  <Override PartName="/ppt/slides/slide1187.xml" ContentType="application/vnd.openxmlformats-officedocument.presentationml.slide+xml"/>
  <Override PartName="/ppt/slides/slide1069.xml" ContentType="application/vnd.openxmlformats-officedocument.presentationml.slide+xml"/>
  <Override PartName="/ppt/slides/slide1093.xml" ContentType="application/vnd.openxmlformats-officedocument.presentationml.slide+xml"/>
  <Override PartName="/ppt/slides/slide741.xml" ContentType="application/vnd.openxmlformats-officedocument.presentationml.slide+xml"/>
  <Override PartName="/ppt/slides/slide1341.xml" ContentType="application/vnd.openxmlformats-officedocument.presentationml.slide+xml"/>
  <Override PartName="/ppt/slides/slide250.xml" ContentType="application/vnd.openxmlformats-officedocument.presentationml.slide+xml"/>
  <Override PartName="/ppt/slides/slide1667.xml" ContentType="application/vnd.openxmlformats-officedocument.presentationml.slide+xml"/>
  <Override PartName="/ppt/slides/slide1829.xml" ContentType="application/vnd.openxmlformats-officedocument.presentationml.slide+xml"/>
  <Override PartName="/ppt/slides/slide1167.xml" ContentType="application/vnd.openxmlformats-officedocument.presentationml.slide+xml"/>
  <Override PartName="/ppt/slides/slide1308.xml" ContentType="application/vnd.openxmlformats-officedocument.presentationml.slide+xml"/>
  <Override PartName="/ppt/slides/slide1627.xml" ContentType="application/vnd.openxmlformats-officedocument.presentationml.slide+xml"/>
  <Override PartName="/ppt/slides/slide123.xml" ContentType="application/vnd.openxmlformats-officedocument.presentationml.slide+xml"/>
  <Override PartName="/ppt/slides/slide1739.xml" ContentType="application/vnd.openxmlformats-officedocument.presentationml.slide+xml"/>
  <Override PartName="/ppt/slides/slide1858.xml" ContentType="application/vnd.openxmlformats-officedocument.presentationml.slide+xml"/>
  <Override PartName="/ppt/slides/slide1181.xml" ContentType="application/vnd.openxmlformats-officedocument.presentationml.slide+xml"/>
  <Override PartName="/ppt/slides/slide1714.xml" ContentType="application/vnd.openxmlformats-officedocument.presentationml.slide+xml"/>
  <Override PartName="/ppt/slides/slide1742.xml" ContentType="application/vnd.openxmlformats-officedocument.presentationml.slide+xml"/>
  <Override PartName="/ppt/slides/slide1745.xml" ContentType="application/vnd.openxmlformats-officedocument.presentationml.slide+xml"/>
  <Override PartName="/ppt/slides/slide497.xml" ContentType="application/vnd.openxmlformats-officedocument.presentationml.slide+xml"/>
  <Override PartName="/ppt/slides/slide540.xml" ContentType="application/vnd.openxmlformats-officedocument.presentationml.slide+xml"/>
  <Override PartName="/ppt/slides/slide579.xml" ContentType="application/vnd.openxmlformats-officedocument.presentationml.slide+xml"/>
  <Override PartName="/ppt/slides/slide1170.xml" ContentType="application/vnd.openxmlformats-officedocument.presentationml.slide+xml"/>
  <Override PartName="/ppt/slides/slide1770.xml" ContentType="application/vnd.openxmlformats-officedocument.presentationml.slide+xml"/>
  <Override PartName="/ppt/slides/slide1431.xml" ContentType="application/vnd.openxmlformats-officedocument.presentationml.slide+xml"/>
  <Override PartName="/ppt/slides/slide1747.xml" ContentType="application/vnd.openxmlformats-officedocument.presentationml.slide+xml"/>
  <Override PartName="/ppt/slides/slide1624.xml" ContentType="application/vnd.openxmlformats-officedocument.presentationml.slide+xml"/>
  <Override PartName="/ppt/slides/slide1335.xml" ContentType="application/vnd.openxmlformats-officedocument.presentationml.slide+xml"/>
  <Override PartName="/ppt/slides/slide599.xml" ContentType="application/vnd.openxmlformats-officedocument.presentationml.slide+xml"/>
  <Override PartName="/ppt/slides/slide1743.xml" ContentType="application/vnd.openxmlformats-officedocument.presentationml.slide+xml"/>
  <Override PartName="/ppt/slides/slide1748.xml" ContentType="application/vnd.openxmlformats-officedocument.presentationml.slide+xml"/>
  <Override PartName="/ppt/slides/slide1493.xml" ContentType="application/vnd.openxmlformats-officedocument.presentationml.slide+xml"/>
  <Override PartName="/ppt/slides/slide1227.xml" ContentType="application/vnd.openxmlformats-officedocument.presentationml.slide+xml"/>
  <Override PartName="/ppt/slides/slide1367.xml" ContentType="application/vnd.openxmlformats-officedocument.presentationml.slide+xml"/>
  <Override PartName="/ppt/slides/slide1441.xml" ContentType="application/vnd.openxmlformats-officedocument.presentationml.slide+xml"/>
  <Override PartName="/ppt/slides/slide386.xml" ContentType="application/vnd.openxmlformats-officedocument.presentationml.slide+xml"/>
  <Override PartName="/ppt/slides/slide1751.xml" ContentType="application/vnd.openxmlformats-officedocument.presentationml.slide+xml"/>
  <Override PartName="/ppt/slides/slide299.xml" ContentType="application/vnd.openxmlformats-officedocument.presentationml.slide+xml"/>
  <Override PartName="/ppt/slides/slide85.xml" ContentType="application/vnd.openxmlformats-officedocument.presentationml.slide+xml"/>
  <Override PartName="/ppt/slides/slide1496.xml" ContentType="application/vnd.openxmlformats-officedocument.presentationml.slide+xml"/>
  <Override PartName="/ppt/slides/slide1139.xml" ContentType="application/vnd.openxmlformats-officedocument.presentationml.slide+xml"/>
  <Override PartName="/ppt/slides/slide809.xml" ContentType="application/vnd.openxmlformats-officedocument.presentationml.slide+xml"/>
  <Override PartName="/ppt/slides/slide169.xml" ContentType="application/vnd.openxmlformats-officedocument.presentationml.slide+xml"/>
  <Override PartName="/ppt/slides/slide1752.xml" ContentType="application/vnd.openxmlformats-officedocument.presentationml.slide+xml"/>
  <Override PartName="/ppt/slides/slide719.xml" ContentType="application/vnd.openxmlformats-officedocument.presentationml.slide+xml"/>
  <Override PartName="/ppt/slides/slide194.xml" ContentType="application/vnd.openxmlformats-officedocument.presentationml.slide+xml"/>
  <Override PartName="/ppt/slides/slide773.xml" ContentType="application/vnd.openxmlformats-officedocument.presentationml.slide+xml"/>
  <Override PartName="/ppt/slides/slide1295.xml" ContentType="application/vnd.openxmlformats-officedocument.presentationml.slide+xml"/>
  <Override PartName="/ppt/slides/slide1855.xml" ContentType="application/vnd.openxmlformats-officedocument.presentationml.slide+xml"/>
  <Override PartName="/ppt/slides/slide1106.xml" ContentType="application/vnd.openxmlformats-officedocument.presentationml.slide+xml"/>
  <Override PartName="/ppt/slides/slide1762.xml" ContentType="application/vnd.openxmlformats-officedocument.presentationml.slide+xml"/>
  <Override PartName="/ppt/slides/slide402.xml" ContentType="application/vnd.openxmlformats-officedocument.presentationml.slide+xml"/>
  <Override PartName="/ppt/slides/slide746.xml" ContentType="application/vnd.openxmlformats-officedocument.presentationml.slide+xml"/>
  <Override PartName="/ppt/slides/slide1420.xml" ContentType="application/vnd.openxmlformats-officedocument.presentationml.slide+xml"/>
  <Override PartName="/ppt/slides/slide1334.xml" ContentType="application/vnd.openxmlformats-officedocument.presentationml.slide+xml"/>
  <Override PartName="/ppt/slides/slide1763.xml" ContentType="application/vnd.openxmlformats-officedocument.presentationml.slide+xml"/>
  <Override PartName="/ppt/slides/slide1765.xml" ContentType="application/vnd.openxmlformats-officedocument.presentationml.slide+xml"/>
  <Override PartName="/ppt/slides/slide1774.xml" ContentType="application/vnd.openxmlformats-officedocument.presentationml.slide+xml"/>
  <Override PartName="/ppt/slides/slide1494.xml" ContentType="application/vnd.openxmlformats-officedocument.presentationml.slide+xml"/>
  <Override PartName="/ppt/slides/slide387.xml" ContentType="application/vnd.openxmlformats-officedocument.presentationml.slide+xml"/>
  <Override PartName="/ppt/slides/slide1894.xml" ContentType="application/vnd.openxmlformats-officedocument.presentationml.slide+xml"/>
  <Override PartName="/ppt/slides/slide761.xml" ContentType="application/vnd.openxmlformats-officedocument.presentationml.slide+xml"/>
  <Override PartName="/ppt/slides/slide529.xml" ContentType="application/vnd.openxmlformats-officedocument.presentationml.slide+xml"/>
  <Override PartName="/ppt/slides/slide697.xml" ContentType="application/vnd.openxmlformats-officedocument.presentationml.slide+xml"/>
  <Override PartName="/ppt/slides/slide1760.xml" ContentType="application/vnd.openxmlformats-officedocument.presentationml.slide+xml"/>
  <Override PartName="/ppt/slides/slide1777.xml" ContentType="application/vnd.openxmlformats-officedocument.presentationml.slide+xml"/>
  <Override PartName="/ppt/slides/slide1778.xml" ContentType="application/vnd.openxmlformats-officedocument.presentationml.slide+xml"/>
  <Override PartName="/ppt/slides/slide1634.xml" ContentType="application/vnd.openxmlformats-officedocument.presentationml.slide+xml"/>
  <Override PartName="/ppt/slides/slide1507.xml" ContentType="application/vnd.openxmlformats-officedocument.presentationml.slide+xml"/>
  <Override PartName="/ppt/slides/slide1780.xml" ContentType="application/vnd.openxmlformats-officedocument.presentationml.slide+xml"/>
  <Override PartName="/ppt/slides/slide1783.xml" ContentType="application/vnd.openxmlformats-officedocument.presentationml.slide+xml"/>
  <Override PartName="/ppt/slides/slide895.xml" ContentType="application/vnd.openxmlformats-officedocument.presentationml.slide+xml"/>
  <Override PartName="/ppt/slides/slide359.xml" ContentType="application/vnd.openxmlformats-officedocument.presentationml.slide+xml"/>
  <Override PartName="/ppt/slides/slide621.xml" ContentType="application/vnd.openxmlformats-officedocument.presentationml.slide+xml"/>
  <Override PartName="/ppt/slides/slide1962.xml" ContentType="application/vnd.openxmlformats-officedocument.presentationml.slide+xml"/>
  <Override PartName="/ppt/slides/slide1786.xml" ContentType="application/vnd.openxmlformats-officedocument.presentationml.slide+xml"/>
  <Override PartName="/ppt/slides/slide650.xml" ContentType="application/vnd.openxmlformats-officedocument.presentationml.slide+xml"/>
  <Override PartName="/ppt/slides/slide1788.xml" ContentType="application/vnd.openxmlformats-officedocument.presentationml.slide+xml"/>
  <Override PartName="/ppt/slides/slide1809.xml" ContentType="application/vnd.openxmlformats-officedocument.presentationml.slide+xml"/>
  <Override PartName="/ppt/slides/slide1800.xml" ContentType="application/vnd.openxmlformats-officedocument.presentationml.slide+xml"/>
  <Override PartName="/ppt/slides/slide1856.xml" ContentType="application/vnd.openxmlformats-officedocument.presentationml.slide+xml"/>
  <Override PartName="/ppt/slides/slide1128.xml" ContentType="application/vnd.openxmlformats-officedocument.presentationml.slide+xml"/>
  <Override PartName="/ppt/slides/slide1462.xml" ContentType="application/vnd.openxmlformats-officedocument.presentationml.slide+xml"/>
  <Override PartName="/ppt/slides/slide1792.xml" ContentType="application/vnd.openxmlformats-officedocument.presentationml.slide+xml"/>
  <Override PartName="/ppt/slides/slide841.xml" ContentType="application/vnd.openxmlformats-officedocument.presentationml.slide+xml"/>
  <Override PartName="/ppt/slides/slide1860.xml" ContentType="application/vnd.openxmlformats-officedocument.presentationml.slide+xml"/>
  <Override PartName="/ppt/slides/slide379.xml" ContentType="application/vnd.openxmlformats-officedocument.presentationml.slide+xml"/>
  <Override PartName="/ppt/slides/slide785.xml" ContentType="application/vnd.openxmlformats-officedocument.presentationml.slide+xml"/>
  <Override PartName="/ppt/slides/slide1570.xml" ContentType="application/vnd.openxmlformats-officedocument.presentationml.slide+xml"/>
  <Override PartName="/ppt/slides/slide1801.xml" ContentType="application/vnd.openxmlformats-officedocument.presentationml.slide+xml"/>
  <Override PartName="/ppt/slides/slide915.xml" ContentType="application/vnd.openxmlformats-officedocument.presentationml.slide+xml"/>
  <Override PartName="/ppt/slides/slide1814.xml" ContentType="application/vnd.openxmlformats-officedocument.presentationml.slide+xml"/>
  <Override PartName="/ppt/slides/slide1149.xml" ContentType="application/vnd.openxmlformats-officedocument.presentationml.slide+xml"/>
  <Override PartName="/ppt/slides/slide1485.xml" ContentType="application/vnd.openxmlformats-officedocument.presentationml.slide+xml"/>
  <Override PartName="/ppt/slides/slide1396.xml" ContentType="application/vnd.openxmlformats-officedocument.presentationml.slide+xml"/>
  <Override PartName="/ppt/slides/slide1482.xml" ContentType="application/vnd.openxmlformats-officedocument.presentationml.slide+xml"/>
  <Override PartName="/ppt/slides/slide940.xml" ContentType="application/vnd.openxmlformats-officedocument.presentationml.slide+xml"/>
  <Override PartName="/ppt/slides/slide1196.xml" ContentType="application/vnd.openxmlformats-officedocument.presentationml.slide+xml"/>
  <Override PartName="/ppt/slides/slide1804.xml" ContentType="application/vnd.openxmlformats-officedocument.presentationml.slide+xml"/>
  <Override PartName="/ppt/slides/slide1949.xml" ContentType="application/vnd.openxmlformats-officedocument.presentationml.slide+xml"/>
  <Override PartName="/ppt/slides/slide1969.xml" ContentType="application/vnd.openxmlformats-officedocument.presentationml.slide+xml"/>
  <Override PartName="/ppt/slides/slide1848.xml" ContentType="application/vnd.openxmlformats-officedocument.presentationml.slide+xml"/>
  <Override PartName="/ppt/slides/slide1884.xml" ContentType="application/vnd.openxmlformats-officedocument.presentationml.slide+xml"/>
  <Override PartName="/ppt/slides/slide1541.xml" ContentType="application/vnd.openxmlformats-officedocument.presentationml.slide+xml"/>
  <Override PartName="/ppt/slides/slide1805.xml" ContentType="application/vnd.openxmlformats-officedocument.presentationml.slide+xml"/>
  <Override PartName="/ppt/slides/slide241.xml" ContentType="application/vnd.openxmlformats-officedocument.presentationml.slide+xml"/>
  <Override PartName="/ppt/slides/slide1408.xml" ContentType="application/vnd.openxmlformats-officedocument.presentationml.slide+xml"/>
  <Override PartName="/ppt/slides/slide1811.xml" ContentType="application/vnd.openxmlformats-officedocument.presentationml.slide+xml"/>
  <Override PartName="/ppt/slides/slide1351.xml" ContentType="application/vnd.openxmlformats-officedocument.presentationml.slide+xml"/>
  <Override PartName="/ppt/slides/slide1116.xml" ContentType="application/vnd.openxmlformats-officedocument.presentationml.slide+xml"/>
  <Override PartName="/ppt/slides/slide1931.xml" ContentType="application/vnd.openxmlformats-officedocument.presentationml.slide+xml"/>
  <Override PartName="/ppt/slides/slide368.xml" ContentType="application/vnd.openxmlformats-officedocument.presentationml.slide+xml"/>
  <Override PartName="/ppt/slides/slide1815.xml" ContentType="application/vnd.openxmlformats-officedocument.presentationml.slide+xml"/>
  <Override PartName="/ppt/slides/slide1775.xml" ContentType="application/vnd.openxmlformats-officedocument.presentationml.slide+xml"/>
  <Override PartName="/ppt/slides/slide1654.xml" ContentType="application/vnd.openxmlformats-officedocument.presentationml.slide+xml"/>
  <Override PartName="/ppt/slides/slide647.xml" ContentType="application/vnd.openxmlformats-officedocument.presentationml.slide+xml"/>
  <Override PartName="/ppt/slides/slide1525.xml" ContentType="application/vnd.openxmlformats-officedocument.presentationml.slide+xml"/>
  <Override PartName="/ppt/slides/slide1452.xml" ContentType="application/vnd.openxmlformats-officedocument.presentationml.slide+xml"/>
  <Override PartName="/ppt/slides/slide921.xml" ContentType="application/vnd.openxmlformats-officedocument.presentationml.slide+xml"/>
  <Override PartName="/ppt/slides/slide672.xml" ContentType="application/vnd.openxmlformats-officedocument.presentationml.slide+xml"/>
  <Override PartName="/ppt/slides/slide1706.xml" ContentType="application/vnd.openxmlformats-officedocument.presentationml.slide+xml"/>
  <Override PartName="/ppt/slides/slide668.xml" ContentType="application/vnd.openxmlformats-officedocument.presentationml.slide+xml"/>
  <Override PartName="/ppt/slides/slide1250.xml" ContentType="application/vnd.openxmlformats-officedocument.presentationml.slide+xml"/>
  <Override PartName="/ppt/slides/slide1820.xml" ContentType="application/vnd.openxmlformats-officedocument.presentationml.slide+xml"/>
  <Override PartName="/ppt/slides/slide451.xml" ContentType="application/vnd.openxmlformats-officedocument.presentationml.slide+xml"/>
  <Override PartName="/ppt/slides/slide1772.xml" ContentType="application/vnd.openxmlformats-officedocument.presentationml.slide+xml"/>
  <Override PartName="/ppt/slides/slide1838.xml" ContentType="application/vnd.openxmlformats-officedocument.presentationml.slide+xml"/>
  <Override PartName="/ppt/slides/slide1199.xml" ContentType="application/vnd.openxmlformats-officedocument.presentationml.slide+xml"/>
  <Override PartName="/ppt/slides/slide633.xml" ContentType="application/vnd.openxmlformats-officedocument.presentationml.slide+xml"/>
  <Override PartName="/ppt/slides/slide1854.xml" ContentType="application/vnd.openxmlformats-officedocument.presentationml.slide+xml"/>
  <Override PartName="/ppt/slides/slide1384.xml" ContentType="application/vnd.openxmlformats-officedocument.presentationml.slide+xml"/>
  <Override PartName="/ppt/slides/slide1826.xml" ContentType="application/vnd.openxmlformats-officedocument.presentationml.slide+xml"/>
  <Override PartName="/ppt/slides/slide1758.xml" ContentType="application/vnd.openxmlformats-officedocument.presentationml.slide+xml"/>
  <Override PartName="/ppt/slides/slide1331.xml" ContentType="application/vnd.openxmlformats-officedocument.presentationml.slide+xml"/>
  <Override PartName="/ppt/slides/slide1704.xml" ContentType="application/vnd.openxmlformats-officedocument.presentationml.slide+xml"/>
  <Override PartName="/ppt/slides/slide948.xml" ContentType="application/vnd.openxmlformats-officedocument.presentationml.slide+xml"/>
  <Override PartName="/ppt/slides/slide886.xml" ContentType="application/vnd.openxmlformats-officedocument.presentationml.slide+xml"/>
  <Override PartName="/ppt/slides/slide1183.xml" ContentType="application/vnd.openxmlformats-officedocument.presentationml.slide+xml"/>
  <Override PartName="/ppt/slides/slide1925.xml" ContentType="application/vnd.openxmlformats-officedocument.presentationml.slide+xml"/>
  <Override PartName="/ppt/slides/slide1339.xml" ContentType="application/vnd.openxmlformats-officedocument.presentationml.slide+xml"/>
  <Override PartName="/ppt/slides/slide986.xml" ContentType="application/vnd.openxmlformats-officedocument.presentationml.slide+xml"/>
  <Override PartName="/ppt/slides/slide1773.xml" ContentType="application/vnd.openxmlformats-officedocument.presentationml.slide+xml"/>
  <Override PartName="/ppt/slides/slide1442.xml" ContentType="application/vnd.openxmlformats-officedocument.presentationml.slide+xml"/>
  <Override PartName="/ppt/slides/slide1086.xml" ContentType="application/vnd.openxmlformats-officedocument.presentationml.slide+xml"/>
  <Override PartName="/ppt/slides/slide1837.xml" ContentType="application/vnd.openxmlformats-officedocument.presentationml.slide+xml"/>
  <Override PartName="/ppt/slides/slide850.xml" ContentType="application/vnd.openxmlformats-officedocument.presentationml.slide+xml"/>
  <Override PartName="/ppt/slides/slide1522.xml" ContentType="application/vnd.openxmlformats-officedocument.presentationml.slide+xml"/>
  <Override PartName="/ppt/slides/slide291.xml" ContentType="application/vnd.openxmlformats-officedocument.presentationml.slide+xml"/>
  <Override PartName="/ppt/slides/slide654.xml" ContentType="application/vnd.openxmlformats-officedocument.presentationml.slide+xml"/>
  <Override PartName="/ppt/slides/slide193.xml" ContentType="application/vnd.openxmlformats-officedocument.presentationml.slide+xml"/>
  <Override PartName="/ppt/slides/slide1002.xml" ContentType="application/vnd.openxmlformats-officedocument.presentationml.slide+xml"/>
  <Override PartName="/ppt/slides/slide243.xml" ContentType="application/vnd.openxmlformats-officedocument.presentationml.slide+xml"/>
  <Override PartName="/ppt/slides/slide990.xml" ContentType="application/vnd.openxmlformats-officedocument.presentationml.slide+xml"/>
  <Override PartName="/ppt/slides/slide1731.xml" ContentType="application/vnd.openxmlformats-officedocument.presentationml.slide+xml"/>
  <Override PartName="/ppt/slides/slide838.xml" ContentType="application/vnd.openxmlformats-officedocument.presentationml.slide+xml"/>
  <Override PartName="/ppt/slides/slide1750.xml" ContentType="application/vnd.openxmlformats-officedocument.presentationml.slide+xml"/>
  <Override PartName="/ppt/slides/slide258.xml" ContentType="application/vnd.openxmlformats-officedocument.presentationml.slide+xml"/>
  <Override PartName="/ppt/slides/slide129.xml" ContentType="application/vnd.openxmlformats-officedocument.presentationml.slide+xml"/>
  <Override PartName="/ppt/slides/slide663.xml" ContentType="application/vnd.openxmlformats-officedocument.presentationml.slide+xml"/>
  <Override PartName="/ppt/slides/slide1794.xml" ContentType="application/vnd.openxmlformats-officedocument.presentationml.slide+xml"/>
  <Override PartName="/ppt/slides/slide1141.xml" ContentType="application/vnd.openxmlformats-officedocument.presentationml.slide+xml"/>
  <Override PartName="/ppt/slides/slide1738.xml" ContentType="application/vnd.openxmlformats-officedocument.presentationml.slide+xml"/>
  <Override PartName="/ppt/slides/slide1520.xml" ContentType="application/vnd.openxmlformats-officedocument.presentationml.slide+xml"/>
  <Override PartName="/ppt/slides/slide1875.xml" ContentType="application/vnd.openxmlformats-officedocument.presentationml.slide+xml"/>
  <Override PartName="/ppt/slides/slide53.xml" ContentType="application/vnd.openxmlformats-officedocument.presentationml.slide+xml"/>
  <Override PartName="/ppt/slides/slide1847.xml" ContentType="application/vnd.openxmlformats-officedocument.presentationml.slide+xml"/>
  <Override PartName="/ppt/slides/slide47.xml" ContentType="application/vnd.openxmlformats-officedocument.presentationml.slide+xml"/>
  <Override PartName="/ppt/slides/slide1904.xml" ContentType="application/vnd.openxmlformats-officedocument.presentationml.slide+xml"/>
  <Override PartName="/ppt/slides/slide1851.xml" ContentType="application/vnd.openxmlformats-officedocument.presentationml.slide+xml"/>
  <Override PartName="/ppt/slides/slide296.xml" ContentType="application/vnd.openxmlformats-officedocument.presentationml.slide+xml"/>
  <Override PartName="/ppt/slides/slide1298.xml" ContentType="application/vnd.openxmlformats-officedocument.presentationml.slide+xml"/>
  <Override PartName="/ppt/slides/slide485.xml" ContentType="application/vnd.openxmlformats-officedocument.presentationml.slide+xml"/>
  <Override PartName="/ppt/slides/slide1857.xml" ContentType="application/vnd.openxmlformats-officedocument.presentationml.slide+xml"/>
  <Override PartName="/ppt/slides/slide930.xml" ContentType="application/vnd.openxmlformats-officedocument.presentationml.slide+xml"/>
  <Override PartName="/ppt/slides/slide21.xml" ContentType="application/vnd.openxmlformats-officedocument.presentationml.slide+xml"/>
  <Override PartName="/ppt/slides/slide1476.xml" ContentType="application/vnd.openxmlformats-officedocument.presentationml.slide+xml"/>
  <Override PartName="/ppt/slides/slide887.xml" ContentType="application/vnd.openxmlformats-officedocument.presentationml.slide+xml"/>
  <Override PartName="/ppt/slides/slide186.xml" ContentType="application/vnd.openxmlformats-officedocument.presentationml.slide+xml"/>
  <Override PartName="/ppt/slides/slide1861.xml" ContentType="application/vnd.openxmlformats-officedocument.presentationml.slide+xml"/>
  <Override PartName="/ppt/slides/slide1863.xml" ContentType="application/vnd.openxmlformats-officedocument.presentationml.slide+xml"/>
  <Override PartName="/ppt/slides/slide853.xml" ContentType="application/vnd.openxmlformats-officedocument.presentationml.slide+xml"/>
  <Override PartName="/ppt/slides/slide1944.xml" ContentType="application/vnd.openxmlformats-officedocument.presentationml.slide+xml"/>
  <Override PartName="/ppt/slides/slide1924.xml" ContentType="application/vnd.openxmlformats-officedocument.presentationml.slide+xml"/>
  <Override PartName="/ppt/slides/slide776.xml" ContentType="application/vnd.openxmlformats-officedocument.presentationml.slide+xml"/>
  <Override PartName="/ppt/slides/slide1213.xml" ContentType="application/vnd.openxmlformats-officedocument.presentationml.slide+xml"/>
  <Override PartName="/ppt/slides/slide1933.xml" ContentType="application/vnd.openxmlformats-officedocument.presentationml.slide+xml"/>
  <Override PartName="/ppt/slides/slide941.xml" ContentType="application/vnd.openxmlformats-officedocument.presentationml.slide+xml"/>
  <Override PartName="/ppt/slides/slide1865.xml" ContentType="application/vnd.openxmlformats-officedocument.presentationml.slide+xml"/>
  <Override PartName="/ppt/slides/slide1288.xml" ContentType="application/vnd.openxmlformats-officedocument.presentationml.slide+xml"/>
  <Override PartName="/ppt/slides/slide794.xml" ContentType="application/vnd.openxmlformats-officedocument.presentationml.slide+xml"/>
  <Override PartName="/ppt/slides/slide1735.xml" ContentType="application/vnd.openxmlformats-officedocument.presentationml.slide+xml"/>
  <Override PartName="/ppt/slides/slide1920.xml" ContentType="application/vnd.openxmlformats-officedocument.presentationml.slide+xml"/>
  <Override PartName="/ppt/slides/slide27.xml" ContentType="application/vnd.openxmlformats-officedocument.presentationml.slide+xml"/>
  <Override PartName="/ppt/slides/slide478.xml" ContentType="application/vnd.openxmlformats-officedocument.presentationml.slide+xml"/>
  <Override PartName="/ppt/slides/slide1869.xml" ContentType="application/vnd.openxmlformats-officedocument.presentationml.slide+xml"/>
  <Override PartName="/ppt/slides/slide346.xml" ContentType="application/vnd.openxmlformats-officedocument.presentationml.slide+xml"/>
  <Override PartName="/ppt/slides/slide604.xml" ContentType="application/vnd.openxmlformats-officedocument.presentationml.slide+xml"/>
  <Override PartName="/ppt/slides/slide1771.xml" ContentType="application/vnd.openxmlformats-officedocument.presentationml.slide+xml"/>
  <Override PartName="/ppt/slides/slide191.xml" ContentType="application/vnd.openxmlformats-officedocument.presentationml.slide+xml"/>
  <Override PartName="/ppt/slides/slide1509.xml" ContentType="application/vnd.openxmlformats-officedocument.presentationml.slide+xml"/>
  <Override PartName="/ppt/slides/slide1872.xml" ContentType="application/vnd.openxmlformats-officedocument.presentationml.slide+xml"/>
  <Override PartName="/ppt/slides/slide909.xml" ContentType="application/vnd.openxmlformats-officedocument.presentationml.slide+xml"/>
  <Override PartName="/ppt/slides/slide1412.xml" ContentType="application/vnd.openxmlformats-officedocument.presentationml.slide+xml"/>
  <Override PartName="/ppt/slides/slide1956.xml" ContentType="application/vnd.openxmlformats-officedocument.presentationml.slide+xml"/>
  <Override PartName="/ppt/slides/slide496.xml" ContentType="application/vnd.openxmlformats-officedocument.presentationml.slide+xml"/>
  <Override PartName="/ppt/slides/slide810.xml" ContentType="application/vnd.openxmlformats-officedocument.presentationml.slide+xml"/>
  <Override PartName="/ppt/slides/slide1879.xml" ContentType="application/vnd.openxmlformats-officedocument.presentationml.slide+xml"/>
  <Override PartName="/ppt/slides/slide1195.xml" ContentType="application/vnd.openxmlformats-officedocument.presentationml.slide+xml"/>
  <Override PartName="/ppt/slides/slide5.xml" ContentType="application/vnd.openxmlformats-officedocument.presentationml.slide+xml"/>
  <Override PartName="/ppt/slides/slide105.xml" ContentType="application/vnd.openxmlformats-officedocument.presentationml.slide+xml"/>
  <Override PartName="/ppt/slides/slide446.xml" ContentType="application/vnd.openxmlformats-officedocument.presentationml.slide+xml"/>
  <Override PartName="/ppt/slides/slide1980.xml" ContentType="application/vnd.openxmlformats-officedocument.presentationml.slide+xml"/>
  <Override PartName="/ppt/slides/slide1888.xml" ContentType="application/vnd.openxmlformats-officedocument.presentationml.slide+xml"/>
  <Override PartName="/ppt/slides/slide1445.xml" ContentType="application/vnd.openxmlformats-officedocument.presentationml.slide+xml"/>
  <Override PartName="/ppt/slides/slide466.xml" ContentType="application/vnd.openxmlformats-officedocument.presentationml.slide+xml"/>
  <Override PartName="/ppt/slides/slide1887.xml" ContentType="application/vnd.openxmlformats-officedocument.presentationml.slide+xml"/>
  <Override PartName="/ppt/slides/slide1479.xml" ContentType="application/vnd.openxmlformats-officedocument.presentationml.slide+xml"/>
  <Override PartName="/ppt/slides/slide973.xml" ContentType="application/vnd.openxmlformats-officedocument.presentationml.slide+xml"/>
  <Override PartName="/ppt/slides/slide1427.xml" ContentType="application/vnd.openxmlformats-officedocument.presentationml.slide+xml"/>
  <Override PartName="/ppt/slides/slide1791.xml" ContentType="application/vnd.openxmlformats-officedocument.presentationml.slide+xml"/>
  <Override PartName="/ppt/slides/slide1850.xml" ContentType="application/vnd.openxmlformats-officedocument.presentationml.slide+xml"/>
  <Override PartName="/ppt/slides/slide1755.xml" ContentType="application/vnd.openxmlformats-officedocument.presentationml.slide+xml"/>
  <Override PartName="/ppt/slides/slide1487.xml" ContentType="application/vnd.openxmlformats-officedocument.presentationml.slide+xml"/>
  <Override PartName="/ppt/slides/slide843.xml" ContentType="application/vnd.openxmlformats-officedocument.presentationml.slide+xml"/>
  <Override PartName="/ppt/slides/slide743.xml" ContentType="application/vnd.openxmlformats-officedocument.presentationml.slide+xml"/>
  <Override PartName="/ppt/slides/slide906.xml" ContentType="application/vnd.openxmlformats-officedocument.presentationml.slide+xml"/>
  <Override PartName="/ppt/slides/slide375.xml" ContentType="application/vnd.openxmlformats-officedocument.presentationml.slide+xml"/>
  <Override PartName="/ppt/slides/slide1970.xml" ContentType="application/vnd.openxmlformats-officedocument.presentationml.slide+xml"/>
  <Override PartName="/ppt/slides/slide1813.xml" ContentType="application/vnd.openxmlformats-officedocument.presentationml.slide+xml"/>
  <Override PartName="/ppt/slides/slide1938.xml" ContentType="application/vnd.openxmlformats-officedocument.presentationml.slide+xml"/>
  <Override PartName="/ppt/slides/slide1188.xml" ContentType="application/vnd.openxmlformats-officedocument.presentationml.slide+xml"/>
  <Override PartName="/ppt/slides/slide1397.xml" ContentType="application/vnd.openxmlformats-officedocument.presentationml.slide+xml"/>
  <Override PartName="/ppt/slides/slide551.xml" ContentType="application/vnd.openxmlformats-officedocument.presentationml.slide+xml"/>
  <Override PartName="/ppt/slides/slide1326.xml" ContentType="application/vnd.openxmlformats-officedocument.presentationml.slide+xml"/>
  <Override PartName="/ppt/slides/slide125.xml" ContentType="application/vnd.openxmlformats-officedocument.presentationml.slide+xml"/>
  <Override PartName="/ppt/slides/slide890.xml" ContentType="application/vnd.openxmlformats-officedocument.presentationml.slide+xml"/>
  <Override PartName="/ppt/slides/slide881.xml" ContentType="application/vnd.openxmlformats-officedocument.presentationml.slide+xml"/>
  <Override PartName="/ppt/slides/slide1957.xml" ContentType="application/vnd.openxmlformats-officedocument.presentationml.slide+xml"/>
  <Override PartName="/ppt/slides/slide9.xml" ContentType="application/vnd.openxmlformats-officedocument.presentationml.slide+xml"/>
  <Override PartName="/ppt/slides/slide1761.xml" ContentType="application/vnd.openxmlformats-officedocument.presentationml.slide+xml"/>
  <Override PartName="/ppt/slides/slide1905.xml" ContentType="application/vnd.openxmlformats-officedocument.presentationml.slide+xml"/>
  <Override PartName="/ppt/slides/slide1403.xml" ContentType="application/vnd.openxmlformats-officedocument.presentationml.slide+xml"/>
  <Override PartName="/ppt/slides/slide1963.xml" ContentType="application/vnd.openxmlformats-officedocument.presentationml.slide+xml"/>
  <Override PartName="/ppt/slides/slide1902.xml" ContentType="application/vnd.openxmlformats-officedocument.presentationml.slide+xml"/>
  <Override PartName="/ppt/slides/slide77.xml" ContentType="application/vnd.openxmlformats-officedocument.presentationml.slide+xml"/>
  <Override PartName="/ppt/slides/slide1903.xml" ContentType="application/vnd.openxmlformats-officedocument.presentationml.slide+xml"/>
  <Override PartName="/ppt/slides/slide39.xml" ContentType="application/vnd.openxmlformats-officedocument.presentationml.slide+xml"/>
  <Override PartName="/ppt/slides/slide1698.xml" ContentType="application/vnd.openxmlformats-officedocument.presentationml.slide+xml"/>
  <Override PartName="/ppt/slides/slide1934.xml" ContentType="application/vnd.openxmlformats-officedocument.presentationml.slide+xml"/>
  <Override PartName="/ppt/slides/slide1597.xml" ContentType="application/vnd.openxmlformats-officedocument.presentationml.slide+xml"/>
  <Override PartName="/ppt/slides/slide181.xml" ContentType="application/vnd.openxmlformats-officedocument.presentationml.slide+xml"/>
  <Override PartName="/ppt/slides/slide1915.xml" ContentType="application/vnd.openxmlformats-officedocument.presentationml.slide+xml"/>
  <Override PartName="/ppt/slides/slide1803.xml" ContentType="application/vnd.openxmlformats-officedocument.presentationml.slide+xml"/>
  <Override PartName="/ppt/slides/slide84.xml" ContentType="application/vnd.openxmlformats-officedocument.presentationml.slide+xml"/>
  <Override PartName="/ppt/slides/slide1870.xml" ContentType="application/vnd.openxmlformats-officedocument.presentationml.slide+xml"/>
  <Override PartName="/ppt/slides/slide1100.xml" ContentType="application/vnd.openxmlformats-officedocument.presentationml.slide+xml"/>
  <Override PartName="/ppt/slides/slide1877.xml" ContentType="application/vnd.openxmlformats-officedocument.presentationml.slide+xml"/>
  <Override PartName="/ppt/slides/slide1084.xml" ContentType="application/vnd.openxmlformats-officedocument.presentationml.slide+xml"/>
  <Override PartName="/ppt/slides/slide1579.xml" ContentType="application/vnd.openxmlformats-officedocument.presentationml.slide+xml"/>
  <Override PartName="/ppt/slides/slide1639.xml" ContentType="application/vnd.openxmlformats-officedocument.presentationml.slide+xml"/>
  <Override PartName="/ppt/slides/slide1832.xml" ContentType="application/vnd.openxmlformats-officedocument.presentationml.slide+xml"/>
  <Override PartName="/ppt/slides/slide673.xml" ContentType="application/vnd.openxmlformats-officedocument.presentationml.slide+xml"/>
  <Override PartName="/ppt/slides/slide1660.xml" ContentType="application/vnd.openxmlformats-officedocument.presentationml.slide+xml"/>
  <Override PartName="/ppt/slides/slide793.xml" ContentType="application/vnd.openxmlformats-officedocument.presentationml.slide+xml"/>
  <Override PartName="/ppt/slides/slide1768.xml" ContentType="application/vnd.openxmlformats-officedocument.presentationml.slide+xml"/>
  <Override PartName="/ppt/slides/slide223.xml" ContentType="application/vnd.openxmlformats-officedocument.presentationml.slide+xml"/>
  <Override PartName="/ppt/slides/slide802.xml" ContentType="application/vnd.openxmlformats-officedocument.presentationml.slide+xml"/>
  <Override PartName="/ppt/slides/slide1447.xml" ContentType="application/vnd.openxmlformats-officedocument.presentationml.slide+xml"/>
  <Override PartName="/ppt/slides/slide1892.xml" ContentType="application/vnd.openxmlformats-officedocument.presentationml.slide+xml"/>
  <Override PartName="/ppt/slides/slide745.xml" ContentType="application/vnd.openxmlformats-officedocument.presentationml.slide+xml"/>
  <Override PartName="/ppt/slides/slide1926.xml" ContentType="application/vnd.openxmlformats-officedocument.presentationml.slide+xml"/>
  <Override PartName="/ppt/slides/slide1218.xml" ContentType="application/vnd.openxmlformats-officedocument.presentationml.slide+xml"/>
  <Override PartName="/ppt/slides/slide600.xml" ContentType="application/vnd.openxmlformats-officedocument.presentationml.slide+xml"/>
  <Override PartName="/ppt/slides/slide1936.xml" ContentType="application/vnd.openxmlformats-officedocument.presentationml.slide+xml"/>
  <Override PartName="/ppt/slides/slide833.xml" ContentType="application/vnd.openxmlformats-officedocument.presentationml.slide+xml"/>
  <Override PartName="/ppt/slides/slide1410.xml" ContentType="application/vnd.openxmlformats-officedocument.presentationml.slide+xml"/>
  <Override PartName="/ppt/slides/slide1533.xml" ContentType="application/vnd.openxmlformats-officedocument.presentationml.slide+xml"/>
  <Override PartName="/ppt/slides/slide399.xml" ContentType="application/vnd.openxmlformats-officedocument.presentationml.slide+xml"/>
  <Override PartName="/ppt/slides/slide1930.xml" ContentType="application/vnd.openxmlformats-officedocument.presentationml.slide+xml"/>
  <Override PartName="/ppt/slides/slide1964.xml" ContentType="application/vnd.openxmlformats-officedocument.presentationml.slide+xml"/>
  <Override PartName="/ppt/slides/slide956.xml" ContentType="application/vnd.openxmlformats-officedocument.presentationml.slide+xml"/>
  <Override PartName="/ppt/slides/slide427.xml" ContentType="application/vnd.openxmlformats-officedocument.presentationml.slide+xml"/>
  <Override PartName="/ppt/slides/slide1301.xml" ContentType="application/vnd.openxmlformats-officedocument.presentationml.slide+xml"/>
  <Override PartName="/ppt/slides/slide884.xml" ContentType="application/vnd.openxmlformats-officedocument.presentationml.slide+xml"/>
  <Override PartName="/ppt/slides/slide1937.xml" ContentType="application/vnd.openxmlformats-officedocument.presentationml.slide+xml"/>
  <Override PartName="/ppt/slides/slide374.xml" ContentType="application/vnd.openxmlformats-officedocument.presentationml.slide+xml"/>
  <Override PartName="/ppt/slides/slide1943.xml" ContentType="application/vnd.openxmlformats-officedocument.presentationml.slide+xml"/>
  <Override PartName="/ppt/slides/slide1908.xml" ContentType="application/vnd.openxmlformats-officedocument.presentationml.slide+xml"/>
  <Override PartName="/ppt/slides/slide955.xml" ContentType="application/vnd.openxmlformats-officedocument.presentationml.slide+xml"/>
  <Override PartName="/ppt/slides/slide1484.xml" ContentType="application/vnd.openxmlformats-officedocument.presentationml.slide+xml"/>
  <Override PartName="/ppt/slides/slide1423.xml" ContentType="application/vnd.openxmlformats-officedocument.presentationml.slide+xml"/>
  <Override PartName="/ppt/slides/slide685.xml" ContentType="application/vnd.openxmlformats-officedocument.presentationml.slide+xml"/>
  <Override PartName="/ppt/slides/slide1790.xml" ContentType="application/vnd.openxmlformats-officedocument.presentationml.slide+xml"/>
  <Override PartName="/ppt/slides/slide1632.xml" ContentType="application/vnd.openxmlformats-officedocument.presentationml.slide+xml"/>
  <Override PartName="/ppt/slides/slide300.xml" ContentType="application/vnd.openxmlformats-officedocument.presentationml.slide+xml"/>
  <Override PartName="/ppt/slides/slide1971.xml" ContentType="application/vnd.openxmlformats-officedocument.presentationml.slide+xml"/>
  <Override PartName="/ppt/slides/slide723.xml" ContentType="application/vnd.openxmlformats-officedocument.presentationml.slide+xml"/>
  <Override PartName="/ppt/slides/slide409.xml" ContentType="application/vnd.openxmlformats-officedocument.presentationml.slide+xml"/>
  <Override PartName="/ppt/slides/slide431.xml" ContentType="application/vnd.openxmlformats-officedocument.presentationml.slide+xml"/>
  <Override PartName="/ppt/slides/slide139.xml" ContentType="application/vnd.openxmlformats-officedocument.presentationml.slide+xml"/>
  <Override PartName="/ppt/slides/slide1254.xml" ContentType="application/vnd.openxmlformats-officedocument.presentationml.slide+xml"/>
  <Override PartName="/ppt/slides/slide1929.xml" ContentType="application/vnd.openxmlformats-officedocument.presentationml.slide+xml"/>
  <Override PartName="/ppt/slides/slide278.xml" ContentType="application/vnd.openxmlformats-officedocument.presentationml.slide+xml"/>
  <Override PartName="/ppt/slides/slide1947.xml" ContentType="application/vnd.openxmlformats-officedocument.presentationml.slide+xml"/>
  <Override PartName="/ppt/slides/slide1952.xml" ContentType="application/vnd.openxmlformats-officedocument.presentationml.slide+xml"/>
  <Override PartName="/ppt/slides/slide728.xml" ContentType="application/vnd.openxmlformats-officedocument.presentationml.slide+xml"/>
  <Override PartName="/ppt/slides/slide752.xml" ContentType="application/vnd.openxmlformats-officedocument.presentationml.slide+xml"/>
  <Override PartName="/ppt/slides/slide1443.xml" ContentType="application/vnd.openxmlformats-officedocument.presentationml.slide+xml"/>
  <Override PartName="/ppt/slides/slide1111.xml" ContentType="application/vnd.openxmlformats-officedocument.presentationml.slide+xml"/>
  <Override PartName="/ppt/slides/slide1184.xml" ContentType="application/vnd.openxmlformats-officedocument.presentationml.slide+xml"/>
  <Override PartName="/ppt/slides/slide692.xml" ContentType="application/vnd.openxmlformats-officedocument.presentationml.slide+xml"/>
  <Override PartName="/ppt/slides/slide1965.xml" ContentType="application/vnd.openxmlformats-officedocument.presentationml.slide+xml"/>
  <Override PartName="/ppt/slides/slide1959.xml" ContentType="application/vnd.openxmlformats-officedocument.presentationml.slide+xml"/>
  <Override PartName="/ppt/slides/slide364.xml" ContentType="application/vnd.openxmlformats-officedocument.presentationml.slide+xml"/>
  <Override PartName="/ppt/slides/slide1458.xml" ContentType="application/vnd.openxmlformats-officedocument.presentationml.slide+xml"/>
  <Override PartName="/ppt/slides/slide1939.xml" ContentType="application/vnd.openxmlformats-officedocument.presentationml.slide+xml"/>
  <Override PartName="/ppt/slides/slide492.xml" ContentType="application/vnd.openxmlformats-officedocument.presentationml.slide+xml"/>
  <Override PartName="/ppt/slides/slide1345.xml" ContentType="application/vnd.openxmlformats-officedocument.presentationml.slide+xml"/>
  <Override PartName="/ppt/slides/slide860.xml" ContentType="application/vnd.openxmlformats-officedocument.presentationml.slide+xml"/>
  <Override PartName="/ppt/slides/slide481.xml" ContentType="application/vnd.openxmlformats-officedocument.presentationml.slide+xml"/>
  <Override PartName="/ppt/slides/slide1808.xml" ContentType="application/vnd.openxmlformats-officedocument.presentationml.slide+xml"/>
  <Override PartName="/ppt/slides/slide729.xml" ContentType="application/vnd.openxmlformats-officedocument.presentationml.slide+xml"/>
  <Override PartName="/ppt/slides/slide1948.xml" ContentType="application/vnd.openxmlformats-officedocument.presentationml.slide+xml"/>
  <Override PartName="/ppt/slides/slide1852.xml" ContentType="application/vnd.openxmlformats-officedocument.presentationml.slide+xml"/>
  <Override PartName="/ppt/slides/slide842.xml" ContentType="application/vnd.openxmlformats-officedocument.presentationml.slide+xml"/>
  <Override PartName="/ppt/slides/slide34.xml" ContentType="application/vnd.openxmlformats-officedocument.presentationml.slide+xml"/>
  <Override PartName="/ppt/slides/slide1940.xml" ContentType="application/vnd.openxmlformats-officedocument.presentationml.slide+xml"/>
  <Override PartName="/ppt/slides/slide1889.xml" ContentType="application/vnd.openxmlformats-officedocument.presentationml.slide+xml"/>
  <Override PartName="/ppt/slides/slide1072.xml" ContentType="application/vnd.openxmlformats-officedocument.presentationml.slide+xml"/>
  <Override PartName="/ppt/slides/slide972.xml" ContentType="application/vnd.openxmlformats-officedocument.presentationml.slide+xml"/>
  <Override PartName="/ppt/slides/slide1415.xml" ContentType="application/vnd.openxmlformats-officedocument.presentationml.slide+xml"/>
  <Override PartName="/ppt/slides/slide1404.xml" ContentType="application/vnd.openxmlformats-officedocument.presentationml.slide+xml"/>
  <Override PartName="/ppt/slides/slide442.xml" ContentType="application/vnd.openxmlformats-officedocument.presentationml.slide+xml"/>
  <Override PartName="/ppt/slides/slide1588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399" r:id="rId146"/>
    <p:sldId id="400" r:id="rId147"/>
    <p:sldId id="401" r:id="rId148"/>
    <p:sldId id="402" r:id="rId149"/>
    <p:sldId id="403" r:id="rId150"/>
    <p:sldId id="404" r:id="rId151"/>
    <p:sldId id="405" r:id="rId152"/>
    <p:sldId id="406" r:id="rId153"/>
    <p:sldId id="407" r:id="rId154"/>
    <p:sldId id="408" r:id="rId155"/>
    <p:sldId id="409" r:id="rId156"/>
    <p:sldId id="410" r:id="rId157"/>
    <p:sldId id="411" r:id="rId158"/>
    <p:sldId id="412" r:id="rId159"/>
    <p:sldId id="413" r:id="rId160"/>
    <p:sldId id="414" r:id="rId161"/>
    <p:sldId id="415" r:id="rId162"/>
    <p:sldId id="416" r:id="rId163"/>
    <p:sldId id="417" r:id="rId164"/>
    <p:sldId id="418" r:id="rId165"/>
    <p:sldId id="419" r:id="rId166"/>
    <p:sldId id="420" r:id="rId167"/>
    <p:sldId id="421" r:id="rId168"/>
    <p:sldId id="422" r:id="rId169"/>
    <p:sldId id="423" r:id="rId170"/>
    <p:sldId id="424" r:id="rId171"/>
    <p:sldId id="425" r:id="rId172"/>
    <p:sldId id="426" r:id="rId173"/>
    <p:sldId id="427" r:id="rId174"/>
    <p:sldId id="428" r:id="rId175"/>
    <p:sldId id="429" r:id="rId176"/>
    <p:sldId id="430" r:id="rId177"/>
    <p:sldId id="431" r:id="rId178"/>
    <p:sldId id="432" r:id="rId179"/>
    <p:sldId id="433" r:id="rId180"/>
    <p:sldId id="434" r:id="rId181"/>
    <p:sldId id="435" r:id="rId182"/>
    <p:sldId id="436" r:id="rId183"/>
    <p:sldId id="437" r:id="rId184"/>
    <p:sldId id="438" r:id="rId185"/>
    <p:sldId id="439" r:id="rId186"/>
    <p:sldId id="440" r:id="rId187"/>
    <p:sldId id="441" r:id="rId188"/>
    <p:sldId id="442" r:id="rId189"/>
    <p:sldId id="443" r:id="rId190"/>
    <p:sldId id="444" r:id="rId191"/>
    <p:sldId id="445" r:id="rId192"/>
    <p:sldId id="446" r:id="rId193"/>
    <p:sldId id="447" r:id="rId194"/>
    <p:sldId id="448" r:id="rId195"/>
    <p:sldId id="449" r:id="rId196"/>
    <p:sldId id="450" r:id="rId197"/>
    <p:sldId id="451" r:id="rId198"/>
    <p:sldId id="452" r:id="rId199"/>
    <p:sldId id="453" r:id="rId200"/>
    <p:sldId id="454" r:id="rId201"/>
    <p:sldId id="455" r:id="rId202"/>
    <p:sldId id="456" r:id="rId203"/>
    <p:sldId id="457" r:id="rId204"/>
    <p:sldId id="458" r:id="rId205"/>
    <p:sldId id="459" r:id="rId206"/>
    <p:sldId id="460" r:id="rId207"/>
    <p:sldId id="461" r:id="rId208"/>
    <p:sldId id="462" r:id="rId209"/>
    <p:sldId id="463" r:id="rId210"/>
    <p:sldId id="464" r:id="rId211"/>
    <p:sldId id="465" r:id="rId212"/>
    <p:sldId id="466" r:id="rId213"/>
    <p:sldId id="467" r:id="rId214"/>
    <p:sldId id="468" r:id="rId215"/>
    <p:sldId id="469" r:id="rId216"/>
    <p:sldId id="470" r:id="rId217"/>
    <p:sldId id="471" r:id="rId218"/>
    <p:sldId id="472" r:id="rId219"/>
    <p:sldId id="473" r:id="rId220"/>
    <p:sldId id="474" r:id="rId221"/>
    <p:sldId id="475" r:id="rId222"/>
    <p:sldId id="476" r:id="rId223"/>
    <p:sldId id="477" r:id="rId224"/>
    <p:sldId id="478" r:id="rId225"/>
    <p:sldId id="479" r:id="rId226"/>
    <p:sldId id="480" r:id="rId227"/>
    <p:sldId id="481" r:id="rId228"/>
    <p:sldId id="482" r:id="rId229"/>
    <p:sldId id="483" r:id="rId230"/>
    <p:sldId id="484" r:id="rId231"/>
    <p:sldId id="485" r:id="rId232"/>
    <p:sldId id="486" r:id="rId233"/>
    <p:sldId id="487" r:id="rId234"/>
    <p:sldId id="488" r:id="rId235"/>
    <p:sldId id="489" r:id="rId236"/>
    <p:sldId id="490" r:id="rId237"/>
    <p:sldId id="491" r:id="rId238"/>
    <p:sldId id="492" r:id="rId239"/>
    <p:sldId id="493" r:id="rId240"/>
    <p:sldId id="494" r:id="rId241"/>
    <p:sldId id="495" r:id="rId242"/>
    <p:sldId id="496" r:id="rId243"/>
    <p:sldId id="497" r:id="rId244"/>
    <p:sldId id="498" r:id="rId245"/>
    <p:sldId id="499" r:id="rId246"/>
    <p:sldId id="500" r:id="rId247"/>
    <p:sldId id="501" r:id="rId248"/>
    <p:sldId id="502" r:id="rId249"/>
    <p:sldId id="503" r:id="rId250"/>
    <p:sldId id="504" r:id="rId251"/>
    <p:sldId id="505" r:id="rId252"/>
    <p:sldId id="506" r:id="rId253"/>
    <p:sldId id="507" r:id="rId254"/>
    <p:sldId id="508" r:id="rId255"/>
    <p:sldId id="509" r:id="rId256"/>
    <p:sldId id="510" r:id="rId257"/>
    <p:sldId id="511" r:id="rId258"/>
    <p:sldId id="512" r:id="rId259"/>
    <p:sldId id="513" r:id="rId260"/>
    <p:sldId id="514" r:id="rId261"/>
    <p:sldId id="515" r:id="rId262"/>
    <p:sldId id="516" r:id="rId263"/>
    <p:sldId id="517" r:id="rId264"/>
    <p:sldId id="518" r:id="rId265"/>
    <p:sldId id="519" r:id="rId266"/>
    <p:sldId id="520" r:id="rId267"/>
    <p:sldId id="521" r:id="rId268"/>
    <p:sldId id="522" r:id="rId269"/>
    <p:sldId id="523" r:id="rId270"/>
    <p:sldId id="524" r:id="rId271"/>
    <p:sldId id="525" r:id="rId272"/>
    <p:sldId id="526" r:id="rId273"/>
    <p:sldId id="527" r:id="rId274"/>
    <p:sldId id="528" r:id="rId275"/>
    <p:sldId id="529" r:id="rId276"/>
    <p:sldId id="530" r:id="rId277"/>
    <p:sldId id="531" r:id="rId278"/>
    <p:sldId id="532" r:id="rId279"/>
    <p:sldId id="533" r:id="rId280"/>
    <p:sldId id="534" r:id="rId281"/>
    <p:sldId id="535" r:id="rId282"/>
    <p:sldId id="536" r:id="rId283"/>
    <p:sldId id="537" r:id="rId284"/>
    <p:sldId id="538" r:id="rId285"/>
    <p:sldId id="539" r:id="rId286"/>
    <p:sldId id="540" r:id="rId287"/>
    <p:sldId id="541" r:id="rId288"/>
    <p:sldId id="542" r:id="rId289"/>
    <p:sldId id="543" r:id="rId290"/>
    <p:sldId id="544" r:id="rId291"/>
    <p:sldId id="545" r:id="rId292"/>
    <p:sldId id="546" r:id="rId293"/>
    <p:sldId id="547" r:id="rId294"/>
    <p:sldId id="548" r:id="rId295"/>
    <p:sldId id="549" r:id="rId296"/>
    <p:sldId id="550" r:id="rId297"/>
    <p:sldId id="551" r:id="rId298"/>
    <p:sldId id="552" r:id="rId299"/>
    <p:sldId id="553" r:id="rId300"/>
    <p:sldId id="554" r:id="rId301"/>
    <p:sldId id="555" r:id="rId302"/>
    <p:sldId id="556" r:id="rId303"/>
    <p:sldId id="557" r:id="rId304"/>
    <p:sldId id="558" r:id="rId305"/>
    <p:sldId id="559" r:id="rId306"/>
    <p:sldId id="560" r:id="rId307"/>
    <p:sldId id="561" r:id="rId308"/>
    <p:sldId id="562" r:id="rId309"/>
    <p:sldId id="563" r:id="rId310"/>
    <p:sldId id="564" r:id="rId311"/>
    <p:sldId id="565" r:id="rId312"/>
    <p:sldId id="566" r:id="rId313"/>
    <p:sldId id="567" r:id="rId314"/>
    <p:sldId id="568" r:id="rId315"/>
    <p:sldId id="569" r:id="rId316"/>
    <p:sldId id="570" r:id="rId317"/>
    <p:sldId id="571" r:id="rId318"/>
    <p:sldId id="572" r:id="rId319"/>
    <p:sldId id="573" r:id="rId320"/>
    <p:sldId id="574" r:id="rId321"/>
    <p:sldId id="575" r:id="rId322"/>
    <p:sldId id="576" r:id="rId323"/>
    <p:sldId id="577" r:id="rId324"/>
    <p:sldId id="578" r:id="rId325"/>
    <p:sldId id="579" r:id="rId326"/>
    <p:sldId id="580" r:id="rId327"/>
    <p:sldId id="581" r:id="rId328"/>
    <p:sldId id="582" r:id="rId329"/>
    <p:sldId id="583" r:id="rId330"/>
    <p:sldId id="584" r:id="rId331"/>
    <p:sldId id="585" r:id="rId332"/>
    <p:sldId id="586" r:id="rId333"/>
    <p:sldId id="587" r:id="rId334"/>
    <p:sldId id="588" r:id="rId335"/>
    <p:sldId id="589" r:id="rId336"/>
    <p:sldId id="590" r:id="rId337"/>
    <p:sldId id="591" r:id="rId338"/>
    <p:sldId id="592" r:id="rId339"/>
    <p:sldId id="593" r:id="rId340"/>
    <p:sldId id="594" r:id="rId341"/>
    <p:sldId id="595" r:id="rId342"/>
    <p:sldId id="596" r:id="rId343"/>
    <p:sldId id="597" r:id="rId344"/>
    <p:sldId id="598" r:id="rId345"/>
    <p:sldId id="599" r:id="rId346"/>
    <p:sldId id="600" r:id="rId347"/>
    <p:sldId id="601" r:id="rId348"/>
    <p:sldId id="602" r:id="rId349"/>
    <p:sldId id="603" r:id="rId350"/>
    <p:sldId id="604" r:id="rId351"/>
    <p:sldId id="605" r:id="rId352"/>
    <p:sldId id="606" r:id="rId353"/>
    <p:sldId id="607" r:id="rId354"/>
    <p:sldId id="608" r:id="rId355"/>
    <p:sldId id="609" r:id="rId356"/>
    <p:sldId id="610" r:id="rId357"/>
    <p:sldId id="611" r:id="rId358"/>
    <p:sldId id="612" r:id="rId359"/>
    <p:sldId id="613" r:id="rId360"/>
    <p:sldId id="614" r:id="rId361"/>
    <p:sldId id="615" r:id="rId362"/>
    <p:sldId id="616" r:id="rId363"/>
    <p:sldId id="617" r:id="rId364"/>
    <p:sldId id="618" r:id="rId365"/>
    <p:sldId id="619" r:id="rId366"/>
    <p:sldId id="620" r:id="rId367"/>
    <p:sldId id="621" r:id="rId368"/>
    <p:sldId id="622" r:id="rId369"/>
    <p:sldId id="623" r:id="rId370"/>
    <p:sldId id="624" r:id="rId371"/>
    <p:sldId id="625" r:id="rId372"/>
    <p:sldId id="626" r:id="rId373"/>
    <p:sldId id="627" r:id="rId374"/>
    <p:sldId id="628" r:id="rId375"/>
    <p:sldId id="629" r:id="rId376"/>
    <p:sldId id="630" r:id="rId377"/>
    <p:sldId id="631" r:id="rId378"/>
    <p:sldId id="632" r:id="rId379"/>
    <p:sldId id="633" r:id="rId380"/>
    <p:sldId id="634" r:id="rId381"/>
    <p:sldId id="635" r:id="rId382"/>
    <p:sldId id="636" r:id="rId383"/>
    <p:sldId id="637" r:id="rId384"/>
    <p:sldId id="638" r:id="rId385"/>
    <p:sldId id="639" r:id="rId386"/>
    <p:sldId id="640" r:id="rId387"/>
    <p:sldId id="641" r:id="rId388"/>
    <p:sldId id="642" r:id="rId389"/>
    <p:sldId id="643" r:id="rId390"/>
    <p:sldId id="644" r:id="rId391"/>
    <p:sldId id="645" r:id="rId392"/>
    <p:sldId id="646" r:id="rId393"/>
    <p:sldId id="647" r:id="rId394"/>
    <p:sldId id="648" r:id="rId395"/>
    <p:sldId id="649" r:id="rId396"/>
    <p:sldId id="650" r:id="rId397"/>
    <p:sldId id="651" r:id="rId398"/>
    <p:sldId id="652" r:id="rId399"/>
    <p:sldId id="653" r:id="rId400"/>
    <p:sldId id="654" r:id="rId401"/>
    <p:sldId id="655" r:id="rId402"/>
    <p:sldId id="656" r:id="rId403"/>
    <p:sldId id="657" r:id="rId404"/>
    <p:sldId id="658" r:id="rId405"/>
    <p:sldId id="659" r:id="rId406"/>
    <p:sldId id="660" r:id="rId407"/>
    <p:sldId id="661" r:id="rId408"/>
    <p:sldId id="662" r:id="rId409"/>
    <p:sldId id="663" r:id="rId410"/>
    <p:sldId id="664" r:id="rId411"/>
    <p:sldId id="665" r:id="rId412"/>
    <p:sldId id="666" r:id="rId413"/>
    <p:sldId id="667" r:id="rId414"/>
    <p:sldId id="668" r:id="rId415"/>
    <p:sldId id="669" r:id="rId416"/>
    <p:sldId id="670" r:id="rId417"/>
    <p:sldId id="671" r:id="rId418"/>
    <p:sldId id="672" r:id="rId419"/>
    <p:sldId id="673" r:id="rId420"/>
    <p:sldId id="674" r:id="rId421"/>
    <p:sldId id="675" r:id="rId422"/>
    <p:sldId id="676" r:id="rId423"/>
    <p:sldId id="677" r:id="rId424"/>
    <p:sldId id="678" r:id="rId425"/>
    <p:sldId id="679" r:id="rId426"/>
    <p:sldId id="680" r:id="rId427"/>
    <p:sldId id="681" r:id="rId428"/>
    <p:sldId id="682" r:id="rId429"/>
    <p:sldId id="683" r:id="rId430"/>
    <p:sldId id="684" r:id="rId431"/>
    <p:sldId id="685" r:id="rId432"/>
    <p:sldId id="686" r:id="rId433"/>
    <p:sldId id="687" r:id="rId434"/>
    <p:sldId id="688" r:id="rId435"/>
    <p:sldId id="689" r:id="rId436"/>
    <p:sldId id="690" r:id="rId437"/>
    <p:sldId id="691" r:id="rId438"/>
    <p:sldId id="692" r:id="rId439"/>
    <p:sldId id="693" r:id="rId440"/>
    <p:sldId id="694" r:id="rId441"/>
    <p:sldId id="695" r:id="rId442"/>
    <p:sldId id="696" r:id="rId443"/>
    <p:sldId id="697" r:id="rId444"/>
    <p:sldId id="698" r:id="rId445"/>
    <p:sldId id="699" r:id="rId446"/>
    <p:sldId id="700" r:id="rId447"/>
    <p:sldId id="701" r:id="rId448"/>
    <p:sldId id="702" r:id="rId449"/>
    <p:sldId id="703" r:id="rId450"/>
    <p:sldId id="704" r:id="rId451"/>
    <p:sldId id="705" r:id="rId452"/>
    <p:sldId id="706" r:id="rId453"/>
    <p:sldId id="707" r:id="rId454"/>
    <p:sldId id="708" r:id="rId455"/>
    <p:sldId id="709" r:id="rId456"/>
    <p:sldId id="710" r:id="rId457"/>
    <p:sldId id="711" r:id="rId458"/>
    <p:sldId id="712" r:id="rId459"/>
    <p:sldId id="713" r:id="rId460"/>
    <p:sldId id="714" r:id="rId461"/>
    <p:sldId id="715" r:id="rId462"/>
    <p:sldId id="716" r:id="rId463"/>
    <p:sldId id="717" r:id="rId464"/>
    <p:sldId id="718" r:id="rId465"/>
    <p:sldId id="719" r:id="rId466"/>
    <p:sldId id="720" r:id="rId467"/>
    <p:sldId id="721" r:id="rId468"/>
    <p:sldId id="722" r:id="rId469"/>
    <p:sldId id="723" r:id="rId470"/>
    <p:sldId id="724" r:id="rId471"/>
    <p:sldId id="725" r:id="rId472"/>
    <p:sldId id="726" r:id="rId473"/>
    <p:sldId id="727" r:id="rId474"/>
    <p:sldId id="728" r:id="rId475"/>
    <p:sldId id="729" r:id="rId476"/>
    <p:sldId id="730" r:id="rId477"/>
    <p:sldId id="731" r:id="rId478"/>
    <p:sldId id="732" r:id="rId479"/>
    <p:sldId id="733" r:id="rId480"/>
    <p:sldId id="734" r:id="rId481"/>
    <p:sldId id="735" r:id="rId482"/>
    <p:sldId id="736" r:id="rId483"/>
    <p:sldId id="737" r:id="rId484"/>
    <p:sldId id="738" r:id="rId485"/>
    <p:sldId id="739" r:id="rId486"/>
    <p:sldId id="740" r:id="rId487"/>
    <p:sldId id="741" r:id="rId488"/>
    <p:sldId id="742" r:id="rId489"/>
    <p:sldId id="743" r:id="rId490"/>
    <p:sldId id="744" r:id="rId491"/>
    <p:sldId id="745" r:id="rId492"/>
    <p:sldId id="746" r:id="rId493"/>
    <p:sldId id="747" r:id="rId494"/>
    <p:sldId id="748" r:id="rId495"/>
    <p:sldId id="749" r:id="rId496"/>
    <p:sldId id="750" r:id="rId497"/>
    <p:sldId id="751" r:id="rId498"/>
    <p:sldId id="752" r:id="rId499"/>
    <p:sldId id="753" r:id="rId500"/>
    <p:sldId id="754" r:id="rId501"/>
    <p:sldId id="755" r:id="rId502"/>
    <p:sldId id="756" r:id="rId503"/>
    <p:sldId id="757" r:id="rId504"/>
    <p:sldId id="758" r:id="rId505"/>
    <p:sldId id="759" r:id="rId506"/>
    <p:sldId id="760" r:id="rId507"/>
    <p:sldId id="761" r:id="rId508"/>
    <p:sldId id="762" r:id="rId509"/>
    <p:sldId id="763" r:id="rId510"/>
    <p:sldId id="764" r:id="rId511"/>
    <p:sldId id="765" r:id="rId512"/>
    <p:sldId id="766" r:id="rId513"/>
    <p:sldId id="767" r:id="rId514"/>
    <p:sldId id="768" r:id="rId515"/>
    <p:sldId id="769" r:id="rId516"/>
    <p:sldId id="770" r:id="rId517"/>
    <p:sldId id="771" r:id="rId518"/>
    <p:sldId id="772" r:id="rId519"/>
    <p:sldId id="773" r:id="rId520"/>
    <p:sldId id="774" r:id="rId521"/>
    <p:sldId id="775" r:id="rId522"/>
    <p:sldId id="776" r:id="rId523"/>
    <p:sldId id="777" r:id="rId524"/>
    <p:sldId id="778" r:id="rId525"/>
    <p:sldId id="779" r:id="rId526"/>
    <p:sldId id="780" r:id="rId527"/>
    <p:sldId id="781" r:id="rId528"/>
    <p:sldId id="782" r:id="rId529"/>
    <p:sldId id="783" r:id="rId530"/>
    <p:sldId id="784" r:id="rId531"/>
    <p:sldId id="785" r:id="rId532"/>
    <p:sldId id="786" r:id="rId533"/>
    <p:sldId id="787" r:id="rId534"/>
    <p:sldId id="788" r:id="rId535"/>
    <p:sldId id="789" r:id="rId536"/>
    <p:sldId id="790" r:id="rId537"/>
    <p:sldId id="791" r:id="rId538"/>
    <p:sldId id="792" r:id="rId539"/>
    <p:sldId id="793" r:id="rId540"/>
    <p:sldId id="794" r:id="rId541"/>
    <p:sldId id="795" r:id="rId542"/>
    <p:sldId id="796" r:id="rId543"/>
    <p:sldId id="797" r:id="rId544"/>
    <p:sldId id="798" r:id="rId545"/>
    <p:sldId id="799" r:id="rId546"/>
    <p:sldId id="800" r:id="rId547"/>
    <p:sldId id="801" r:id="rId548"/>
    <p:sldId id="802" r:id="rId549"/>
    <p:sldId id="803" r:id="rId550"/>
    <p:sldId id="804" r:id="rId551"/>
    <p:sldId id="805" r:id="rId552"/>
    <p:sldId id="806" r:id="rId553"/>
    <p:sldId id="807" r:id="rId554"/>
    <p:sldId id="808" r:id="rId555"/>
    <p:sldId id="809" r:id="rId556"/>
    <p:sldId id="810" r:id="rId557"/>
    <p:sldId id="811" r:id="rId558"/>
    <p:sldId id="812" r:id="rId559"/>
    <p:sldId id="813" r:id="rId560"/>
    <p:sldId id="814" r:id="rId561"/>
    <p:sldId id="815" r:id="rId562"/>
    <p:sldId id="816" r:id="rId563"/>
    <p:sldId id="817" r:id="rId564"/>
    <p:sldId id="818" r:id="rId565"/>
    <p:sldId id="819" r:id="rId566"/>
    <p:sldId id="820" r:id="rId567"/>
    <p:sldId id="821" r:id="rId568"/>
    <p:sldId id="822" r:id="rId569"/>
    <p:sldId id="823" r:id="rId570"/>
    <p:sldId id="824" r:id="rId571"/>
    <p:sldId id="825" r:id="rId572"/>
    <p:sldId id="826" r:id="rId573"/>
    <p:sldId id="827" r:id="rId574"/>
    <p:sldId id="828" r:id="rId575"/>
    <p:sldId id="829" r:id="rId576"/>
    <p:sldId id="830" r:id="rId577"/>
    <p:sldId id="831" r:id="rId578"/>
    <p:sldId id="832" r:id="rId579"/>
    <p:sldId id="833" r:id="rId580"/>
    <p:sldId id="834" r:id="rId581"/>
    <p:sldId id="835" r:id="rId582"/>
    <p:sldId id="836" r:id="rId583"/>
    <p:sldId id="837" r:id="rId584"/>
    <p:sldId id="838" r:id="rId585"/>
    <p:sldId id="839" r:id="rId586"/>
    <p:sldId id="840" r:id="rId587"/>
    <p:sldId id="841" r:id="rId588"/>
    <p:sldId id="842" r:id="rId589"/>
    <p:sldId id="843" r:id="rId590"/>
    <p:sldId id="844" r:id="rId591"/>
    <p:sldId id="845" r:id="rId592"/>
    <p:sldId id="846" r:id="rId593"/>
    <p:sldId id="847" r:id="rId594"/>
    <p:sldId id="848" r:id="rId595"/>
    <p:sldId id="849" r:id="rId596"/>
    <p:sldId id="850" r:id="rId597"/>
    <p:sldId id="851" r:id="rId598"/>
    <p:sldId id="852" r:id="rId599"/>
    <p:sldId id="853" r:id="rId600"/>
    <p:sldId id="854" r:id="rId601"/>
    <p:sldId id="855" r:id="rId602"/>
    <p:sldId id="856" r:id="rId603"/>
    <p:sldId id="857" r:id="rId604"/>
    <p:sldId id="858" r:id="rId605"/>
    <p:sldId id="859" r:id="rId606"/>
    <p:sldId id="860" r:id="rId607"/>
    <p:sldId id="861" r:id="rId608"/>
    <p:sldId id="862" r:id="rId609"/>
    <p:sldId id="863" r:id="rId610"/>
    <p:sldId id="864" r:id="rId611"/>
    <p:sldId id="865" r:id="rId612"/>
    <p:sldId id="866" r:id="rId613"/>
    <p:sldId id="867" r:id="rId614"/>
    <p:sldId id="868" r:id="rId615"/>
    <p:sldId id="869" r:id="rId616"/>
    <p:sldId id="870" r:id="rId617"/>
    <p:sldId id="871" r:id="rId618"/>
    <p:sldId id="872" r:id="rId619"/>
    <p:sldId id="873" r:id="rId620"/>
    <p:sldId id="874" r:id="rId621"/>
    <p:sldId id="875" r:id="rId622"/>
    <p:sldId id="876" r:id="rId623"/>
    <p:sldId id="877" r:id="rId624"/>
    <p:sldId id="878" r:id="rId625"/>
    <p:sldId id="879" r:id="rId626"/>
    <p:sldId id="880" r:id="rId627"/>
    <p:sldId id="881" r:id="rId628"/>
    <p:sldId id="882" r:id="rId629"/>
    <p:sldId id="883" r:id="rId630"/>
    <p:sldId id="884" r:id="rId631"/>
    <p:sldId id="885" r:id="rId632"/>
    <p:sldId id="886" r:id="rId633"/>
    <p:sldId id="887" r:id="rId634"/>
    <p:sldId id="888" r:id="rId635"/>
    <p:sldId id="889" r:id="rId636"/>
    <p:sldId id="890" r:id="rId637"/>
    <p:sldId id="891" r:id="rId638"/>
    <p:sldId id="892" r:id="rId639"/>
    <p:sldId id="893" r:id="rId640"/>
    <p:sldId id="894" r:id="rId641"/>
    <p:sldId id="895" r:id="rId642"/>
    <p:sldId id="896" r:id="rId643"/>
    <p:sldId id="897" r:id="rId644"/>
    <p:sldId id="898" r:id="rId645"/>
    <p:sldId id="899" r:id="rId646"/>
    <p:sldId id="900" r:id="rId647"/>
    <p:sldId id="901" r:id="rId648"/>
    <p:sldId id="902" r:id="rId649"/>
    <p:sldId id="903" r:id="rId650"/>
    <p:sldId id="904" r:id="rId651"/>
    <p:sldId id="905" r:id="rId652"/>
    <p:sldId id="906" r:id="rId653"/>
    <p:sldId id="907" r:id="rId654"/>
    <p:sldId id="908" r:id="rId655"/>
    <p:sldId id="909" r:id="rId656"/>
    <p:sldId id="910" r:id="rId657"/>
    <p:sldId id="911" r:id="rId658"/>
    <p:sldId id="912" r:id="rId659"/>
    <p:sldId id="913" r:id="rId660"/>
    <p:sldId id="914" r:id="rId661"/>
    <p:sldId id="915" r:id="rId662"/>
    <p:sldId id="916" r:id="rId663"/>
    <p:sldId id="917" r:id="rId664"/>
    <p:sldId id="918" r:id="rId665"/>
    <p:sldId id="919" r:id="rId666"/>
    <p:sldId id="920" r:id="rId667"/>
    <p:sldId id="921" r:id="rId668"/>
    <p:sldId id="922" r:id="rId669"/>
    <p:sldId id="923" r:id="rId670"/>
    <p:sldId id="924" r:id="rId671"/>
    <p:sldId id="925" r:id="rId672"/>
    <p:sldId id="926" r:id="rId673"/>
    <p:sldId id="927" r:id="rId674"/>
    <p:sldId id="928" r:id="rId675"/>
    <p:sldId id="929" r:id="rId676"/>
    <p:sldId id="930" r:id="rId677"/>
    <p:sldId id="931" r:id="rId678"/>
    <p:sldId id="932" r:id="rId679"/>
    <p:sldId id="933" r:id="rId680"/>
    <p:sldId id="934" r:id="rId681"/>
    <p:sldId id="935" r:id="rId682"/>
    <p:sldId id="936" r:id="rId683"/>
    <p:sldId id="937" r:id="rId684"/>
    <p:sldId id="938" r:id="rId685"/>
    <p:sldId id="939" r:id="rId686"/>
    <p:sldId id="940" r:id="rId687"/>
    <p:sldId id="941" r:id="rId688"/>
    <p:sldId id="942" r:id="rId689"/>
    <p:sldId id="943" r:id="rId690"/>
    <p:sldId id="944" r:id="rId691"/>
    <p:sldId id="945" r:id="rId692"/>
    <p:sldId id="946" r:id="rId693"/>
    <p:sldId id="947" r:id="rId694"/>
    <p:sldId id="948" r:id="rId695"/>
    <p:sldId id="949" r:id="rId696"/>
    <p:sldId id="950" r:id="rId697"/>
    <p:sldId id="951" r:id="rId698"/>
    <p:sldId id="952" r:id="rId699"/>
    <p:sldId id="953" r:id="rId700"/>
    <p:sldId id="954" r:id="rId701"/>
    <p:sldId id="955" r:id="rId702"/>
    <p:sldId id="956" r:id="rId703"/>
    <p:sldId id="957" r:id="rId704"/>
    <p:sldId id="958" r:id="rId705"/>
    <p:sldId id="959" r:id="rId706"/>
    <p:sldId id="960" r:id="rId707"/>
    <p:sldId id="961" r:id="rId708"/>
    <p:sldId id="962" r:id="rId709"/>
    <p:sldId id="963" r:id="rId710"/>
    <p:sldId id="964" r:id="rId711"/>
    <p:sldId id="965" r:id="rId712"/>
    <p:sldId id="966" r:id="rId713"/>
    <p:sldId id="967" r:id="rId714"/>
    <p:sldId id="968" r:id="rId715"/>
    <p:sldId id="969" r:id="rId716"/>
    <p:sldId id="970" r:id="rId717"/>
    <p:sldId id="971" r:id="rId718"/>
    <p:sldId id="972" r:id="rId719"/>
    <p:sldId id="973" r:id="rId720"/>
    <p:sldId id="974" r:id="rId721"/>
    <p:sldId id="975" r:id="rId722"/>
    <p:sldId id="976" r:id="rId723"/>
    <p:sldId id="977" r:id="rId724"/>
    <p:sldId id="978" r:id="rId725"/>
    <p:sldId id="979" r:id="rId726"/>
    <p:sldId id="980" r:id="rId727"/>
    <p:sldId id="981" r:id="rId728"/>
    <p:sldId id="982" r:id="rId729"/>
    <p:sldId id="983" r:id="rId730"/>
    <p:sldId id="984" r:id="rId731"/>
    <p:sldId id="985" r:id="rId732"/>
    <p:sldId id="986" r:id="rId733"/>
    <p:sldId id="987" r:id="rId734"/>
    <p:sldId id="988" r:id="rId735"/>
    <p:sldId id="989" r:id="rId736"/>
    <p:sldId id="990" r:id="rId737"/>
    <p:sldId id="991" r:id="rId738"/>
    <p:sldId id="992" r:id="rId739"/>
    <p:sldId id="993" r:id="rId740"/>
    <p:sldId id="994" r:id="rId741"/>
    <p:sldId id="995" r:id="rId742"/>
    <p:sldId id="996" r:id="rId743"/>
    <p:sldId id="997" r:id="rId744"/>
    <p:sldId id="998" r:id="rId745"/>
    <p:sldId id="999" r:id="rId746"/>
    <p:sldId id="1000" r:id="rId747"/>
    <p:sldId id="1001" r:id="rId748"/>
    <p:sldId id="1002" r:id="rId749"/>
    <p:sldId id="1003" r:id="rId750"/>
    <p:sldId id="1004" r:id="rId751"/>
    <p:sldId id="1005" r:id="rId752"/>
    <p:sldId id="1006" r:id="rId753"/>
    <p:sldId id="1007" r:id="rId754"/>
    <p:sldId id="1008" r:id="rId755"/>
    <p:sldId id="1009" r:id="rId756"/>
    <p:sldId id="1010" r:id="rId757"/>
    <p:sldId id="1011" r:id="rId758"/>
    <p:sldId id="1012" r:id="rId759"/>
    <p:sldId id="1013" r:id="rId760"/>
    <p:sldId id="1014" r:id="rId761"/>
    <p:sldId id="1015" r:id="rId762"/>
    <p:sldId id="1016" r:id="rId763"/>
    <p:sldId id="1017" r:id="rId764"/>
    <p:sldId id="1018" r:id="rId765"/>
    <p:sldId id="1019" r:id="rId766"/>
    <p:sldId id="1020" r:id="rId767"/>
    <p:sldId id="1021" r:id="rId768"/>
    <p:sldId id="1022" r:id="rId769"/>
    <p:sldId id="1023" r:id="rId770"/>
    <p:sldId id="1024" r:id="rId771"/>
    <p:sldId id="1025" r:id="rId772"/>
    <p:sldId id="1026" r:id="rId773"/>
    <p:sldId id="1027" r:id="rId774"/>
    <p:sldId id="1028" r:id="rId775"/>
    <p:sldId id="1029" r:id="rId776"/>
    <p:sldId id="1030" r:id="rId777"/>
    <p:sldId id="1031" r:id="rId778"/>
    <p:sldId id="1032" r:id="rId779"/>
    <p:sldId id="1033" r:id="rId780"/>
    <p:sldId id="1034" r:id="rId781"/>
    <p:sldId id="1035" r:id="rId782"/>
    <p:sldId id="1036" r:id="rId783"/>
    <p:sldId id="1037" r:id="rId784"/>
    <p:sldId id="1038" r:id="rId785"/>
    <p:sldId id="1039" r:id="rId786"/>
    <p:sldId id="1040" r:id="rId787"/>
    <p:sldId id="1041" r:id="rId788"/>
    <p:sldId id="1042" r:id="rId789"/>
    <p:sldId id="1043" r:id="rId790"/>
    <p:sldId id="1044" r:id="rId791"/>
    <p:sldId id="1045" r:id="rId792"/>
    <p:sldId id="1046" r:id="rId793"/>
    <p:sldId id="1047" r:id="rId794"/>
    <p:sldId id="1048" r:id="rId795"/>
    <p:sldId id="1049" r:id="rId796"/>
    <p:sldId id="1050" r:id="rId797"/>
    <p:sldId id="1051" r:id="rId798"/>
    <p:sldId id="1052" r:id="rId799"/>
    <p:sldId id="1053" r:id="rId800"/>
    <p:sldId id="1054" r:id="rId801"/>
    <p:sldId id="1055" r:id="rId802"/>
    <p:sldId id="1056" r:id="rId803"/>
    <p:sldId id="1057" r:id="rId804"/>
    <p:sldId id="1058" r:id="rId805"/>
    <p:sldId id="1059" r:id="rId806"/>
    <p:sldId id="1060" r:id="rId807"/>
    <p:sldId id="1061" r:id="rId808"/>
    <p:sldId id="1062" r:id="rId809"/>
    <p:sldId id="1063" r:id="rId810"/>
    <p:sldId id="1064" r:id="rId811"/>
    <p:sldId id="1065" r:id="rId812"/>
    <p:sldId id="1066" r:id="rId813"/>
    <p:sldId id="1067" r:id="rId814"/>
    <p:sldId id="1068" r:id="rId815"/>
    <p:sldId id="1069" r:id="rId816"/>
    <p:sldId id="1070" r:id="rId817"/>
    <p:sldId id="1071" r:id="rId818"/>
    <p:sldId id="1072" r:id="rId819"/>
    <p:sldId id="1073" r:id="rId820"/>
    <p:sldId id="1074" r:id="rId821"/>
    <p:sldId id="1075" r:id="rId822"/>
    <p:sldId id="1076" r:id="rId823"/>
    <p:sldId id="1077" r:id="rId824"/>
    <p:sldId id="1078" r:id="rId825"/>
    <p:sldId id="1079" r:id="rId826"/>
    <p:sldId id="1080" r:id="rId827"/>
    <p:sldId id="1081" r:id="rId828"/>
    <p:sldId id="1082" r:id="rId829"/>
    <p:sldId id="1083" r:id="rId830"/>
    <p:sldId id="1084" r:id="rId831"/>
    <p:sldId id="1085" r:id="rId832"/>
    <p:sldId id="1086" r:id="rId833"/>
    <p:sldId id="1087" r:id="rId834"/>
    <p:sldId id="1088" r:id="rId835"/>
    <p:sldId id="1089" r:id="rId836"/>
    <p:sldId id="1090" r:id="rId837"/>
    <p:sldId id="1091" r:id="rId838"/>
    <p:sldId id="1092" r:id="rId839"/>
    <p:sldId id="1093" r:id="rId840"/>
    <p:sldId id="1094" r:id="rId841"/>
    <p:sldId id="1095" r:id="rId842"/>
    <p:sldId id="1096" r:id="rId843"/>
    <p:sldId id="1097" r:id="rId844"/>
    <p:sldId id="1098" r:id="rId845"/>
    <p:sldId id="1099" r:id="rId846"/>
    <p:sldId id="1100" r:id="rId847"/>
    <p:sldId id="1101" r:id="rId848"/>
    <p:sldId id="1102" r:id="rId849"/>
    <p:sldId id="1103" r:id="rId850"/>
    <p:sldId id="1104" r:id="rId851"/>
    <p:sldId id="1105" r:id="rId852"/>
    <p:sldId id="1106" r:id="rId853"/>
    <p:sldId id="1107" r:id="rId854"/>
    <p:sldId id="1108" r:id="rId855"/>
    <p:sldId id="1109" r:id="rId856"/>
    <p:sldId id="1110" r:id="rId857"/>
    <p:sldId id="1111" r:id="rId858"/>
    <p:sldId id="1112" r:id="rId859"/>
    <p:sldId id="1113" r:id="rId860"/>
    <p:sldId id="1114" r:id="rId861"/>
    <p:sldId id="1115" r:id="rId862"/>
    <p:sldId id="1116" r:id="rId863"/>
    <p:sldId id="1117" r:id="rId864"/>
    <p:sldId id="1118" r:id="rId865"/>
    <p:sldId id="1119" r:id="rId866"/>
    <p:sldId id="1120" r:id="rId867"/>
    <p:sldId id="1121" r:id="rId868"/>
    <p:sldId id="1122" r:id="rId869"/>
    <p:sldId id="1123" r:id="rId870"/>
    <p:sldId id="1124" r:id="rId871"/>
    <p:sldId id="1125" r:id="rId872"/>
    <p:sldId id="1126" r:id="rId873"/>
    <p:sldId id="1127" r:id="rId874"/>
    <p:sldId id="1128" r:id="rId875"/>
    <p:sldId id="1129" r:id="rId876"/>
    <p:sldId id="1130" r:id="rId877"/>
    <p:sldId id="1131" r:id="rId878"/>
    <p:sldId id="1132" r:id="rId879"/>
    <p:sldId id="1133" r:id="rId880"/>
    <p:sldId id="1134" r:id="rId881"/>
    <p:sldId id="1135" r:id="rId882"/>
    <p:sldId id="1136" r:id="rId883"/>
    <p:sldId id="1137" r:id="rId884"/>
    <p:sldId id="1138" r:id="rId885"/>
    <p:sldId id="1139" r:id="rId886"/>
    <p:sldId id="1140" r:id="rId887"/>
    <p:sldId id="1141" r:id="rId888"/>
    <p:sldId id="1142" r:id="rId889"/>
    <p:sldId id="1143" r:id="rId890"/>
    <p:sldId id="1144" r:id="rId891"/>
    <p:sldId id="1145" r:id="rId892"/>
    <p:sldId id="1146" r:id="rId893"/>
    <p:sldId id="1147" r:id="rId894"/>
    <p:sldId id="1148" r:id="rId895"/>
    <p:sldId id="1149" r:id="rId896"/>
    <p:sldId id="1150" r:id="rId897"/>
    <p:sldId id="1151" r:id="rId898"/>
    <p:sldId id="1152" r:id="rId899"/>
    <p:sldId id="1153" r:id="rId900"/>
    <p:sldId id="1154" r:id="rId901"/>
    <p:sldId id="1155" r:id="rId902"/>
    <p:sldId id="1156" r:id="rId903"/>
    <p:sldId id="1157" r:id="rId904"/>
    <p:sldId id="1158" r:id="rId905"/>
    <p:sldId id="1159" r:id="rId906"/>
    <p:sldId id="1160" r:id="rId907"/>
    <p:sldId id="1161" r:id="rId908"/>
    <p:sldId id="1162" r:id="rId909"/>
    <p:sldId id="1163" r:id="rId910"/>
    <p:sldId id="1164" r:id="rId911"/>
    <p:sldId id="1165" r:id="rId912"/>
    <p:sldId id="1166" r:id="rId913"/>
    <p:sldId id="1167" r:id="rId914"/>
    <p:sldId id="1168" r:id="rId915"/>
    <p:sldId id="1169" r:id="rId916"/>
    <p:sldId id="1170" r:id="rId917"/>
    <p:sldId id="1171" r:id="rId918"/>
    <p:sldId id="1172" r:id="rId919"/>
    <p:sldId id="1173" r:id="rId920"/>
    <p:sldId id="1174" r:id="rId921"/>
    <p:sldId id="1175" r:id="rId922"/>
    <p:sldId id="1176" r:id="rId923"/>
    <p:sldId id="1177" r:id="rId924"/>
    <p:sldId id="1178" r:id="rId925"/>
    <p:sldId id="1179" r:id="rId926"/>
    <p:sldId id="1180" r:id="rId927"/>
    <p:sldId id="1181" r:id="rId928"/>
    <p:sldId id="1182" r:id="rId929"/>
    <p:sldId id="1183" r:id="rId930"/>
    <p:sldId id="1184" r:id="rId931"/>
    <p:sldId id="1185" r:id="rId932"/>
    <p:sldId id="1186" r:id="rId933"/>
    <p:sldId id="1187" r:id="rId934"/>
    <p:sldId id="1188" r:id="rId935"/>
    <p:sldId id="1189" r:id="rId936"/>
    <p:sldId id="1190" r:id="rId937"/>
    <p:sldId id="1191" r:id="rId938"/>
    <p:sldId id="1192" r:id="rId939"/>
    <p:sldId id="1193" r:id="rId940"/>
    <p:sldId id="1194" r:id="rId941"/>
    <p:sldId id="1195" r:id="rId942"/>
    <p:sldId id="1196" r:id="rId943"/>
    <p:sldId id="1197" r:id="rId944"/>
    <p:sldId id="1198" r:id="rId945"/>
    <p:sldId id="1199" r:id="rId946"/>
    <p:sldId id="1200" r:id="rId947"/>
    <p:sldId id="1201" r:id="rId948"/>
    <p:sldId id="1202" r:id="rId949"/>
    <p:sldId id="1203" r:id="rId950"/>
    <p:sldId id="1204" r:id="rId951"/>
    <p:sldId id="1205" r:id="rId952"/>
    <p:sldId id="1206" r:id="rId953"/>
    <p:sldId id="1207" r:id="rId954"/>
    <p:sldId id="1208" r:id="rId955"/>
    <p:sldId id="1209" r:id="rId956"/>
    <p:sldId id="1210" r:id="rId957"/>
    <p:sldId id="1211" r:id="rId958"/>
    <p:sldId id="1212" r:id="rId959"/>
    <p:sldId id="1213" r:id="rId960"/>
    <p:sldId id="1214" r:id="rId961"/>
    <p:sldId id="1215" r:id="rId962"/>
    <p:sldId id="1216" r:id="rId963"/>
    <p:sldId id="1217" r:id="rId964"/>
    <p:sldId id="1218" r:id="rId965"/>
    <p:sldId id="1219" r:id="rId966"/>
    <p:sldId id="1220" r:id="rId967"/>
    <p:sldId id="1221" r:id="rId968"/>
    <p:sldId id="1222" r:id="rId969"/>
    <p:sldId id="1223" r:id="rId970"/>
    <p:sldId id="1224" r:id="rId971"/>
    <p:sldId id="1225" r:id="rId972"/>
    <p:sldId id="1226" r:id="rId973"/>
    <p:sldId id="1227" r:id="rId974"/>
    <p:sldId id="1228" r:id="rId975"/>
    <p:sldId id="1229" r:id="rId976"/>
    <p:sldId id="1230" r:id="rId977"/>
    <p:sldId id="1231" r:id="rId978"/>
    <p:sldId id="1232" r:id="rId979"/>
    <p:sldId id="1233" r:id="rId980"/>
    <p:sldId id="1234" r:id="rId981"/>
    <p:sldId id="1235" r:id="rId982"/>
    <p:sldId id="1236" r:id="rId983"/>
    <p:sldId id="1237" r:id="rId984"/>
    <p:sldId id="1238" r:id="rId985"/>
    <p:sldId id="1239" r:id="rId986"/>
    <p:sldId id="1240" r:id="rId987"/>
    <p:sldId id="1241" r:id="rId988"/>
    <p:sldId id="1242" r:id="rId989"/>
    <p:sldId id="1243" r:id="rId990"/>
    <p:sldId id="1244" r:id="rId991"/>
    <p:sldId id="1245" r:id="rId992"/>
    <p:sldId id="1246" r:id="rId993"/>
    <p:sldId id="1247" r:id="rId994"/>
    <p:sldId id="1248" r:id="rId995"/>
    <p:sldId id="1249" r:id="rId996"/>
    <p:sldId id="1250" r:id="rId997"/>
    <p:sldId id="1251" r:id="rId998"/>
    <p:sldId id="1252" r:id="rId999"/>
    <p:sldId id="1253" r:id="rId1000"/>
    <p:sldId id="1254" r:id="rId1001"/>
    <p:sldId id="1255" r:id="rId1002"/>
    <p:sldId id="1256" r:id="rId1003"/>
    <p:sldId id="1257" r:id="rId1004"/>
    <p:sldId id="1258" r:id="rId1005"/>
    <p:sldId id="1259" r:id="rId1006"/>
    <p:sldId id="1260" r:id="rId1007"/>
    <p:sldId id="1261" r:id="rId1008"/>
    <p:sldId id="1262" r:id="rId1009"/>
    <p:sldId id="1263" r:id="rId1010"/>
    <p:sldId id="1264" r:id="rId1011"/>
    <p:sldId id="1265" r:id="rId1012"/>
    <p:sldId id="1266" r:id="rId1013"/>
    <p:sldId id="1267" r:id="rId1014"/>
    <p:sldId id="1268" r:id="rId1015"/>
    <p:sldId id="1269" r:id="rId1016"/>
    <p:sldId id="1270" r:id="rId1017"/>
    <p:sldId id="1271" r:id="rId1018"/>
    <p:sldId id="1272" r:id="rId1019"/>
    <p:sldId id="1273" r:id="rId1020"/>
    <p:sldId id="1274" r:id="rId1021"/>
    <p:sldId id="1275" r:id="rId1022"/>
    <p:sldId id="1276" r:id="rId1023"/>
    <p:sldId id="1277" r:id="rId1024"/>
    <p:sldId id="1278" r:id="rId1025"/>
    <p:sldId id="1279" r:id="rId1026"/>
    <p:sldId id="1280" r:id="rId1027"/>
    <p:sldId id="1281" r:id="rId1028"/>
    <p:sldId id="1282" r:id="rId1029"/>
    <p:sldId id="1283" r:id="rId1030"/>
    <p:sldId id="1284" r:id="rId1031"/>
    <p:sldId id="1285" r:id="rId1032"/>
    <p:sldId id="1286" r:id="rId1033"/>
    <p:sldId id="1287" r:id="rId1034"/>
    <p:sldId id="1288" r:id="rId1035"/>
    <p:sldId id="1289" r:id="rId1036"/>
    <p:sldId id="1290" r:id="rId1037"/>
    <p:sldId id="1291" r:id="rId1038"/>
    <p:sldId id="1292" r:id="rId1039"/>
    <p:sldId id="1293" r:id="rId1040"/>
    <p:sldId id="1294" r:id="rId1041"/>
    <p:sldId id="1295" r:id="rId1042"/>
    <p:sldId id="1296" r:id="rId1043"/>
    <p:sldId id="1297" r:id="rId1044"/>
    <p:sldId id="1298" r:id="rId1045"/>
    <p:sldId id="1299" r:id="rId1046"/>
    <p:sldId id="1300" r:id="rId1047"/>
    <p:sldId id="1301" r:id="rId1048"/>
    <p:sldId id="1302" r:id="rId1049"/>
    <p:sldId id="1303" r:id="rId1050"/>
    <p:sldId id="1304" r:id="rId1051"/>
    <p:sldId id="1305" r:id="rId1052"/>
    <p:sldId id="1306" r:id="rId1053"/>
    <p:sldId id="1307" r:id="rId1054"/>
    <p:sldId id="1308" r:id="rId1055"/>
    <p:sldId id="1309" r:id="rId1056"/>
    <p:sldId id="1310" r:id="rId1057"/>
    <p:sldId id="1311" r:id="rId1058"/>
    <p:sldId id="1312" r:id="rId1059"/>
    <p:sldId id="1313" r:id="rId1060"/>
    <p:sldId id="1314" r:id="rId1061"/>
    <p:sldId id="1315" r:id="rId1062"/>
    <p:sldId id="1316" r:id="rId1063"/>
    <p:sldId id="1317" r:id="rId1064"/>
    <p:sldId id="1318" r:id="rId1065"/>
    <p:sldId id="1319" r:id="rId1066"/>
    <p:sldId id="1320" r:id="rId1067"/>
    <p:sldId id="1321" r:id="rId1068"/>
    <p:sldId id="1322" r:id="rId1069"/>
    <p:sldId id="1323" r:id="rId1070"/>
    <p:sldId id="1324" r:id="rId1071"/>
    <p:sldId id="1325" r:id="rId1072"/>
    <p:sldId id="1326" r:id="rId1073"/>
    <p:sldId id="1327" r:id="rId1074"/>
    <p:sldId id="1328" r:id="rId1075"/>
    <p:sldId id="1329" r:id="rId1076"/>
    <p:sldId id="1330" r:id="rId1077"/>
    <p:sldId id="1331" r:id="rId1078"/>
    <p:sldId id="1332" r:id="rId1079"/>
    <p:sldId id="1333" r:id="rId1080"/>
    <p:sldId id="1334" r:id="rId1081"/>
    <p:sldId id="1335" r:id="rId1082"/>
    <p:sldId id="1336" r:id="rId1083"/>
    <p:sldId id="1337" r:id="rId1084"/>
    <p:sldId id="1338" r:id="rId1085"/>
    <p:sldId id="1339" r:id="rId1086"/>
    <p:sldId id="1340" r:id="rId1087"/>
    <p:sldId id="1341" r:id="rId1088"/>
    <p:sldId id="1342" r:id="rId1089"/>
    <p:sldId id="1343" r:id="rId1090"/>
    <p:sldId id="1344" r:id="rId1091"/>
    <p:sldId id="1345" r:id="rId1092"/>
    <p:sldId id="1346" r:id="rId1093"/>
    <p:sldId id="1347" r:id="rId1094"/>
    <p:sldId id="1348" r:id="rId1095"/>
    <p:sldId id="1349" r:id="rId1096"/>
    <p:sldId id="1350" r:id="rId1097"/>
    <p:sldId id="1351" r:id="rId1098"/>
    <p:sldId id="1352" r:id="rId1099"/>
    <p:sldId id="1353" r:id="rId1100"/>
    <p:sldId id="1354" r:id="rId1101"/>
    <p:sldId id="1355" r:id="rId1102"/>
    <p:sldId id="1356" r:id="rId1103"/>
    <p:sldId id="1357" r:id="rId1104"/>
    <p:sldId id="1358" r:id="rId1105"/>
    <p:sldId id="1359" r:id="rId1106"/>
    <p:sldId id="1360" r:id="rId1107"/>
    <p:sldId id="1361" r:id="rId1108"/>
    <p:sldId id="1362" r:id="rId1109"/>
    <p:sldId id="1363" r:id="rId1110"/>
    <p:sldId id="1364" r:id="rId1111"/>
    <p:sldId id="1365" r:id="rId1112"/>
    <p:sldId id="1366" r:id="rId1113"/>
    <p:sldId id="1367" r:id="rId1114"/>
    <p:sldId id="1368" r:id="rId1115"/>
    <p:sldId id="1369" r:id="rId1116"/>
    <p:sldId id="1370" r:id="rId1117"/>
    <p:sldId id="1371" r:id="rId1118"/>
    <p:sldId id="1372" r:id="rId1119"/>
    <p:sldId id="1373" r:id="rId1120"/>
    <p:sldId id="1374" r:id="rId1121"/>
    <p:sldId id="1375" r:id="rId1122"/>
    <p:sldId id="1376" r:id="rId1123"/>
    <p:sldId id="1377" r:id="rId1124"/>
    <p:sldId id="1378" r:id="rId1125"/>
    <p:sldId id="1379" r:id="rId1126"/>
    <p:sldId id="1380" r:id="rId1127"/>
    <p:sldId id="1381" r:id="rId1128"/>
    <p:sldId id="1382" r:id="rId1129"/>
    <p:sldId id="1383" r:id="rId1130"/>
    <p:sldId id="1384" r:id="rId1131"/>
    <p:sldId id="1385" r:id="rId1132"/>
    <p:sldId id="1386" r:id="rId1133"/>
    <p:sldId id="1387" r:id="rId1134"/>
    <p:sldId id="1388" r:id="rId1135"/>
    <p:sldId id="1389" r:id="rId1136"/>
    <p:sldId id="1390" r:id="rId1137"/>
    <p:sldId id="1391" r:id="rId1138"/>
    <p:sldId id="1392" r:id="rId1139"/>
    <p:sldId id="1393" r:id="rId1140"/>
    <p:sldId id="1394" r:id="rId1141"/>
    <p:sldId id="1395" r:id="rId1142"/>
    <p:sldId id="1396" r:id="rId1143"/>
    <p:sldId id="1397" r:id="rId1144"/>
    <p:sldId id="1398" r:id="rId1145"/>
    <p:sldId id="1399" r:id="rId1146"/>
    <p:sldId id="1400" r:id="rId1147"/>
    <p:sldId id="1401" r:id="rId1148"/>
    <p:sldId id="1402" r:id="rId1149"/>
    <p:sldId id="1403" r:id="rId1150"/>
    <p:sldId id="1404" r:id="rId1151"/>
    <p:sldId id="1405" r:id="rId1152"/>
    <p:sldId id="1406" r:id="rId1153"/>
    <p:sldId id="1407" r:id="rId1154"/>
    <p:sldId id="1408" r:id="rId1155"/>
    <p:sldId id="1409" r:id="rId1156"/>
    <p:sldId id="1410" r:id="rId1157"/>
    <p:sldId id="1411" r:id="rId1158"/>
    <p:sldId id="1412" r:id="rId1159"/>
    <p:sldId id="1413" r:id="rId1160"/>
    <p:sldId id="1414" r:id="rId1161"/>
    <p:sldId id="1415" r:id="rId1162"/>
    <p:sldId id="1416" r:id="rId1163"/>
    <p:sldId id="1417" r:id="rId1164"/>
    <p:sldId id="1418" r:id="rId1165"/>
    <p:sldId id="1419" r:id="rId1166"/>
    <p:sldId id="1420" r:id="rId1167"/>
    <p:sldId id="1421" r:id="rId1168"/>
    <p:sldId id="1422" r:id="rId1169"/>
    <p:sldId id="1423" r:id="rId1170"/>
    <p:sldId id="1424" r:id="rId1171"/>
    <p:sldId id="1425" r:id="rId1172"/>
    <p:sldId id="1426" r:id="rId1173"/>
    <p:sldId id="1427" r:id="rId1174"/>
    <p:sldId id="1428" r:id="rId1175"/>
    <p:sldId id="1429" r:id="rId1176"/>
    <p:sldId id="1430" r:id="rId1177"/>
    <p:sldId id="1431" r:id="rId1178"/>
    <p:sldId id="1432" r:id="rId1179"/>
    <p:sldId id="1433" r:id="rId1180"/>
    <p:sldId id="1434" r:id="rId1181"/>
    <p:sldId id="1435" r:id="rId1182"/>
    <p:sldId id="1436" r:id="rId1183"/>
    <p:sldId id="1437" r:id="rId1184"/>
    <p:sldId id="1438" r:id="rId1185"/>
    <p:sldId id="1439" r:id="rId1186"/>
    <p:sldId id="1440" r:id="rId1187"/>
    <p:sldId id="1441" r:id="rId1188"/>
    <p:sldId id="1442" r:id="rId1189"/>
    <p:sldId id="1443" r:id="rId1190"/>
    <p:sldId id="1444" r:id="rId1191"/>
    <p:sldId id="1445" r:id="rId1192"/>
    <p:sldId id="1446" r:id="rId1193"/>
    <p:sldId id="1447" r:id="rId1194"/>
    <p:sldId id="1448" r:id="rId1195"/>
    <p:sldId id="1449" r:id="rId1196"/>
    <p:sldId id="1450" r:id="rId1197"/>
    <p:sldId id="1451" r:id="rId1198"/>
    <p:sldId id="1452" r:id="rId1199"/>
    <p:sldId id="1453" r:id="rId1200"/>
    <p:sldId id="1454" r:id="rId1201"/>
    <p:sldId id="1455" r:id="rId1202"/>
    <p:sldId id="1456" r:id="rId1203"/>
    <p:sldId id="1457" r:id="rId1204"/>
    <p:sldId id="1458" r:id="rId1205"/>
    <p:sldId id="1459" r:id="rId1206"/>
    <p:sldId id="1460" r:id="rId1207"/>
    <p:sldId id="1461" r:id="rId1208"/>
    <p:sldId id="1462" r:id="rId1209"/>
    <p:sldId id="1463" r:id="rId1210"/>
    <p:sldId id="1464" r:id="rId1211"/>
    <p:sldId id="1465" r:id="rId1212"/>
    <p:sldId id="1466" r:id="rId1213"/>
    <p:sldId id="1467" r:id="rId1214"/>
    <p:sldId id="1468" r:id="rId1215"/>
    <p:sldId id="1469" r:id="rId1216"/>
    <p:sldId id="1470" r:id="rId1217"/>
    <p:sldId id="1471" r:id="rId1218"/>
    <p:sldId id="1472" r:id="rId1219"/>
    <p:sldId id="1473" r:id="rId1220"/>
    <p:sldId id="1474" r:id="rId1221"/>
    <p:sldId id="1475" r:id="rId1222"/>
    <p:sldId id="1476" r:id="rId1223"/>
    <p:sldId id="1477" r:id="rId1224"/>
    <p:sldId id="1478" r:id="rId1225"/>
    <p:sldId id="1479" r:id="rId1226"/>
    <p:sldId id="1480" r:id="rId1227"/>
    <p:sldId id="1481" r:id="rId1228"/>
    <p:sldId id="1482" r:id="rId1229"/>
    <p:sldId id="1483" r:id="rId1230"/>
    <p:sldId id="1484" r:id="rId1231"/>
    <p:sldId id="1485" r:id="rId1232"/>
    <p:sldId id="1486" r:id="rId1233"/>
    <p:sldId id="1487" r:id="rId1234"/>
    <p:sldId id="1488" r:id="rId1235"/>
    <p:sldId id="1489" r:id="rId1236"/>
    <p:sldId id="1490" r:id="rId1237"/>
    <p:sldId id="1491" r:id="rId1238"/>
    <p:sldId id="1492" r:id="rId1239"/>
    <p:sldId id="1493" r:id="rId1240"/>
    <p:sldId id="1494" r:id="rId1241"/>
    <p:sldId id="1495" r:id="rId1242"/>
    <p:sldId id="1496" r:id="rId1243"/>
    <p:sldId id="1497" r:id="rId1244"/>
    <p:sldId id="1498" r:id="rId1245"/>
    <p:sldId id="1499" r:id="rId1246"/>
    <p:sldId id="1500" r:id="rId1247"/>
    <p:sldId id="1501" r:id="rId1248"/>
    <p:sldId id="1502" r:id="rId1249"/>
    <p:sldId id="1503" r:id="rId1250"/>
    <p:sldId id="1504" r:id="rId1251"/>
    <p:sldId id="1505" r:id="rId1252"/>
    <p:sldId id="1506" r:id="rId1253"/>
    <p:sldId id="1507" r:id="rId1254"/>
    <p:sldId id="1508" r:id="rId1255"/>
    <p:sldId id="1509" r:id="rId1256"/>
    <p:sldId id="1510" r:id="rId1257"/>
    <p:sldId id="1511" r:id="rId1258"/>
    <p:sldId id="1512" r:id="rId1259"/>
    <p:sldId id="1513" r:id="rId1260"/>
    <p:sldId id="1514" r:id="rId1261"/>
    <p:sldId id="1515" r:id="rId1262"/>
    <p:sldId id="1516" r:id="rId1263"/>
    <p:sldId id="1517" r:id="rId1264"/>
    <p:sldId id="1518" r:id="rId1265"/>
    <p:sldId id="1519" r:id="rId1266"/>
    <p:sldId id="1520" r:id="rId1267"/>
    <p:sldId id="1521" r:id="rId1268"/>
    <p:sldId id="1522" r:id="rId1269"/>
    <p:sldId id="1523" r:id="rId1270"/>
    <p:sldId id="1524" r:id="rId1271"/>
    <p:sldId id="1525" r:id="rId1272"/>
    <p:sldId id="1526" r:id="rId1273"/>
    <p:sldId id="1527" r:id="rId1274"/>
    <p:sldId id="1528" r:id="rId1275"/>
    <p:sldId id="1529" r:id="rId1276"/>
    <p:sldId id="1530" r:id="rId1277"/>
    <p:sldId id="1531" r:id="rId1278"/>
    <p:sldId id="1532" r:id="rId1279"/>
    <p:sldId id="1533" r:id="rId1280"/>
    <p:sldId id="1534" r:id="rId1281"/>
    <p:sldId id="1535" r:id="rId1282"/>
    <p:sldId id="1536" r:id="rId1283"/>
    <p:sldId id="1537" r:id="rId1284"/>
    <p:sldId id="1538" r:id="rId1285"/>
    <p:sldId id="1539" r:id="rId1286"/>
    <p:sldId id="1540" r:id="rId1287"/>
    <p:sldId id="1541" r:id="rId1288"/>
    <p:sldId id="1542" r:id="rId1289"/>
    <p:sldId id="1543" r:id="rId1290"/>
    <p:sldId id="1544" r:id="rId1291"/>
    <p:sldId id="1545" r:id="rId1292"/>
    <p:sldId id="1546" r:id="rId1293"/>
    <p:sldId id="1547" r:id="rId1294"/>
    <p:sldId id="1548" r:id="rId1295"/>
    <p:sldId id="1549" r:id="rId1296"/>
    <p:sldId id="1550" r:id="rId1297"/>
    <p:sldId id="1551" r:id="rId1298"/>
    <p:sldId id="1552" r:id="rId1299"/>
    <p:sldId id="1553" r:id="rId1300"/>
    <p:sldId id="1554" r:id="rId1301"/>
    <p:sldId id="1555" r:id="rId1302"/>
    <p:sldId id="1556" r:id="rId1303"/>
    <p:sldId id="1557" r:id="rId1304"/>
    <p:sldId id="1558" r:id="rId1305"/>
    <p:sldId id="1559" r:id="rId1306"/>
    <p:sldId id="1560" r:id="rId1307"/>
    <p:sldId id="1561" r:id="rId1308"/>
    <p:sldId id="1562" r:id="rId1309"/>
    <p:sldId id="1563" r:id="rId1310"/>
    <p:sldId id="1564" r:id="rId1311"/>
    <p:sldId id="1565" r:id="rId1312"/>
    <p:sldId id="1566" r:id="rId1313"/>
    <p:sldId id="1567" r:id="rId1314"/>
    <p:sldId id="1568" r:id="rId1315"/>
    <p:sldId id="1569" r:id="rId1316"/>
    <p:sldId id="1570" r:id="rId1317"/>
    <p:sldId id="1571" r:id="rId1318"/>
    <p:sldId id="1572" r:id="rId1319"/>
    <p:sldId id="1573" r:id="rId1320"/>
    <p:sldId id="1574" r:id="rId1321"/>
    <p:sldId id="1575" r:id="rId1322"/>
    <p:sldId id="1576" r:id="rId1323"/>
    <p:sldId id="1577" r:id="rId1324"/>
    <p:sldId id="1578" r:id="rId1325"/>
    <p:sldId id="1579" r:id="rId1326"/>
    <p:sldId id="1580" r:id="rId1327"/>
    <p:sldId id="1581" r:id="rId1328"/>
    <p:sldId id="1582" r:id="rId1329"/>
    <p:sldId id="1583" r:id="rId1330"/>
    <p:sldId id="1584" r:id="rId1331"/>
    <p:sldId id="1585" r:id="rId1332"/>
    <p:sldId id="1586" r:id="rId1333"/>
    <p:sldId id="1587" r:id="rId1334"/>
    <p:sldId id="1588" r:id="rId1335"/>
    <p:sldId id="1589" r:id="rId1336"/>
    <p:sldId id="1590" r:id="rId1337"/>
    <p:sldId id="1591" r:id="rId1338"/>
    <p:sldId id="1592" r:id="rId1339"/>
    <p:sldId id="1593" r:id="rId1340"/>
    <p:sldId id="1594" r:id="rId1341"/>
    <p:sldId id="1595" r:id="rId1342"/>
    <p:sldId id="1596" r:id="rId1343"/>
    <p:sldId id="1597" r:id="rId1344"/>
    <p:sldId id="1598" r:id="rId1345"/>
    <p:sldId id="1599" r:id="rId1346"/>
    <p:sldId id="1600" r:id="rId1347"/>
    <p:sldId id="1601" r:id="rId1348"/>
    <p:sldId id="1602" r:id="rId1349"/>
    <p:sldId id="1603" r:id="rId1350"/>
    <p:sldId id="1604" r:id="rId1351"/>
    <p:sldId id="1605" r:id="rId1352"/>
    <p:sldId id="1606" r:id="rId1353"/>
    <p:sldId id="1607" r:id="rId1354"/>
    <p:sldId id="1608" r:id="rId1355"/>
    <p:sldId id="1609" r:id="rId1356"/>
    <p:sldId id="1610" r:id="rId1357"/>
    <p:sldId id="1611" r:id="rId1358"/>
    <p:sldId id="1612" r:id="rId1359"/>
    <p:sldId id="1613" r:id="rId1360"/>
    <p:sldId id="1614" r:id="rId1361"/>
    <p:sldId id="1615" r:id="rId1362"/>
    <p:sldId id="1616" r:id="rId1363"/>
    <p:sldId id="1617" r:id="rId1364"/>
    <p:sldId id="1618" r:id="rId1365"/>
    <p:sldId id="1619" r:id="rId1366"/>
    <p:sldId id="1620" r:id="rId1367"/>
    <p:sldId id="1621" r:id="rId1368"/>
    <p:sldId id="1622" r:id="rId1369"/>
    <p:sldId id="1623" r:id="rId1370"/>
    <p:sldId id="1624" r:id="rId1371"/>
    <p:sldId id="1625" r:id="rId1372"/>
    <p:sldId id="1626" r:id="rId1373"/>
    <p:sldId id="1627" r:id="rId1374"/>
    <p:sldId id="1628" r:id="rId1375"/>
    <p:sldId id="1629" r:id="rId1376"/>
    <p:sldId id="1630" r:id="rId1377"/>
    <p:sldId id="1631" r:id="rId1378"/>
    <p:sldId id="1632" r:id="rId1379"/>
    <p:sldId id="1633" r:id="rId1380"/>
    <p:sldId id="1634" r:id="rId1381"/>
    <p:sldId id="1635" r:id="rId1382"/>
    <p:sldId id="1636" r:id="rId1383"/>
    <p:sldId id="1637" r:id="rId1384"/>
    <p:sldId id="1638" r:id="rId1385"/>
    <p:sldId id="1639" r:id="rId1386"/>
    <p:sldId id="1640" r:id="rId1387"/>
    <p:sldId id="1641" r:id="rId1388"/>
    <p:sldId id="1642" r:id="rId1389"/>
    <p:sldId id="1643" r:id="rId1390"/>
    <p:sldId id="1644" r:id="rId1391"/>
    <p:sldId id="1645" r:id="rId1392"/>
    <p:sldId id="1646" r:id="rId1393"/>
    <p:sldId id="1647" r:id="rId1394"/>
    <p:sldId id="1648" r:id="rId1395"/>
    <p:sldId id="1649" r:id="rId1396"/>
    <p:sldId id="1650" r:id="rId1397"/>
    <p:sldId id="1651" r:id="rId1398"/>
    <p:sldId id="1652" r:id="rId1399"/>
    <p:sldId id="1653" r:id="rId1400"/>
    <p:sldId id="1654" r:id="rId1401"/>
    <p:sldId id="1655" r:id="rId1402"/>
    <p:sldId id="1656" r:id="rId1403"/>
    <p:sldId id="1657" r:id="rId1404"/>
    <p:sldId id="1658" r:id="rId1405"/>
    <p:sldId id="1659" r:id="rId1406"/>
    <p:sldId id="1660" r:id="rId1407"/>
    <p:sldId id="1661" r:id="rId1408"/>
    <p:sldId id="1662" r:id="rId1409"/>
    <p:sldId id="1663" r:id="rId1410"/>
    <p:sldId id="1664" r:id="rId1411"/>
    <p:sldId id="1665" r:id="rId1412"/>
    <p:sldId id="1666" r:id="rId1413"/>
    <p:sldId id="1667" r:id="rId1414"/>
    <p:sldId id="1668" r:id="rId1415"/>
    <p:sldId id="1669" r:id="rId1416"/>
    <p:sldId id="1670" r:id="rId1417"/>
    <p:sldId id="1671" r:id="rId1418"/>
    <p:sldId id="1672" r:id="rId1419"/>
    <p:sldId id="1673" r:id="rId1420"/>
    <p:sldId id="1674" r:id="rId1421"/>
    <p:sldId id="1675" r:id="rId1422"/>
    <p:sldId id="1676" r:id="rId1423"/>
    <p:sldId id="1677" r:id="rId1424"/>
    <p:sldId id="1678" r:id="rId1425"/>
    <p:sldId id="1679" r:id="rId1426"/>
    <p:sldId id="1680" r:id="rId1427"/>
    <p:sldId id="1681" r:id="rId1428"/>
    <p:sldId id="1682" r:id="rId1429"/>
    <p:sldId id="1683" r:id="rId1430"/>
    <p:sldId id="1684" r:id="rId1431"/>
    <p:sldId id="1685" r:id="rId1432"/>
    <p:sldId id="1686" r:id="rId1433"/>
    <p:sldId id="1687" r:id="rId1434"/>
    <p:sldId id="1688" r:id="rId1435"/>
    <p:sldId id="1689" r:id="rId1436"/>
    <p:sldId id="1690" r:id="rId1437"/>
    <p:sldId id="1691" r:id="rId1438"/>
    <p:sldId id="1692" r:id="rId1439"/>
    <p:sldId id="1693" r:id="rId1440"/>
    <p:sldId id="1694" r:id="rId1441"/>
    <p:sldId id="1695" r:id="rId1442"/>
    <p:sldId id="1696" r:id="rId1443"/>
    <p:sldId id="1697" r:id="rId1444"/>
    <p:sldId id="1698" r:id="rId1445"/>
    <p:sldId id="1699" r:id="rId1446"/>
    <p:sldId id="1700" r:id="rId1447"/>
    <p:sldId id="1701" r:id="rId1448"/>
    <p:sldId id="1702" r:id="rId1449"/>
    <p:sldId id="1703" r:id="rId1450"/>
    <p:sldId id="1704" r:id="rId1451"/>
    <p:sldId id="1705" r:id="rId1452"/>
    <p:sldId id="1706" r:id="rId1453"/>
    <p:sldId id="1707" r:id="rId1454"/>
    <p:sldId id="1708" r:id="rId1455"/>
    <p:sldId id="1709" r:id="rId1456"/>
    <p:sldId id="1710" r:id="rId1457"/>
    <p:sldId id="1711" r:id="rId1458"/>
    <p:sldId id="1712" r:id="rId1459"/>
    <p:sldId id="1713" r:id="rId1460"/>
    <p:sldId id="1714" r:id="rId1461"/>
    <p:sldId id="1715" r:id="rId1462"/>
    <p:sldId id="1716" r:id="rId1463"/>
    <p:sldId id="1717" r:id="rId1464"/>
    <p:sldId id="1718" r:id="rId1465"/>
    <p:sldId id="1719" r:id="rId1466"/>
    <p:sldId id="1720" r:id="rId1467"/>
    <p:sldId id="1721" r:id="rId1468"/>
    <p:sldId id="1722" r:id="rId1469"/>
    <p:sldId id="1723" r:id="rId1470"/>
    <p:sldId id="1724" r:id="rId1471"/>
    <p:sldId id="1725" r:id="rId1472"/>
    <p:sldId id="1726" r:id="rId1473"/>
    <p:sldId id="1727" r:id="rId1474"/>
    <p:sldId id="1728" r:id="rId1475"/>
    <p:sldId id="1729" r:id="rId1476"/>
    <p:sldId id="1730" r:id="rId1477"/>
    <p:sldId id="1731" r:id="rId1478"/>
    <p:sldId id="1732" r:id="rId1479"/>
    <p:sldId id="1733" r:id="rId1480"/>
    <p:sldId id="1734" r:id="rId1481"/>
    <p:sldId id="1735" r:id="rId1482"/>
    <p:sldId id="1736" r:id="rId1483"/>
    <p:sldId id="1737" r:id="rId1484"/>
    <p:sldId id="1738" r:id="rId1485"/>
    <p:sldId id="1739" r:id="rId1486"/>
    <p:sldId id="1740" r:id="rId1487"/>
    <p:sldId id="1741" r:id="rId1488"/>
    <p:sldId id="1742" r:id="rId1489"/>
    <p:sldId id="1743" r:id="rId1490"/>
    <p:sldId id="1744" r:id="rId1491"/>
    <p:sldId id="1745" r:id="rId1492"/>
    <p:sldId id="1746" r:id="rId1493"/>
    <p:sldId id="1747" r:id="rId1494"/>
    <p:sldId id="1748" r:id="rId1495"/>
    <p:sldId id="1749" r:id="rId1496"/>
    <p:sldId id="1750" r:id="rId1497"/>
    <p:sldId id="1751" r:id="rId1498"/>
    <p:sldId id="1752" r:id="rId1499"/>
    <p:sldId id="1753" r:id="rId1500"/>
    <p:sldId id="1754" r:id="rId1501"/>
    <p:sldId id="1755" r:id="rId1502"/>
    <p:sldId id="1756" r:id="rId1503"/>
    <p:sldId id="1757" r:id="rId1504"/>
    <p:sldId id="1758" r:id="rId1505"/>
    <p:sldId id="1759" r:id="rId1506"/>
    <p:sldId id="1760" r:id="rId1507"/>
    <p:sldId id="1761" r:id="rId1508"/>
    <p:sldId id="1762" r:id="rId1509"/>
    <p:sldId id="1763" r:id="rId1510"/>
    <p:sldId id="1764" r:id="rId1511"/>
    <p:sldId id="1765" r:id="rId1512"/>
    <p:sldId id="1766" r:id="rId1513"/>
    <p:sldId id="1767" r:id="rId1514"/>
    <p:sldId id="1768" r:id="rId1515"/>
    <p:sldId id="1769" r:id="rId1516"/>
    <p:sldId id="1770" r:id="rId1517"/>
    <p:sldId id="1771" r:id="rId1518"/>
    <p:sldId id="1772" r:id="rId1519"/>
    <p:sldId id="1773" r:id="rId1520"/>
    <p:sldId id="1774" r:id="rId1521"/>
    <p:sldId id="1775" r:id="rId1522"/>
    <p:sldId id="1776" r:id="rId1523"/>
    <p:sldId id="1777" r:id="rId1524"/>
    <p:sldId id="1778" r:id="rId1525"/>
    <p:sldId id="1779" r:id="rId1526"/>
    <p:sldId id="1780" r:id="rId1527"/>
    <p:sldId id="1781" r:id="rId1528"/>
    <p:sldId id="1782" r:id="rId1529"/>
    <p:sldId id="1783" r:id="rId1530"/>
    <p:sldId id="1784" r:id="rId1531"/>
    <p:sldId id="1785" r:id="rId1532"/>
    <p:sldId id="1786" r:id="rId1533"/>
    <p:sldId id="1787" r:id="rId1534"/>
    <p:sldId id="1788" r:id="rId1535"/>
    <p:sldId id="1789" r:id="rId1536"/>
    <p:sldId id="1790" r:id="rId1537"/>
    <p:sldId id="1791" r:id="rId1538"/>
    <p:sldId id="1792" r:id="rId1539"/>
    <p:sldId id="1793" r:id="rId1540"/>
    <p:sldId id="1794" r:id="rId1541"/>
    <p:sldId id="1795" r:id="rId1542"/>
    <p:sldId id="1796" r:id="rId1543"/>
    <p:sldId id="1797" r:id="rId1544"/>
    <p:sldId id="1798" r:id="rId1545"/>
    <p:sldId id="1799" r:id="rId1546"/>
    <p:sldId id="1800" r:id="rId1547"/>
    <p:sldId id="1801" r:id="rId1548"/>
    <p:sldId id="1802" r:id="rId1549"/>
    <p:sldId id="1803" r:id="rId1550"/>
    <p:sldId id="1804" r:id="rId1551"/>
    <p:sldId id="1805" r:id="rId1552"/>
    <p:sldId id="1806" r:id="rId1553"/>
    <p:sldId id="1807" r:id="rId1554"/>
    <p:sldId id="1808" r:id="rId1555"/>
    <p:sldId id="1809" r:id="rId1556"/>
    <p:sldId id="1810" r:id="rId1557"/>
    <p:sldId id="1811" r:id="rId1558"/>
    <p:sldId id="1812" r:id="rId1559"/>
    <p:sldId id="1813" r:id="rId1560"/>
    <p:sldId id="1814" r:id="rId1561"/>
    <p:sldId id="1815" r:id="rId1562"/>
    <p:sldId id="1816" r:id="rId1563"/>
    <p:sldId id="1817" r:id="rId1564"/>
    <p:sldId id="1818" r:id="rId1565"/>
    <p:sldId id="1819" r:id="rId1566"/>
    <p:sldId id="1820" r:id="rId1567"/>
    <p:sldId id="1821" r:id="rId1568"/>
    <p:sldId id="1822" r:id="rId1569"/>
    <p:sldId id="1823" r:id="rId1570"/>
    <p:sldId id="1824" r:id="rId1571"/>
    <p:sldId id="1825" r:id="rId1572"/>
    <p:sldId id="1826" r:id="rId1573"/>
    <p:sldId id="1827" r:id="rId1574"/>
    <p:sldId id="1828" r:id="rId1575"/>
    <p:sldId id="1829" r:id="rId1576"/>
    <p:sldId id="1830" r:id="rId1577"/>
    <p:sldId id="1831" r:id="rId1578"/>
    <p:sldId id="1832" r:id="rId1579"/>
    <p:sldId id="1833" r:id="rId1580"/>
    <p:sldId id="1834" r:id="rId1581"/>
    <p:sldId id="1835" r:id="rId1582"/>
    <p:sldId id="1836" r:id="rId1583"/>
    <p:sldId id="1837" r:id="rId1584"/>
    <p:sldId id="1838" r:id="rId1585"/>
    <p:sldId id="1839" r:id="rId1586"/>
    <p:sldId id="1840" r:id="rId1587"/>
    <p:sldId id="1841" r:id="rId1588"/>
    <p:sldId id="1842" r:id="rId1589"/>
    <p:sldId id="1843" r:id="rId1590"/>
    <p:sldId id="1844" r:id="rId1591"/>
    <p:sldId id="1845" r:id="rId1592"/>
    <p:sldId id="1846" r:id="rId1593"/>
    <p:sldId id="1847" r:id="rId1594"/>
    <p:sldId id="1848" r:id="rId1595"/>
    <p:sldId id="1849" r:id="rId1596"/>
    <p:sldId id="1850" r:id="rId1597"/>
    <p:sldId id="1851" r:id="rId1598"/>
    <p:sldId id="1852" r:id="rId1599"/>
    <p:sldId id="1853" r:id="rId1600"/>
    <p:sldId id="1854" r:id="rId1601"/>
    <p:sldId id="1855" r:id="rId1602"/>
    <p:sldId id="1856" r:id="rId1603"/>
    <p:sldId id="1857" r:id="rId1604"/>
    <p:sldId id="1858" r:id="rId1605"/>
    <p:sldId id="1859" r:id="rId1606"/>
    <p:sldId id="1860" r:id="rId1607"/>
    <p:sldId id="1861" r:id="rId1608"/>
    <p:sldId id="1862" r:id="rId1609"/>
    <p:sldId id="1863" r:id="rId1610"/>
    <p:sldId id="1864" r:id="rId1611"/>
    <p:sldId id="1865" r:id="rId1612"/>
    <p:sldId id="1866" r:id="rId1613"/>
    <p:sldId id="1867" r:id="rId1614"/>
    <p:sldId id="1868" r:id="rId1615"/>
    <p:sldId id="1869" r:id="rId1616"/>
    <p:sldId id="1870" r:id="rId1617"/>
    <p:sldId id="1871" r:id="rId1618"/>
    <p:sldId id="1872" r:id="rId1619"/>
    <p:sldId id="1873" r:id="rId1620"/>
    <p:sldId id="1874" r:id="rId1621"/>
    <p:sldId id="1875" r:id="rId1622"/>
    <p:sldId id="1876" r:id="rId1623"/>
    <p:sldId id="1877" r:id="rId1624"/>
    <p:sldId id="1878" r:id="rId1625"/>
    <p:sldId id="1879" r:id="rId1626"/>
    <p:sldId id="1880" r:id="rId1627"/>
    <p:sldId id="1881" r:id="rId1628"/>
    <p:sldId id="1882" r:id="rId1629"/>
    <p:sldId id="1883" r:id="rId1630"/>
    <p:sldId id="1884" r:id="rId1631"/>
    <p:sldId id="1885" r:id="rId1632"/>
    <p:sldId id="1886" r:id="rId1633"/>
    <p:sldId id="1887" r:id="rId1634"/>
    <p:sldId id="1888" r:id="rId1635"/>
    <p:sldId id="1889" r:id="rId1636"/>
    <p:sldId id="1890" r:id="rId1637"/>
    <p:sldId id="1891" r:id="rId1638"/>
    <p:sldId id="1892" r:id="rId1639"/>
    <p:sldId id="1893" r:id="rId1640"/>
    <p:sldId id="1894" r:id="rId1641"/>
    <p:sldId id="1895" r:id="rId1642"/>
    <p:sldId id="1896" r:id="rId1643"/>
    <p:sldId id="1897" r:id="rId1644"/>
    <p:sldId id="1898" r:id="rId1645"/>
    <p:sldId id="1899" r:id="rId1646"/>
    <p:sldId id="1900" r:id="rId1647"/>
    <p:sldId id="1901" r:id="rId1648"/>
    <p:sldId id="1902" r:id="rId1649"/>
    <p:sldId id="1903" r:id="rId1650"/>
    <p:sldId id="1904" r:id="rId1651"/>
    <p:sldId id="1905" r:id="rId1652"/>
    <p:sldId id="1906" r:id="rId1653"/>
    <p:sldId id="1907" r:id="rId1654"/>
    <p:sldId id="1908" r:id="rId1655"/>
    <p:sldId id="1909" r:id="rId1656"/>
    <p:sldId id="1910" r:id="rId1657"/>
    <p:sldId id="1911" r:id="rId1658"/>
    <p:sldId id="1912" r:id="rId1659"/>
    <p:sldId id="1913" r:id="rId1660"/>
    <p:sldId id="1914" r:id="rId1661"/>
    <p:sldId id="1915" r:id="rId1662"/>
    <p:sldId id="1916" r:id="rId1663"/>
    <p:sldId id="1917" r:id="rId1664"/>
    <p:sldId id="1918" r:id="rId1665"/>
    <p:sldId id="1919" r:id="rId1666"/>
    <p:sldId id="1920" r:id="rId1667"/>
    <p:sldId id="1921" r:id="rId1668"/>
    <p:sldId id="1922" r:id="rId1669"/>
    <p:sldId id="1923" r:id="rId1670"/>
    <p:sldId id="1924" r:id="rId1671"/>
    <p:sldId id="1925" r:id="rId1672"/>
    <p:sldId id="1926" r:id="rId1673"/>
    <p:sldId id="1927" r:id="rId1674"/>
    <p:sldId id="1928" r:id="rId1675"/>
    <p:sldId id="1929" r:id="rId1676"/>
    <p:sldId id="1930" r:id="rId1677"/>
    <p:sldId id="1931" r:id="rId1678"/>
    <p:sldId id="1932" r:id="rId1679"/>
    <p:sldId id="1933" r:id="rId1680"/>
    <p:sldId id="1934" r:id="rId1681"/>
    <p:sldId id="1935" r:id="rId1682"/>
    <p:sldId id="1936" r:id="rId1683"/>
    <p:sldId id="1937" r:id="rId1684"/>
    <p:sldId id="1938" r:id="rId1685"/>
    <p:sldId id="1939" r:id="rId1686"/>
    <p:sldId id="1940" r:id="rId1687"/>
    <p:sldId id="1941" r:id="rId1688"/>
    <p:sldId id="1942" r:id="rId1689"/>
    <p:sldId id="1943" r:id="rId1690"/>
    <p:sldId id="1944" r:id="rId1691"/>
    <p:sldId id="1945" r:id="rId1692"/>
    <p:sldId id="1946" r:id="rId1693"/>
    <p:sldId id="1947" r:id="rId1694"/>
    <p:sldId id="1948" r:id="rId1695"/>
    <p:sldId id="1949" r:id="rId1696"/>
    <p:sldId id="1950" r:id="rId1697"/>
    <p:sldId id="1951" r:id="rId1698"/>
    <p:sldId id="1952" r:id="rId1699"/>
    <p:sldId id="1953" r:id="rId1700"/>
    <p:sldId id="1954" r:id="rId1701"/>
    <p:sldId id="1955" r:id="rId1702"/>
    <p:sldId id="1956" r:id="rId1703"/>
    <p:sldId id="1957" r:id="rId1704"/>
    <p:sldId id="1958" r:id="rId1705"/>
    <p:sldId id="1959" r:id="rId1706"/>
    <p:sldId id="1960" r:id="rId1707"/>
    <p:sldId id="1961" r:id="rId1708"/>
    <p:sldId id="1962" r:id="rId1709"/>
    <p:sldId id="1963" r:id="rId1710"/>
    <p:sldId id="1964" r:id="rId1711"/>
    <p:sldId id="1965" r:id="rId1712"/>
    <p:sldId id="1966" r:id="rId1713"/>
    <p:sldId id="1967" r:id="rId1714"/>
    <p:sldId id="1968" r:id="rId1715"/>
    <p:sldId id="1969" r:id="rId1716"/>
    <p:sldId id="1970" r:id="rId1717"/>
    <p:sldId id="1971" r:id="rId1718"/>
    <p:sldId id="1972" r:id="rId1719"/>
    <p:sldId id="1973" r:id="rId1720"/>
    <p:sldId id="1974" r:id="rId1721"/>
    <p:sldId id="1975" r:id="rId1722"/>
    <p:sldId id="1976" r:id="rId1723"/>
    <p:sldId id="1977" r:id="rId1724"/>
    <p:sldId id="1978" r:id="rId1725"/>
    <p:sldId id="1979" r:id="rId1726"/>
    <p:sldId id="1980" r:id="rId1727"/>
    <p:sldId id="1981" r:id="rId1728"/>
    <p:sldId id="1982" r:id="rId1729"/>
    <p:sldId id="1983" r:id="rId1730"/>
    <p:sldId id="1984" r:id="rId1731"/>
    <p:sldId id="1985" r:id="rId1732"/>
    <p:sldId id="1986" r:id="rId1733"/>
    <p:sldId id="1987" r:id="rId1734"/>
    <p:sldId id="1988" r:id="rId1735"/>
    <p:sldId id="1989" r:id="rId1736"/>
    <p:sldId id="1990" r:id="rId1737"/>
    <p:sldId id="1991" r:id="rId1738"/>
    <p:sldId id="1992" r:id="rId1739"/>
    <p:sldId id="1993" r:id="rId1740"/>
    <p:sldId id="1994" r:id="rId1741"/>
    <p:sldId id="1995" r:id="rId1742"/>
    <p:sldId id="1996" r:id="rId1743"/>
    <p:sldId id="1997" r:id="rId1744"/>
    <p:sldId id="1998" r:id="rId1745"/>
    <p:sldId id="1999" r:id="rId1746"/>
    <p:sldId id="2000" r:id="rId1747"/>
    <p:sldId id="2001" r:id="rId1748"/>
    <p:sldId id="2002" r:id="rId1749"/>
    <p:sldId id="2003" r:id="rId1750"/>
    <p:sldId id="2004" r:id="rId1751"/>
    <p:sldId id="2005" r:id="rId1752"/>
    <p:sldId id="2006" r:id="rId1753"/>
    <p:sldId id="2007" r:id="rId1754"/>
    <p:sldId id="2008" r:id="rId1755"/>
    <p:sldId id="2009" r:id="rId1756"/>
    <p:sldId id="2010" r:id="rId1757"/>
    <p:sldId id="2011" r:id="rId1758"/>
    <p:sldId id="2012" r:id="rId1759"/>
    <p:sldId id="2013" r:id="rId1760"/>
    <p:sldId id="2014" r:id="rId1761"/>
    <p:sldId id="2015" r:id="rId1762"/>
    <p:sldId id="2016" r:id="rId1763"/>
    <p:sldId id="2017" r:id="rId1764"/>
    <p:sldId id="2018" r:id="rId1765"/>
    <p:sldId id="2019" r:id="rId1766"/>
    <p:sldId id="2020" r:id="rId1767"/>
    <p:sldId id="2021" r:id="rId1768"/>
    <p:sldId id="2022" r:id="rId1769"/>
    <p:sldId id="2023" r:id="rId1770"/>
    <p:sldId id="2024" r:id="rId1771"/>
    <p:sldId id="2025" r:id="rId1772"/>
    <p:sldId id="2026" r:id="rId1773"/>
    <p:sldId id="2027" r:id="rId1774"/>
    <p:sldId id="2028" r:id="rId1775"/>
    <p:sldId id="2029" r:id="rId1776"/>
    <p:sldId id="2030" r:id="rId1777"/>
    <p:sldId id="2031" r:id="rId1778"/>
    <p:sldId id="2032" r:id="rId1779"/>
    <p:sldId id="2033" r:id="rId1780"/>
    <p:sldId id="2034" r:id="rId1781"/>
    <p:sldId id="2035" r:id="rId1782"/>
    <p:sldId id="2036" r:id="rId1783"/>
    <p:sldId id="2037" r:id="rId1784"/>
    <p:sldId id="2038" r:id="rId1785"/>
    <p:sldId id="2039" r:id="rId1786"/>
    <p:sldId id="2040" r:id="rId1787"/>
    <p:sldId id="2041" r:id="rId1788"/>
    <p:sldId id="2042" r:id="rId1789"/>
    <p:sldId id="2043" r:id="rId1790"/>
    <p:sldId id="2044" r:id="rId1791"/>
    <p:sldId id="2045" r:id="rId1792"/>
    <p:sldId id="2046" r:id="rId1793"/>
    <p:sldId id="2047" r:id="rId1794"/>
    <p:sldId id="2048" r:id="rId1795"/>
    <p:sldId id="2049" r:id="rId1796"/>
    <p:sldId id="2050" r:id="rId1797"/>
    <p:sldId id="2051" r:id="rId1798"/>
    <p:sldId id="2052" r:id="rId1799"/>
    <p:sldId id="2053" r:id="rId1800"/>
    <p:sldId id="2054" r:id="rId1801"/>
    <p:sldId id="2055" r:id="rId1802"/>
    <p:sldId id="2056" r:id="rId1803"/>
    <p:sldId id="2057" r:id="rId1804"/>
    <p:sldId id="2058" r:id="rId1805"/>
    <p:sldId id="2059" r:id="rId1806"/>
    <p:sldId id="2060" r:id="rId1807"/>
    <p:sldId id="2061" r:id="rId1808"/>
    <p:sldId id="2062" r:id="rId1809"/>
    <p:sldId id="2063" r:id="rId1810"/>
    <p:sldId id="2064" r:id="rId1811"/>
    <p:sldId id="2065" r:id="rId1812"/>
    <p:sldId id="2066" r:id="rId1813"/>
    <p:sldId id="2067" r:id="rId1814"/>
    <p:sldId id="2068" r:id="rId1815"/>
    <p:sldId id="2069" r:id="rId1816"/>
    <p:sldId id="2070" r:id="rId1817"/>
    <p:sldId id="2071" r:id="rId1818"/>
    <p:sldId id="2072" r:id="rId1819"/>
    <p:sldId id="2073" r:id="rId1820"/>
    <p:sldId id="2074" r:id="rId1821"/>
    <p:sldId id="2075" r:id="rId1822"/>
    <p:sldId id="2076" r:id="rId1823"/>
    <p:sldId id="2077" r:id="rId1824"/>
    <p:sldId id="2078" r:id="rId1825"/>
    <p:sldId id="2079" r:id="rId1826"/>
    <p:sldId id="2080" r:id="rId1827"/>
    <p:sldId id="2081" r:id="rId1828"/>
    <p:sldId id="2082" r:id="rId1829"/>
    <p:sldId id="2083" r:id="rId1830"/>
    <p:sldId id="2084" r:id="rId1831"/>
    <p:sldId id="2085" r:id="rId1832"/>
    <p:sldId id="2086" r:id="rId1833"/>
    <p:sldId id="2087" r:id="rId1834"/>
    <p:sldId id="2088" r:id="rId1835"/>
    <p:sldId id="2089" r:id="rId1836"/>
    <p:sldId id="2090" r:id="rId1837"/>
    <p:sldId id="2091" r:id="rId1838"/>
    <p:sldId id="2092" r:id="rId1839"/>
    <p:sldId id="2093" r:id="rId1840"/>
    <p:sldId id="2094" r:id="rId1841"/>
    <p:sldId id="2095" r:id="rId1842"/>
    <p:sldId id="2096" r:id="rId1843"/>
    <p:sldId id="2097" r:id="rId1844"/>
    <p:sldId id="2098" r:id="rId1845"/>
    <p:sldId id="2099" r:id="rId1846"/>
    <p:sldId id="2100" r:id="rId1847"/>
    <p:sldId id="2101" r:id="rId1848"/>
    <p:sldId id="2102" r:id="rId1849"/>
    <p:sldId id="2103" r:id="rId1850"/>
    <p:sldId id="2104" r:id="rId1851"/>
    <p:sldId id="2105" r:id="rId1852"/>
    <p:sldId id="2106" r:id="rId1853"/>
    <p:sldId id="2107" r:id="rId1854"/>
    <p:sldId id="2108" r:id="rId1855"/>
    <p:sldId id="2109" r:id="rId1856"/>
    <p:sldId id="2110" r:id="rId1857"/>
    <p:sldId id="2111" r:id="rId1858"/>
    <p:sldId id="2112" r:id="rId1859"/>
    <p:sldId id="2113" r:id="rId1860"/>
    <p:sldId id="2114" r:id="rId1861"/>
    <p:sldId id="2115" r:id="rId1862"/>
    <p:sldId id="2116" r:id="rId1863"/>
    <p:sldId id="2117" r:id="rId1864"/>
    <p:sldId id="2118" r:id="rId1865"/>
    <p:sldId id="2119" r:id="rId1866"/>
    <p:sldId id="2120" r:id="rId1867"/>
    <p:sldId id="2121" r:id="rId1868"/>
    <p:sldId id="2122" r:id="rId1869"/>
    <p:sldId id="2123" r:id="rId1870"/>
    <p:sldId id="2124" r:id="rId1871"/>
    <p:sldId id="2125" r:id="rId1872"/>
    <p:sldId id="2126" r:id="rId1873"/>
    <p:sldId id="2127" r:id="rId1874"/>
    <p:sldId id="2128" r:id="rId1875"/>
    <p:sldId id="2129" r:id="rId1876"/>
    <p:sldId id="2130" r:id="rId1877"/>
    <p:sldId id="2131" r:id="rId1878"/>
    <p:sldId id="2132" r:id="rId1879"/>
    <p:sldId id="2133" r:id="rId1880"/>
    <p:sldId id="2134" r:id="rId1881"/>
    <p:sldId id="2135" r:id="rId1882"/>
    <p:sldId id="2136" r:id="rId1883"/>
    <p:sldId id="2137" r:id="rId1884"/>
    <p:sldId id="2138" r:id="rId1885"/>
    <p:sldId id="2139" r:id="rId1886"/>
    <p:sldId id="2140" r:id="rId1887"/>
    <p:sldId id="2141" r:id="rId1888"/>
    <p:sldId id="2142" r:id="rId1889"/>
    <p:sldId id="2143" r:id="rId1890"/>
    <p:sldId id="2144" r:id="rId1891"/>
    <p:sldId id="2145" r:id="rId1892"/>
    <p:sldId id="2146" r:id="rId1893"/>
    <p:sldId id="2147" r:id="rId1894"/>
    <p:sldId id="2148" r:id="rId1895"/>
    <p:sldId id="2149" r:id="rId1896"/>
    <p:sldId id="2150" r:id="rId1897"/>
    <p:sldId id="2151" r:id="rId1898"/>
    <p:sldId id="2152" r:id="rId1899"/>
    <p:sldId id="2153" r:id="rId1900"/>
    <p:sldId id="2154" r:id="rId1901"/>
    <p:sldId id="2155" r:id="rId1902"/>
    <p:sldId id="2156" r:id="rId1903"/>
    <p:sldId id="2157" r:id="rId1904"/>
    <p:sldId id="2158" r:id="rId1905"/>
    <p:sldId id="2159" r:id="rId1906"/>
    <p:sldId id="2160" r:id="rId1907"/>
    <p:sldId id="2161" r:id="rId1908"/>
    <p:sldId id="2162" r:id="rId1909"/>
    <p:sldId id="2163" r:id="rId1910"/>
    <p:sldId id="2164" r:id="rId1911"/>
    <p:sldId id="2165" r:id="rId1912"/>
    <p:sldId id="2166" r:id="rId1913"/>
    <p:sldId id="2167" r:id="rId1914"/>
    <p:sldId id="2168" r:id="rId1915"/>
    <p:sldId id="2169" r:id="rId1916"/>
    <p:sldId id="2170" r:id="rId1917"/>
    <p:sldId id="2171" r:id="rId1918"/>
    <p:sldId id="2172" r:id="rId1919"/>
    <p:sldId id="2173" r:id="rId1920"/>
    <p:sldId id="2174" r:id="rId1921"/>
    <p:sldId id="2175" r:id="rId1922"/>
    <p:sldId id="2176" r:id="rId1923"/>
    <p:sldId id="2177" r:id="rId1924"/>
    <p:sldId id="2178" r:id="rId1925"/>
    <p:sldId id="2179" r:id="rId1926"/>
    <p:sldId id="2180" r:id="rId1927"/>
    <p:sldId id="2181" r:id="rId1928"/>
    <p:sldId id="2182" r:id="rId1929"/>
    <p:sldId id="2183" r:id="rId1930"/>
    <p:sldId id="2184" r:id="rId1931"/>
    <p:sldId id="2185" r:id="rId1932"/>
    <p:sldId id="2186" r:id="rId1933"/>
    <p:sldId id="2187" r:id="rId1934"/>
    <p:sldId id="2188" r:id="rId1935"/>
    <p:sldId id="2189" r:id="rId1936"/>
    <p:sldId id="2190" r:id="rId1937"/>
    <p:sldId id="2191" r:id="rId1938"/>
    <p:sldId id="2192" r:id="rId1939"/>
    <p:sldId id="2193" r:id="rId1940"/>
    <p:sldId id="2194" r:id="rId1941"/>
    <p:sldId id="2195" r:id="rId1942"/>
    <p:sldId id="2196" r:id="rId1943"/>
    <p:sldId id="2197" r:id="rId1944"/>
    <p:sldId id="2198" r:id="rId1945"/>
    <p:sldId id="2199" r:id="rId1946"/>
    <p:sldId id="2200" r:id="rId1947"/>
    <p:sldId id="2201" r:id="rId1948"/>
    <p:sldId id="2202" r:id="rId1949"/>
    <p:sldId id="2203" r:id="rId1950"/>
    <p:sldId id="2204" r:id="rId1951"/>
    <p:sldId id="2205" r:id="rId1952"/>
    <p:sldId id="2206" r:id="rId1953"/>
    <p:sldId id="2207" r:id="rId1954"/>
    <p:sldId id="2208" r:id="rId1955"/>
    <p:sldId id="2209" r:id="rId1956"/>
    <p:sldId id="2210" r:id="rId1957"/>
    <p:sldId id="2211" r:id="rId1958"/>
    <p:sldId id="2212" r:id="rId1959"/>
    <p:sldId id="2213" r:id="rId1960"/>
    <p:sldId id="2214" r:id="rId1961"/>
    <p:sldId id="2215" r:id="rId1962"/>
    <p:sldId id="2216" r:id="rId1963"/>
    <p:sldId id="2217" r:id="rId1964"/>
    <p:sldId id="2218" r:id="rId1965"/>
    <p:sldId id="2219" r:id="rId1966"/>
    <p:sldId id="2220" r:id="rId1967"/>
    <p:sldId id="2221" r:id="rId1968"/>
    <p:sldId id="2222" r:id="rId1969"/>
    <p:sldId id="2223" r:id="rId1970"/>
    <p:sldId id="2224" r:id="rId1971"/>
    <p:sldId id="2225" r:id="rId1972"/>
    <p:sldId id="2226" r:id="rId1973"/>
    <p:sldId id="2227" r:id="rId1974"/>
    <p:sldId id="2228" r:id="rId1975"/>
    <p:sldId id="2229" r:id="rId1976"/>
    <p:sldId id="2230" r:id="rId1977"/>
    <p:sldId id="2231" r:id="rId1978"/>
    <p:sldId id="2232" r:id="rId1979"/>
    <p:sldId id="2233" r:id="rId1980"/>
    <p:sldId id="2234" r:id="rId1981"/>
    <p:sldId id="2235" r:id="rId1982"/>
    <p:sldId id="2236" r:id="rId1983"/>
    <p:sldId id="2237" r:id="rId1984"/>
    <p:sldId id="2238" r:id="rId198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09" Type="http://schemas.openxmlformats.org/officeDocument/2006/relationships/slide" Target="slides/slide107.xml"/><Relationship Id="rId110" Type="http://schemas.openxmlformats.org/officeDocument/2006/relationships/slide" Target="slides/slide108.xml"/><Relationship Id="rId111" Type="http://schemas.openxmlformats.org/officeDocument/2006/relationships/slide" Target="slides/slide109.xml"/><Relationship Id="rId112" Type="http://schemas.openxmlformats.org/officeDocument/2006/relationships/slide" Target="slides/slide110.xml"/><Relationship Id="rId113" Type="http://schemas.openxmlformats.org/officeDocument/2006/relationships/slide" Target="slides/slide111.xml"/><Relationship Id="rId114" Type="http://schemas.openxmlformats.org/officeDocument/2006/relationships/slide" Target="slides/slide112.xml"/><Relationship Id="rId115" Type="http://schemas.openxmlformats.org/officeDocument/2006/relationships/slide" Target="slides/slide113.xml"/><Relationship Id="rId116" Type="http://schemas.openxmlformats.org/officeDocument/2006/relationships/slide" Target="slides/slide114.xml"/><Relationship Id="rId117" Type="http://schemas.openxmlformats.org/officeDocument/2006/relationships/slide" Target="slides/slide115.xml"/><Relationship Id="rId118" Type="http://schemas.openxmlformats.org/officeDocument/2006/relationships/slide" Target="slides/slide116.xml"/><Relationship Id="rId119" Type="http://schemas.openxmlformats.org/officeDocument/2006/relationships/slide" Target="slides/slide117.xml"/><Relationship Id="rId120" Type="http://schemas.openxmlformats.org/officeDocument/2006/relationships/slide" Target="slides/slide118.xml"/><Relationship Id="rId121" Type="http://schemas.openxmlformats.org/officeDocument/2006/relationships/slide" Target="slides/slide119.xml"/><Relationship Id="rId122" Type="http://schemas.openxmlformats.org/officeDocument/2006/relationships/slide" Target="slides/slide120.xml"/><Relationship Id="rId123" Type="http://schemas.openxmlformats.org/officeDocument/2006/relationships/slide" Target="slides/slide121.xml"/><Relationship Id="rId124" Type="http://schemas.openxmlformats.org/officeDocument/2006/relationships/slide" Target="slides/slide122.xml"/><Relationship Id="rId125" Type="http://schemas.openxmlformats.org/officeDocument/2006/relationships/slide" Target="slides/slide123.xml"/><Relationship Id="rId126" Type="http://schemas.openxmlformats.org/officeDocument/2006/relationships/slide" Target="slides/slide124.xml"/><Relationship Id="rId127" Type="http://schemas.openxmlformats.org/officeDocument/2006/relationships/slide" Target="slides/slide125.xml"/><Relationship Id="rId128" Type="http://schemas.openxmlformats.org/officeDocument/2006/relationships/slide" Target="slides/slide126.xml"/><Relationship Id="rId129" Type="http://schemas.openxmlformats.org/officeDocument/2006/relationships/slide" Target="slides/slide127.xml"/><Relationship Id="rId130" Type="http://schemas.openxmlformats.org/officeDocument/2006/relationships/slide" Target="slides/slide128.xml"/><Relationship Id="rId131" Type="http://schemas.openxmlformats.org/officeDocument/2006/relationships/slide" Target="slides/slide129.xml"/><Relationship Id="rId132" Type="http://schemas.openxmlformats.org/officeDocument/2006/relationships/slide" Target="slides/slide130.xml"/><Relationship Id="rId133" Type="http://schemas.openxmlformats.org/officeDocument/2006/relationships/slide" Target="slides/slide131.xml"/><Relationship Id="rId134" Type="http://schemas.openxmlformats.org/officeDocument/2006/relationships/slide" Target="slides/slide132.xml"/><Relationship Id="rId135" Type="http://schemas.openxmlformats.org/officeDocument/2006/relationships/slide" Target="slides/slide133.xml"/><Relationship Id="rId136" Type="http://schemas.openxmlformats.org/officeDocument/2006/relationships/slide" Target="slides/slide134.xml"/><Relationship Id="rId137" Type="http://schemas.openxmlformats.org/officeDocument/2006/relationships/slide" Target="slides/slide135.xml"/><Relationship Id="rId138" Type="http://schemas.openxmlformats.org/officeDocument/2006/relationships/slide" Target="slides/slide136.xml"/><Relationship Id="rId139" Type="http://schemas.openxmlformats.org/officeDocument/2006/relationships/slide" Target="slides/slide137.xml"/><Relationship Id="rId140" Type="http://schemas.openxmlformats.org/officeDocument/2006/relationships/slide" Target="slides/slide138.xml"/><Relationship Id="rId141" Type="http://schemas.openxmlformats.org/officeDocument/2006/relationships/slide" Target="slides/slide139.xml"/><Relationship Id="rId142" Type="http://schemas.openxmlformats.org/officeDocument/2006/relationships/slide" Target="slides/slide140.xml"/><Relationship Id="rId143" Type="http://schemas.openxmlformats.org/officeDocument/2006/relationships/slide" Target="slides/slide141.xml"/><Relationship Id="rId144" Type="http://schemas.openxmlformats.org/officeDocument/2006/relationships/slide" Target="slides/slide142.xml"/><Relationship Id="rId145" Type="http://schemas.openxmlformats.org/officeDocument/2006/relationships/slide" Target="slides/slide143.xml"/><Relationship Id="rId146" Type="http://schemas.openxmlformats.org/officeDocument/2006/relationships/slide" Target="slides/slide144.xml"/><Relationship Id="rId147" Type="http://schemas.openxmlformats.org/officeDocument/2006/relationships/slide" Target="slides/slide145.xml"/><Relationship Id="rId148" Type="http://schemas.openxmlformats.org/officeDocument/2006/relationships/slide" Target="slides/slide146.xml"/><Relationship Id="rId149" Type="http://schemas.openxmlformats.org/officeDocument/2006/relationships/slide" Target="slides/slide147.xml"/><Relationship Id="rId150" Type="http://schemas.openxmlformats.org/officeDocument/2006/relationships/slide" Target="slides/slide148.xml"/><Relationship Id="rId151" Type="http://schemas.openxmlformats.org/officeDocument/2006/relationships/slide" Target="slides/slide149.xml"/><Relationship Id="rId152" Type="http://schemas.openxmlformats.org/officeDocument/2006/relationships/slide" Target="slides/slide150.xml"/><Relationship Id="rId153" Type="http://schemas.openxmlformats.org/officeDocument/2006/relationships/slide" Target="slides/slide151.xml"/><Relationship Id="rId154" Type="http://schemas.openxmlformats.org/officeDocument/2006/relationships/slide" Target="slides/slide152.xml"/><Relationship Id="rId155" Type="http://schemas.openxmlformats.org/officeDocument/2006/relationships/slide" Target="slides/slide153.xml"/><Relationship Id="rId156" Type="http://schemas.openxmlformats.org/officeDocument/2006/relationships/slide" Target="slides/slide154.xml"/><Relationship Id="rId157" Type="http://schemas.openxmlformats.org/officeDocument/2006/relationships/slide" Target="slides/slide155.xml"/><Relationship Id="rId158" Type="http://schemas.openxmlformats.org/officeDocument/2006/relationships/slide" Target="slides/slide156.xml"/><Relationship Id="rId159" Type="http://schemas.openxmlformats.org/officeDocument/2006/relationships/slide" Target="slides/slide157.xml"/><Relationship Id="rId160" Type="http://schemas.openxmlformats.org/officeDocument/2006/relationships/slide" Target="slides/slide158.xml"/><Relationship Id="rId161" Type="http://schemas.openxmlformats.org/officeDocument/2006/relationships/slide" Target="slides/slide159.xml"/><Relationship Id="rId162" Type="http://schemas.openxmlformats.org/officeDocument/2006/relationships/slide" Target="slides/slide160.xml"/><Relationship Id="rId163" Type="http://schemas.openxmlformats.org/officeDocument/2006/relationships/slide" Target="slides/slide161.xml"/><Relationship Id="rId164" Type="http://schemas.openxmlformats.org/officeDocument/2006/relationships/slide" Target="slides/slide162.xml"/><Relationship Id="rId165" Type="http://schemas.openxmlformats.org/officeDocument/2006/relationships/slide" Target="slides/slide163.xml"/><Relationship Id="rId166" Type="http://schemas.openxmlformats.org/officeDocument/2006/relationships/slide" Target="slides/slide164.xml"/><Relationship Id="rId167" Type="http://schemas.openxmlformats.org/officeDocument/2006/relationships/slide" Target="slides/slide165.xml"/><Relationship Id="rId168" Type="http://schemas.openxmlformats.org/officeDocument/2006/relationships/slide" Target="slides/slide166.xml"/><Relationship Id="rId169" Type="http://schemas.openxmlformats.org/officeDocument/2006/relationships/slide" Target="slides/slide167.xml"/><Relationship Id="rId170" Type="http://schemas.openxmlformats.org/officeDocument/2006/relationships/slide" Target="slides/slide168.xml"/><Relationship Id="rId171" Type="http://schemas.openxmlformats.org/officeDocument/2006/relationships/slide" Target="slides/slide169.xml"/><Relationship Id="rId172" Type="http://schemas.openxmlformats.org/officeDocument/2006/relationships/slide" Target="slides/slide170.xml"/><Relationship Id="rId173" Type="http://schemas.openxmlformats.org/officeDocument/2006/relationships/slide" Target="slides/slide171.xml"/><Relationship Id="rId174" Type="http://schemas.openxmlformats.org/officeDocument/2006/relationships/slide" Target="slides/slide172.xml"/><Relationship Id="rId175" Type="http://schemas.openxmlformats.org/officeDocument/2006/relationships/slide" Target="slides/slide173.xml"/><Relationship Id="rId176" Type="http://schemas.openxmlformats.org/officeDocument/2006/relationships/slide" Target="slides/slide174.xml"/><Relationship Id="rId177" Type="http://schemas.openxmlformats.org/officeDocument/2006/relationships/slide" Target="slides/slide175.xml"/><Relationship Id="rId178" Type="http://schemas.openxmlformats.org/officeDocument/2006/relationships/slide" Target="slides/slide176.xml"/><Relationship Id="rId179" Type="http://schemas.openxmlformats.org/officeDocument/2006/relationships/slide" Target="slides/slide177.xml"/><Relationship Id="rId180" Type="http://schemas.openxmlformats.org/officeDocument/2006/relationships/slide" Target="slides/slide178.xml"/><Relationship Id="rId181" Type="http://schemas.openxmlformats.org/officeDocument/2006/relationships/slide" Target="slides/slide179.xml"/><Relationship Id="rId182" Type="http://schemas.openxmlformats.org/officeDocument/2006/relationships/slide" Target="slides/slide180.xml"/><Relationship Id="rId183" Type="http://schemas.openxmlformats.org/officeDocument/2006/relationships/slide" Target="slides/slide181.xml"/><Relationship Id="rId184" Type="http://schemas.openxmlformats.org/officeDocument/2006/relationships/slide" Target="slides/slide182.xml"/><Relationship Id="rId185" Type="http://schemas.openxmlformats.org/officeDocument/2006/relationships/slide" Target="slides/slide183.xml"/><Relationship Id="rId186" Type="http://schemas.openxmlformats.org/officeDocument/2006/relationships/slide" Target="slides/slide184.xml"/><Relationship Id="rId187" Type="http://schemas.openxmlformats.org/officeDocument/2006/relationships/slide" Target="slides/slide185.xml"/><Relationship Id="rId188" Type="http://schemas.openxmlformats.org/officeDocument/2006/relationships/slide" Target="slides/slide186.xml"/><Relationship Id="rId189" Type="http://schemas.openxmlformats.org/officeDocument/2006/relationships/slide" Target="slides/slide187.xml"/><Relationship Id="rId190" Type="http://schemas.openxmlformats.org/officeDocument/2006/relationships/slide" Target="slides/slide188.xml"/><Relationship Id="rId191" Type="http://schemas.openxmlformats.org/officeDocument/2006/relationships/slide" Target="slides/slide189.xml"/><Relationship Id="rId192" Type="http://schemas.openxmlformats.org/officeDocument/2006/relationships/slide" Target="slides/slide190.xml"/><Relationship Id="rId193" Type="http://schemas.openxmlformats.org/officeDocument/2006/relationships/slide" Target="slides/slide191.xml"/><Relationship Id="rId194" Type="http://schemas.openxmlformats.org/officeDocument/2006/relationships/slide" Target="slides/slide192.xml"/><Relationship Id="rId195" Type="http://schemas.openxmlformats.org/officeDocument/2006/relationships/slide" Target="slides/slide193.xml"/><Relationship Id="rId196" Type="http://schemas.openxmlformats.org/officeDocument/2006/relationships/slide" Target="slides/slide194.xml"/><Relationship Id="rId197" Type="http://schemas.openxmlformats.org/officeDocument/2006/relationships/slide" Target="slides/slide195.xml"/><Relationship Id="rId198" Type="http://schemas.openxmlformats.org/officeDocument/2006/relationships/slide" Target="slides/slide196.xml"/><Relationship Id="rId199" Type="http://schemas.openxmlformats.org/officeDocument/2006/relationships/slide" Target="slides/slide197.xml"/><Relationship Id="rId200" Type="http://schemas.openxmlformats.org/officeDocument/2006/relationships/slide" Target="slides/slide198.xml"/><Relationship Id="rId201" Type="http://schemas.openxmlformats.org/officeDocument/2006/relationships/slide" Target="slides/slide199.xml"/><Relationship Id="rId202" Type="http://schemas.openxmlformats.org/officeDocument/2006/relationships/slide" Target="slides/slide200.xml"/><Relationship Id="rId203" Type="http://schemas.openxmlformats.org/officeDocument/2006/relationships/slide" Target="slides/slide201.xml"/><Relationship Id="rId204" Type="http://schemas.openxmlformats.org/officeDocument/2006/relationships/slide" Target="slides/slide202.xml"/><Relationship Id="rId205" Type="http://schemas.openxmlformats.org/officeDocument/2006/relationships/slide" Target="slides/slide203.xml"/><Relationship Id="rId206" Type="http://schemas.openxmlformats.org/officeDocument/2006/relationships/slide" Target="slides/slide204.xml"/><Relationship Id="rId207" Type="http://schemas.openxmlformats.org/officeDocument/2006/relationships/slide" Target="slides/slide205.xml"/><Relationship Id="rId208" Type="http://schemas.openxmlformats.org/officeDocument/2006/relationships/slide" Target="slides/slide206.xml"/><Relationship Id="rId209" Type="http://schemas.openxmlformats.org/officeDocument/2006/relationships/slide" Target="slides/slide207.xml"/><Relationship Id="rId210" Type="http://schemas.openxmlformats.org/officeDocument/2006/relationships/slide" Target="slides/slide208.xml"/><Relationship Id="rId211" Type="http://schemas.openxmlformats.org/officeDocument/2006/relationships/slide" Target="slides/slide209.xml"/><Relationship Id="rId212" Type="http://schemas.openxmlformats.org/officeDocument/2006/relationships/slide" Target="slides/slide210.xml"/><Relationship Id="rId213" Type="http://schemas.openxmlformats.org/officeDocument/2006/relationships/slide" Target="slides/slide211.xml"/><Relationship Id="rId214" Type="http://schemas.openxmlformats.org/officeDocument/2006/relationships/slide" Target="slides/slide212.xml"/><Relationship Id="rId215" Type="http://schemas.openxmlformats.org/officeDocument/2006/relationships/slide" Target="slides/slide213.xml"/><Relationship Id="rId216" Type="http://schemas.openxmlformats.org/officeDocument/2006/relationships/slide" Target="slides/slide214.xml"/><Relationship Id="rId217" Type="http://schemas.openxmlformats.org/officeDocument/2006/relationships/slide" Target="slides/slide215.xml"/><Relationship Id="rId218" Type="http://schemas.openxmlformats.org/officeDocument/2006/relationships/slide" Target="slides/slide216.xml"/><Relationship Id="rId219" Type="http://schemas.openxmlformats.org/officeDocument/2006/relationships/slide" Target="slides/slide217.xml"/><Relationship Id="rId220" Type="http://schemas.openxmlformats.org/officeDocument/2006/relationships/slide" Target="slides/slide218.xml"/><Relationship Id="rId221" Type="http://schemas.openxmlformats.org/officeDocument/2006/relationships/slide" Target="slides/slide219.xml"/><Relationship Id="rId222" Type="http://schemas.openxmlformats.org/officeDocument/2006/relationships/slide" Target="slides/slide220.xml"/><Relationship Id="rId223" Type="http://schemas.openxmlformats.org/officeDocument/2006/relationships/slide" Target="slides/slide221.xml"/><Relationship Id="rId224" Type="http://schemas.openxmlformats.org/officeDocument/2006/relationships/slide" Target="slides/slide222.xml"/><Relationship Id="rId225" Type="http://schemas.openxmlformats.org/officeDocument/2006/relationships/slide" Target="slides/slide223.xml"/><Relationship Id="rId226" Type="http://schemas.openxmlformats.org/officeDocument/2006/relationships/slide" Target="slides/slide224.xml"/><Relationship Id="rId227" Type="http://schemas.openxmlformats.org/officeDocument/2006/relationships/slide" Target="slides/slide225.xml"/><Relationship Id="rId228" Type="http://schemas.openxmlformats.org/officeDocument/2006/relationships/slide" Target="slides/slide226.xml"/><Relationship Id="rId229" Type="http://schemas.openxmlformats.org/officeDocument/2006/relationships/slide" Target="slides/slide227.xml"/><Relationship Id="rId230" Type="http://schemas.openxmlformats.org/officeDocument/2006/relationships/slide" Target="slides/slide228.xml"/><Relationship Id="rId231" Type="http://schemas.openxmlformats.org/officeDocument/2006/relationships/slide" Target="slides/slide229.xml"/><Relationship Id="rId232" Type="http://schemas.openxmlformats.org/officeDocument/2006/relationships/slide" Target="slides/slide230.xml"/><Relationship Id="rId233" Type="http://schemas.openxmlformats.org/officeDocument/2006/relationships/slide" Target="slides/slide231.xml"/><Relationship Id="rId234" Type="http://schemas.openxmlformats.org/officeDocument/2006/relationships/slide" Target="slides/slide232.xml"/><Relationship Id="rId235" Type="http://schemas.openxmlformats.org/officeDocument/2006/relationships/slide" Target="slides/slide233.xml"/><Relationship Id="rId236" Type="http://schemas.openxmlformats.org/officeDocument/2006/relationships/slide" Target="slides/slide234.xml"/><Relationship Id="rId237" Type="http://schemas.openxmlformats.org/officeDocument/2006/relationships/slide" Target="slides/slide235.xml"/><Relationship Id="rId238" Type="http://schemas.openxmlformats.org/officeDocument/2006/relationships/slide" Target="slides/slide236.xml"/><Relationship Id="rId239" Type="http://schemas.openxmlformats.org/officeDocument/2006/relationships/slide" Target="slides/slide237.xml"/><Relationship Id="rId240" Type="http://schemas.openxmlformats.org/officeDocument/2006/relationships/slide" Target="slides/slide238.xml"/><Relationship Id="rId241" Type="http://schemas.openxmlformats.org/officeDocument/2006/relationships/slide" Target="slides/slide239.xml"/><Relationship Id="rId242" Type="http://schemas.openxmlformats.org/officeDocument/2006/relationships/slide" Target="slides/slide240.xml"/><Relationship Id="rId243" Type="http://schemas.openxmlformats.org/officeDocument/2006/relationships/slide" Target="slides/slide241.xml"/><Relationship Id="rId244" Type="http://schemas.openxmlformats.org/officeDocument/2006/relationships/slide" Target="slides/slide242.xml"/><Relationship Id="rId245" Type="http://schemas.openxmlformats.org/officeDocument/2006/relationships/slide" Target="slides/slide243.xml"/><Relationship Id="rId246" Type="http://schemas.openxmlformats.org/officeDocument/2006/relationships/slide" Target="slides/slide244.xml"/><Relationship Id="rId247" Type="http://schemas.openxmlformats.org/officeDocument/2006/relationships/slide" Target="slides/slide245.xml"/><Relationship Id="rId248" Type="http://schemas.openxmlformats.org/officeDocument/2006/relationships/slide" Target="slides/slide246.xml"/><Relationship Id="rId249" Type="http://schemas.openxmlformats.org/officeDocument/2006/relationships/slide" Target="slides/slide247.xml"/><Relationship Id="rId250" Type="http://schemas.openxmlformats.org/officeDocument/2006/relationships/slide" Target="slides/slide248.xml"/><Relationship Id="rId251" Type="http://schemas.openxmlformats.org/officeDocument/2006/relationships/slide" Target="slides/slide249.xml"/><Relationship Id="rId252" Type="http://schemas.openxmlformats.org/officeDocument/2006/relationships/slide" Target="slides/slide250.xml"/><Relationship Id="rId253" Type="http://schemas.openxmlformats.org/officeDocument/2006/relationships/slide" Target="slides/slide251.xml"/><Relationship Id="rId254" Type="http://schemas.openxmlformats.org/officeDocument/2006/relationships/slide" Target="slides/slide252.xml"/><Relationship Id="rId255" Type="http://schemas.openxmlformats.org/officeDocument/2006/relationships/slide" Target="slides/slide253.xml"/><Relationship Id="rId256" Type="http://schemas.openxmlformats.org/officeDocument/2006/relationships/slide" Target="slides/slide254.xml"/><Relationship Id="rId257" Type="http://schemas.openxmlformats.org/officeDocument/2006/relationships/slide" Target="slides/slide255.xml"/><Relationship Id="rId258" Type="http://schemas.openxmlformats.org/officeDocument/2006/relationships/slide" Target="slides/slide256.xml"/><Relationship Id="rId259" Type="http://schemas.openxmlformats.org/officeDocument/2006/relationships/slide" Target="slides/slide257.xml"/><Relationship Id="rId260" Type="http://schemas.openxmlformats.org/officeDocument/2006/relationships/slide" Target="slides/slide258.xml"/><Relationship Id="rId261" Type="http://schemas.openxmlformats.org/officeDocument/2006/relationships/slide" Target="slides/slide259.xml"/><Relationship Id="rId262" Type="http://schemas.openxmlformats.org/officeDocument/2006/relationships/slide" Target="slides/slide260.xml"/><Relationship Id="rId263" Type="http://schemas.openxmlformats.org/officeDocument/2006/relationships/slide" Target="slides/slide261.xml"/><Relationship Id="rId264" Type="http://schemas.openxmlformats.org/officeDocument/2006/relationships/slide" Target="slides/slide262.xml"/><Relationship Id="rId265" Type="http://schemas.openxmlformats.org/officeDocument/2006/relationships/slide" Target="slides/slide263.xml"/><Relationship Id="rId266" Type="http://schemas.openxmlformats.org/officeDocument/2006/relationships/slide" Target="slides/slide264.xml"/><Relationship Id="rId267" Type="http://schemas.openxmlformats.org/officeDocument/2006/relationships/slide" Target="slides/slide265.xml"/><Relationship Id="rId268" Type="http://schemas.openxmlformats.org/officeDocument/2006/relationships/slide" Target="slides/slide266.xml"/><Relationship Id="rId269" Type="http://schemas.openxmlformats.org/officeDocument/2006/relationships/slide" Target="slides/slide267.xml"/><Relationship Id="rId270" Type="http://schemas.openxmlformats.org/officeDocument/2006/relationships/slide" Target="slides/slide268.xml"/><Relationship Id="rId271" Type="http://schemas.openxmlformats.org/officeDocument/2006/relationships/slide" Target="slides/slide269.xml"/><Relationship Id="rId272" Type="http://schemas.openxmlformats.org/officeDocument/2006/relationships/slide" Target="slides/slide270.xml"/><Relationship Id="rId273" Type="http://schemas.openxmlformats.org/officeDocument/2006/relationships/slide" Target="slides/slide271.xml"/><Relationship Id="rId274" Type="http://schemas.openxmlformats.org/officeDocument/2006/relationships/slide" Target="slides/slide272.xml"/><Relationship Id="rId275" Type="http://schemas.openxmlformats.org/officeDocument/2006/relationships/slide" Target="slides/slide273.xml"/><Relationship Id="rId276" Type="http://schemas.openxmlformats.org/officeDocument/2006/relationships/slide" Target="slides/slide274.xml"/><Relationship Id="rId277" Type="http://schemas.openxmlformats.org/officeDocument/2006/relationships/slide" Target="slides/slide275.xml"/><Relationship Id="rId278" Type="http://schemas.openxmlformats.org/officeDocument/2006/relationships/slide" Target="slides/slide276.xml"/><Relationship Id="rId279" Type="http://schemas.openxmlformats.org/officeDocument/2006/relationships/slide" Target="slides/slide277.xml"/><Relationship Id="rId280" Type="http://schemas.openxmlformats.org/officeDocument/2006/relationships/slide" Target="slides/slide278.xml"/><Relationship Id="rId281" Type="http://schemas.openxmlformats.org/officeDocument/2006/relationships/slide" Target="slides/slide279.xml"/><Relationship Id="rId282" Type="http://schemas.openxmlformats.org/officeDocument/2006/relationships/slide" Target="slides/slide280.xml"/><Relationship Id="rId283" Type="http://schemas.openxmlformats.org/officeDocument/2006/relationships/slide" Target="slides/slide281.xml"/><Relationship Id="rId284" Type="http://schemas.openxmlformats.org/officeDocument/2006/relationships/slide" Target="slides/slide282.xml"/><Relationship Id="rId285" Type="http://schemas.openxmlformats.org/officeDocument/2006/relationships/slide" Target="slides/slide283.xml"/><Relationship Id="rId286" Type="http://schemas.openxmlformats.org/officeDocument/2006/relationships/slide" Target="slides/slide284.xml"/><Relationship Id="rId287" Type="http://schemas.openxmlformats.org/officeDocument/2006/relationships/slide" Target="slides/slide285.xml"/><Relationship Id="rId288" Type="http://schemas.openxmlformats.org/officeDocument/2006/relationships/slide" Target="slides/slide286.xml"/><Relationship Id="rId289" Type="http://schemas.openxmlformats.org/officeDocument/2006/relationships/slide" Target="slides/slide287.xml"/><Relationship Id="rId290" Type="http://schemas.openxmlformats.org/officeDocument/2006/relationships/slide" Target="slides/slide288.xml"/><Relationship Id="rId291" Type="http://schemas.openxmlformats.org/officeDocument/2006/relationships/slide" Target="slides/slide289.xml"/><Relationship Id="rId292" Type="http://schemas.openxmlformats.org/officeDocument/2006/relationships/slide" Target="slides/slide290.xml"/><Relationship Id="rId293" Type="http://schemas.openxmlformats.org/officeDocument/2006/relationships/slide" Target="slides/slide291.xml"/><Relationship Id="rId294" Type="http://schemas.openxmlformats.org/officeDocument/2006/relationships/slide" Target="slides/slide292.xml"/><Relationship Id="rId295" Type="http://schemas.openxmlformats.org/officeDocument/2006/relationships/slide" Target="slides/slide293.xml"/><Relationship Id="rId296" Type="http://schemas.openxmlformats.org/officeDocument/2006/relationships/slide" Target="slides/slide294.xml"/><Relationship Id="rId297" Type="http://schemas.openxmlformats.org/officeDocument/2006/relationships/slide" Target="slides/slide295.xml"/><Relationship Id="rId298" Type="http://schemas.openxmlformats.org/officeDocument/2006/relationships/slide" Target="slides/slide296.xml"/><Relationship Id="rId299" Type="http://schemas.openxmlformats.org/officeDocument/2006/relationships/slide" Target="slides/slide297.xml"/><Relationship Id="rId300" Type="http://schemas.openxmlformats.org/officeDocument/2006/relationships/slide" Target="slides/slide298.xml"/><Relationship Id="rId301" Type="http://schemas.openxmlformats.org/officeDocument/2006/relationships/slide" Target="slides/slide299.xml"/><Relationship Id="rId302" Type="http://schemas.openxmlformats.org/officeDocument/2006/relationships/slide" Target="slides/slide300.xml"/><Relationship Id="rId303" Type="http://schemas.openxmlformats.org/officeDocument/2006/relationships/slide" Target="slides/slide301.xml"/><Relationship Id="rId304" Type="http://schemas.openxmlformats.org/officeDocument/2006/relationships/slide" Target="slides/slide302.xml"/><Relationship Id="rId305" Type="http://schemas.openxmlformats.org/officeDocument/2006/relationships/slide" Target="slides/slide303.xml"/><Relationship Id="rId306" Type="http://schemas.openxmlformats.org/officeDocument/2006/relationships/slide" Target="slides/slide304.xml"/><Relationship Id="rId307" Type="http://schemas.openxmlformats.org/officeDocument/2006/relationships/slide" Target="slides/slide305.xml"/><Relationship Id="rId308" Type="http://schemas.openxmlformats.org/officeDocument/2006/relationships/slide" Target="slides/slide306.xml"/><Relationship Id="rId309" Type="http://schemas.openxmlformats.org/officeDocument/2006/relationships/slide" Target="slides/slide307.xml"/><Relationship Id="rId310" Type="http://schemas.openxmlformats.org/officeDocument/2006/relationships/slide" Target="slides/slide308.xml"/><Relationship Id="rId311" Type="http://schemas.openxmlformats.org/officeDocument/2006/relationships/slide" Target="slides/slide309.xml"/><Relationship Id="rId312" Type="http://schemas.openxmlformats.org/officeDocument/2006/relationships/slide" Target="slides/slide310.xml"/><Relationship Id="rId313" Type="http://schemas.openxmlformats.org/officeDocument/2006/relationships/slide" Target="slides/slide311.xml"/><Relationship Id="rId314" Type="http://schemas.openxmlformats.org/officeDocument/2006/relationships/slide" Target="slides/slide312.xml"/><Relationship Id="rId315" Type="http://schemas.openxmlformats.org/officeDocument/2006/relationships/slide" Target="slides/slide313.xml"/><Relationship Id="rId316" Type="http://schemas.openxmlformats.org/officeDocument/2006/relationships/slide" Target="slides/slide314.xml"/><Relationship Id="rId317" Type="http://schemas.openxmlformats.org/officeDocument/2006/relationships/slide" Target="slides/slide315.xml"/><Relationship Id="rId318" Type="http://schemas.openxmlformats.org/officeDocument/2006/relationships/slide" Target="slides/slide316.xml"/><Relationship Id="rId319" Type="http://schemas.openxmlformats.org/officeDocument/2006/relationships/slide" Target="slides/slide317.xml"/><Relationship Id="rId320" Type="http://schemas.openxmlformats.org/officeDocument/2006/relationships/slide" Target="slides/slide318.xml"/><Relationship Id="rId321" Type="http://schemas.openxmlformats.org/officeDocument/2006/relationships/slide" Target="slides/slide319.xml"/><Relationship Id="rId322" Type="http://schemas.openxmlformats.org/officeDocument/2006/relationships/slide" Target="slides/slide320.xml"/><Relationship Id="rId323" Type="http://schemas.openxmlformats.org/officeDocument/2006/relationships/slide" Target="slides/slide321.xml"/><Relationship Id="rId324" Type="http://schemas.openxmlformats.org/officeDocument/2006/relationships/slide" Target="slides/slide322.xml"/><Relationship Id="rId325" Type="http://schemas.openxmlformats.org/officeDocument/2006/relationships/slide" Target="slides/slide323.xml"/><Relationship Id="rId326" Type="http://schemas.openxmlformats.org/officeDocument/2006/relationships/slide" Target="slides/slide324.xml"/><Relationship Id="rId327" Type="http://schemas.openxmlformats.org/officeDocument/2006/relationships/slide" Target="slides/slide325.xml"/><Relationship Id="rId328" Type="http://schemas.openxmlformats.org/officeDocument/2006/relationships/slide" Target="slides/slide326.xml"/><Relationship Id="rId329" Type="http://schemas.openxmlformats.org/officeDocument/2006/relationships/slide" Target="slides/slide327.xml"/><Relationship Id="rId330" Type="http://schemas.openxmlformats.org/officeDocument/2006/relationships/slide" Target="slides/slide328.xml"/><Relationship Id="rId331" Type="http://schemas.openxmlformats.org/officeDocument/2006/relationships/slide" Target="slides/slide329.xml"/><Relationship Id="rId332" Type="http://schemas.openxmlformats.org/officeDocument/2006/relationships/slide" Target="slides/slide330.xml"/><Relationship Id="rId333" Type="http://schemas.openxmlformats.org/officeDocument/2006/relationships/slide" Target="slides/slide331.xml"/><Relationship Id="rId334" Type="http://schemas.openxmlformats.org/officeDocument/2006/relationships/slide" Target="slides/slide332.xml"/><Relationship Id="rId335" Type="http://schemas.openxmlformats.org/officeDocument/2006/relationships/slide" Target="slides/slide333.xml"/><Relationship Id="rId336" Type="http://schemas.openxmlformats.org/officeDocument/2006/relationships/slide" Target="slides/slide334.xml"/><Relationship Id="rId337" Type="http://schemas.openxmlformats.org/officeDocument/2006/relationships/slide" Target="slides/slide335.xml"/><Relationship Id="rId338" Type="http://schemas.openxmlformats.org/officeDocument/2006/relationships/slide" Target="slides/slide336.xml"/><Relationship Id="rId339" Type="http://schemas.openxmlformats.org/officeDocument/2006/relationships/slide" Target="slides/slide337.xml"/><Relationship Id="rId340" Type="http://schemas.openxmlformats.org/officeDocument/2006/relationships/slide" Target="slides/slide338.xml"/><Relationship Id="rId341" Type="http://schemas.openxmlformats.org/officeDocument/2006/relationships/slide" Target="slides/slide339.xml"/><Relationship Id="rId342" Type="http://schemas.openxmlformats.org/officeDocument/2006/relationships/slide" Target="slides/slide340.xml"/><Relationship Id="rId343" Type="http://schemas.openxmlformats.org/officeDocument/2006/relationships/slide" Target="slides/slide341.xml"/><Relationship Id="rId344" Type="http://schemas.openxmlformats.org/officeDocument/2006/relationships/slide" Target="slides/slide342.xml"/><Relationship Id="rId345" Type="http://schemas.openxmlformats.org/officeDocument/2006/relationships/slide" Target="slides/slide343.xml"/><Relationship Id="rId346" Type="http://schemas.openxmlformats.org/officeDocument/2006/relationships/slide" Target="slides/slide344.xml"/><Relationship Id="rId347" Type="http://schemas.openxmlformats.org/officeDocument/2006/relationships/slide" Target="slides/slide345.xml"/><Relationship Id="rId348" Type="http://schemas.openxmlformats.org/officeDocument/2006/relationships/slide" Target="slides/slide346.xml"/><Relationship Id="rId349" Type="http://schemas.openxmlformats.org/officeDocument/2006/relationships/slide" Target="slides/slide347.xml"/><Relationship Id="rId350" Type="http://schemas.openxmlformats.org/officeDocument/2006/relationships/slide" Target="slides/slide348.xml"/><Relationship Id="rId351" Type="http://schemas.openxmlformats.org/officeDocument/2006/relationships/slide" Target="slides/slide349.xml"/><Relationship Id="rId352" Type="http://schemas.openxmlformats.org/officeDocument/2006/relationships/slide" Target="slides/slide350.xml"/><Relationship Id="rId353" Type="http://schemas.openxmlformats.org/officeDocument/2006/relationships/slide" Target="slides/slide351.xml"/><Relationship Id="rId354" Type="http://schemas.openxmlformats.org/officeDocument/2006/relationships/slide" Target="slides/slide352.xml"/><Relationship Id="rId355" Type="http://schemas.openxmlformats.org/officeDocument/2006/relationships/slide" Target="slides/slide353.xml"/><Relationship Id="rId356" Type="http://schemas.openxmlformats.org/officeDocument/2006/relationships/slide" Target="slides/slide354.xml"/><Relationship Id="rId357" Type="http://schemas.openxmlformats.org/officeDocument/2006/relationships/slide" Target="slides/slide355.xml"/><Relationship Id="rId358" Type="http://schemas.openxmlformats.org/officeDocument/2006/relationships/slide" Target="slides/slide356.xml"/><Relationship Id="rId359" Type="http://schemas.openxmlformats.org/officeDocument/2006/relationships/slide" Target="slides/slide357.xml"/><Relationship Id="rId360" Type="http://schemas.openxmlformats.org/officeDocument/2006/relationships/slide" Target="slides/slide358.xml"/><Relationship Id="rId361" Type="http://schemas.openxmlformats.org/officeDocument/2006/relationships/slide" Target="slides/slide359.xml"/><Relationship Id="rId362" Type="http://schemas.openxmlformats.org/officeDocument/2006/relationships/slide" Target="slides/slide360.xml"/><Relationship Id="rId363" Type="http://schemas.openxmlformats.org/officeDocument/2006/relationships/slide" Target="slides/slide361.xml"/><Relationship Id="rId364" Type="http://schemas.openxmlformats.org/officeDocument/2006/relationships/slide" Target="slides/slide362.xml"/><Relationship Id="rId365" Type="http://schemas.openxmlformats.org/officeDocument/2006/relationships/slide" Target="slides/slide363.xml"/><Relationship Id="rId366" Type="http://schemas.openxmlformats.org/officeDocument/2006/relationships/slide" Target="slides/slide364.xml"/><Relationship Id="rId367" Type="http://schemas.openxmlformats.org/officeDocument/2006/relationships/slide" Target="slides/slide365.xml"/><Relationship Id="rId368" Type="http://schemas.openxmlformats.org/officeDocument/2006/relationships/slide" Target="slides/slide366.xml"/><Relationship Id="rId369" Type="http://schemas.openxmlformats.org/officeDocument/2006/relationships/slide" Target="slides/slide367.xml"/><Relationship Id="rId370" Type="http://schemas.openxmlformats.org/officeDocument/2006/relationships/slide" Target="slides/slide368.xml"/><Relationship Id="rId371" Type="http://schemas.openxmlformats.org/officeDocument/2006/relationships/slide" Target="slides/slide369.xml"/><Relationship Id="rId372" Type="http://schemas.openxmlformats.org/officeDocument/2006/relationships/slide" Target="slides/slide370.xml"/><Relationship Id="rId373" Type="http://schemas.openxmlformats.org/officeDocument/2006/relationships/slide" Target="slides/slide371.xml"/><Relationship Id="rId374" Type="http://schemas.openxmlformats.org/officeDocument/2006/relationships/slide" Target="slides/slide372.xml"/><Relationship Id="rId375" Type="http://schemas.openxmlformats.org/officeDocument/2006/relationships/slide" Target="slides/slide373.xml"/><Relationship Id="rId376" Type="http://schemas.openxmlformats.org/officeDocument/2006/relationships/slide" Target="slides/slide374.xml"/><Relationship Id="rId377" Type="http://schemas.openxmlformats.org/officeDocument/2006/relationships/slide" Target="slides/slide375.xml"/><Relationship Id="rId378" Type="http://schemas.openxmlformats.org/officeDocument/2006/relationships/slide" Target="slides/slide376.xml"/><Relationship Id="rId379" Type="http://schemas.openxmlformats.org/officeDocument/2006/relationships/slide" Target="slides/slide377.xml"/><Relationship Id="rId380" Type="http://schemas.openxmlformats.org/officeDocument/2006/relationships/slide" Target="slides/slide378.xml"/><Relationship Id="rId381" Type="http://schemas.openxmlformats.org/officeDocument/2006/relationships/slide" Target="slides/slide379.xml"/><Relationship Id="rId382" Type="http://schemas.openxmlformats.org/officeDocument/2006/relationships/slide" Target="slides/slide380.xml"/><Relationship Id="rId383" Type="http://schemas.openxmlformats.org/officeDocument/2006/relationships/slide" Target="slides/slide381.xml"/><Relationship Id="rId384" Type="http://schemas.openxmlformats.org/officeDocument/2006/relationships/slide" Target="slides/slide382.xml"/><Relationship Id="rId385" Type="http://schemas.openxmlformats.org/officeDocument/2006/relationships/slide" Target="slides/slide383.xml"/><Relationship Id="rId386" Type="http://schemas.openxmlformats.org/officeDocument/2006/relationships/slide" Target="slides/slide384.xml"/><Relationship Id="rId387" Type="http://schemas.openxmlformats.org/officeDocument/2006/relationships/slide" Target="slides/slide385.xml"/><Relationship Id="rId388" Type="http://schemas.openxmlformats.org/officeDocument/2006/relationships/slide" Target="slides/slide386.xml"/><Relationship Id="rId389" Type="http://schemas.openxmlformats.org/officeDocument/2006/relationships/slide" Target="slides/slide387.xml"/><Relationship Id="rId390" Type="http://schemas.openxmlformats.org/officeDocument/2006/relationships/slide" Target="slides/slide388.xml"/><Relationship Id="rId391" Type="http://schemas.openxmlformats.org/officeDocument/2006/relationships/slide" Target="slides/slide389.xml"/><Relationship Id="rId392" Type="http://schemas.openxmlformats.org/officeDocument/2006/relationships/slide" Target="slides/slide390.xml"/><Relationship Id="rId393" Type="http://schemas.openxmlformats.org/officeDocument/2006/relationships/slide" Target="slides/slide391.xml"/><Relationship Id="rId394" Type="http://schemas.openxmlformats.org/officeDocument/2006/relationships/slide" Target="slides/slide392.xml"/><Relationship Id="rId395" Type="http://schemas.openxmlformats.org/officeDocument/2006/relationships/slide" Target="slides/slide393.xml"/><Relationship Id="rId396" Type="http://schemas.openxmlformats.org/officeDocument/2006/relationships/slide" Target="slides/slide394.xml"/><Relationship Id="rId397" Type="http://schemas.openxmlformats.org/officeDocument/2006/relationships/slide" Target="slides/slide395.xml"/><Relationship Id="rId398" Type="http://schemas.openxmlformats.org/officeDocument/2006/relationships/slide" Target="slides/slide396.xml"/><Relationship Id="rId399" Type="http://schemas.openxmlformats.org/officeDocument/2006/relationships/slide" Target="slides/slide397.xml"/><Relationship Id="rId400" Type="http://schemas.openxmlformats.org/officeDocument/2006/relationships/slide" Target="slides/slide398.xml"/><Relationship Id="rId401" Type="http://schemas.openxmlformats.org/officeDocument/2006/relationships/slide" Target="slides/slide399.xml"/><Relationship Id="rId402" Type="http://schemas.openxmlformats.org/officeDocument/2006/relationships/slide" Target="slides/slide400.xml"/><Relationship Id="rId403" Type="http://schemas.openxmlformats.org/officeDocument/2006/relationships/slide" Target="slides/slide401.xml"/><Relationship Id="rId404" Type="http://schemas.openxmlformats.org/officeDocument/2006/relationships/slide" Target="slides/slide402.xml"/><Relationship Id="rId405" Type="http://schemas.openxmlformats.org/officeDocument/2006/relationships/slide" Target="slides/slide403.xml"/><Relationship Id="rId406" Type="http://schemas.openxmlformats.org/officeDocument/2006/relationships/slide" Target="slides/slide404.xml"/><Relationship Id="rId407" Type="http://schemas.openxmlformats.org/officeDocument/2006/relationships/slide" Target="slides/slide405.xml"/><Relationship Id="rId408" Type="http://schemas.openxmlformats.org/officeDocument/2006/relationships/slide" Target="slides/slide406.xml"/><Relationship Id="rId409" Type="http://schemas.openxmlformats.org/officeDocument/2006/relationships/slide" Target="slides/slide407.xml"/><Relationship Id="rId410" Type="http://schemas.openxmlformats.org/officeDocument/2006/relationships/slide" Target="slides/slide408.xml"/><Relationship Id="rId411" Type="http://schemas.openxmlformats.org/officeDocument/2006/relationships/slide" Target="slides/slide409.xml"/><Relationship Id="rId412" Type="http://schemas.openxmlformats.org/officeDocument/2006/relationships/slide" Target="slides/slide410.xml"/><Relationship Id="rId413" Type="http://schemas.openxmlformats.org/officeDocument/2006/relationships/slide" Target="slides/slide411.xml"/><Relationship Id="rId414" Type="http://schemas.openxmlformats.org/officeDocument/2006/relationships/slide" Target="slides/slide412.xml"/><Relationship Id="rId415" Type="http://schemas.openxmlformats.org/officeDocument/2006/relationships/slide" Target="slides/slide413.xml"/><Relationship Id="rId416" Type="http://schemas.openxmlformats.org/officeDocument/2006/relationships/slide" Target="slides/slide414.xml"/><Relationship Id="rId417" Type="http://schemas.openxmlformats.org/officeDocument/2006/relationships/slide" Target="slides/slide415.xml"/><Relationship Id="rId418" Type="http://schemas.openxmlformats.org/officeDocument/2006/relationships/slide" Target="slides/slide416.xml"/><Relationship Id="rId419" Type="http://schemas.openxmlformats.org/officeDocument/2006/relationships/slide" Target="slides/slide417.xml"/><Relationship Id="rId420" Type="http://schemas.openxmlformats.org/officeDocument/2006/relationships/slide" Target="slides/slide418.xml"/><Relationship Id="rId421" Type="http://schemas.openxmlformats.org/officeDocument/2006/relationships/slide" Target="slides/slide419.xml"/><Relationship Id="rId422" Type="http://schemas.openxmlformats.org/officeDocument/2006/relationships/slide" Target="slides/slide420.xml"/><Relationship Id="rId423" Type="http://schemas.openxmlformats.org/officeDocument/2006/relationships/slide" Target="slides/slide421.xml"/><Relationship Id="rId424" Type="http://schemas.openxmlformats.org/officeDocument/2006/relationships/slide" Target="slides/slide422.xml"/><Relationship Id="rId425" Type="http://schemas.openxmlformats.org/officeDocument/2006/relationships/slide" Target="slides/slide423.xml"/><Relationship Id="rId426" Type="http://schemas.openxmlformats.org/officeDocument/2006/relationships/slide" Target="slides/slide424.xml"/><Relationship Id="rId427" Type="http://schemas.openxmlformats.org/officeDocument/2006/relationships/slide" Target="slides/slide425.xml"/><Relationship Id="rId428" Type="http://schemas.openxmlformats.org/officeDocument/2006/relationships/slide" Target="slides/slide426.xml"/><Relationship Id="rId429" Type="http://schemas.openxmlformats.org/officeDocument/2006/relationships/slide" Target="slides/slide427.xml"/><Relationship Id="rId430" Type="http://schemas.openxmlformats.org/officeDocument/2006/relationships/slide" Target="slides/slide428.xml"/><Relationship Id="rId431" Type="http://schemas.openxmlformats.org/officeDocument/2006/relationships/slide" Target="slides/slide429.xml"/><Relationship Id="rId432" Type="http://schemas.openxmlformats.org/officeDocument/2006/relationships/slide" Target="slides/slide430.xml"/><Relationship Id="rId433" Type="http://schemas.openxmlformats.org/officeDocument/2006/relationships/slide" Target="slides/slide431.xml"/><Relationship Id="rId434" Type="http://schemas.openxmlformats.org/officeDocument/2006/relationships/slide" Target="slides/slide432.xml"/><Relationship Id="rId435" Type="http://schemas.openxmlformats.org/officeDocument/2006/relationships/slide" Target="slides/slide433.xml"/><Relationship Id="rId436" Type="http://schemas.openxmlformats.org/officeDocument/2006/relationships/slide" Target="slides/slide434.xml"/><Relationship Id="rId437" Type="http://schemas.openxmlformats.org/officeDocument/2006/relationships/slide" Target="slides/slide435.xml"/><Relationship Id="rId438" Type="http://schemas.openxmlformats.org/officeDocument/2006/relationships/slide" Target="slides/slide436.xml"/><Relationship Id="rId439" Type="http://schemas.openxmlformats.org/officeDocument/2006/relationships/slide" Target="slides/slide437.xml"/><Relationship Id="rId440" Type="http://schemas.openxmlformats.org/officeDocument/2006/relationships/slide" Target="slides/slide438.xml"/><Relationship Id="rId441" Type="http://schemas.openxmlformats.org/officeDocument/2006/relationships/slide" Target="slides/slide439.xml"/><Relationship Id="rId442" Type="http://schemas.openxmlformats.org/officeDocument/2006/relationships/slide" Target="slides/slide440.xml"/><Relationship Id="rId443" Type="http://schemas.openxmlformats.org/officeDocument/2006/relationships/slide" Target="slides/slide441.xml"/><Relationship Id="rId444" Type="http://schemas.openxmlformats.org/officeDocument/2006/relationships/slide" Target="slides/slide442.xml"/><Relationship Id="rId445" Type="http://schemas.openxmlformats.org/officeDocument/2006/relationships/slide" Target="slides/slide443.xml"/><Relationship Id="rId446" Type="http://schemas.openxmlformats.org/officeDocument/2006/relationships/slide" Target="slides/slide444.xml"/><Relationship Id="rId447" Type="http://schemas.openxmlformats.org/officeDocument/2006/relationships/slide" Target="slides/slide445.xml"/><Relationship Id="rId448" Type="http://schemas.openxmlformats.org/officeDocument/2006/relationships/slide" Target="slides/slide446.xml"/><Relationship Id="rId449" Type="http://schemas.openxmlformats.org/officeDocument/2006/relationships/slide" Target="slides/slide447.xml"/><Relationship Id="rId450" Type="http://schemas.openxmlformats.org/officeDocument/2006/relationships/slide" Target="slides/slide448.xml"/><Relationship Id="rId451" Type="http://schemas.openxmlformats.org/officeDocument/2006/relationships/slide" Target="slides/slide449.xml"/><Relationship Id="rId452" Type="http://schemas.openxmlformats.org/officeDocument/2006/relationships/slide" Target="slides/slide450.xml"/><Relationship Id="rId453" Type="http://schemas.openxmlformats.org/officeDocument/2006/relationships/slide" Target="slides/slide451.xml"/><Relationship Id="rId454" Type="http://schemas.openxmlformats.org/officeDocument/2006/relationships/slide" Target="slides/slide452.xml"/><Relationship Id="rId455" Type="http://schemas.openxmlformats.org/officeDocument/2006/relationships/slide" Target="slides/slide453.xml"/><Relationship Id="rId456" Type="http://schemas.openxmlformats.org/officeDocument/2006/relationships/slide" Target="slides/slide454.xml"/><Relationship Id="rId457" Type="http://schemas.openxmlformats.org/officeDocument/2006/relationships/slide" Target="slides/slide455.xml"/><Relationship Id="rId458" Type="http://schemas.openxmlformats.org/officeDocument/2006/relationships/slide" Target="slides/slide456.xml"/><Relationship Id="rId459" Type="http://schemas.openxmlformats.org/officeDocument/2006/relationships/slide" Target="slides/slide457.xml"/><Relationship Id="rId460" Type="http://schemas.openxmlformats.org/officeDocument/2006/relationships/slide" Target="slides/slide458.xml"/><Relationship Id="rId461" Type="http://schemas.openxmlformats.org/officeDocument/2006/relationships/slide" Target="slides/slide459.xml"/><Relationship Id="rId462" Type="http://schemas.openxmlformats.org/officeDocument/2006/relationships/slide" Target="slides/slide460.xml"/><Relationship Id="rId463" Type="http://schemas.openxmlformats.org/officeDocument/2006/relationships/slide" Target="slides/slide461.xml"/><Relationship Id="rId464" Type="http://schemas.openxmlformats.org/officeDocument/2006/relationships/slide" Target="slides/slide462.xml"/><Relationship Id="rId465" Type="http://schemas.openxmlformats.org/officeDocument/2006/relationships/slide" Target="slides/slide463.xml"/><Relationship Id="rId466" Type="http://schemas.openxmlformats.org/officeDocument/2006/relationships/slide" Target="slides/slide464.xml"/><Relationship Id="rId467" Type="http://schemas.openxmlformats.org/officeDocument/2006/relationships/slide" Target="slides/slide465.xml"/><Relationship Id="rId468" Type="http://schemas.openxmlformats.org/officeDocument/2006/relationships/slide" Target="slides/slide466.xml"/><Relationship Id="rId469" Type="http://schemas.openxmlformats.org/officeDocument/2006/relationships/slide" Target="slides/slide467.xml"/><Relationship Id="rId470" Type="http://schemas.openxmlformats.org/officeDocument/2006/relationships/slide" Target="slides/slide468.xml"/><Relationship Id="rId471" Type="http://schemas.openxmlformats.org/officeDocument/2006/relationships/slide" Target="slides/slide469.xml"/><Relationship Id="rId472" Type="http://schemas.openxmlformats.org/officeDocument/2006/relationships/slide" Target="slides/slide470.xml"/><Relationship Id="rId473" Type="http://schemas.openxmlformats.org/officeDocument/2006/relationships/slide" Target="slides/slide471.xml"/><Relationship Id="rId474" Type="http://schemas.openxmlformats.org/officeDocument/2006/relationships/slide" Target="slides/slide472.xml"/><Relationship Id="rId475" Type="http://schemas.openxmlformats.org/officeDocument/2006/relationships/slide" Target="slides/slide473.xml"/><Relationship Id="rId476" Type="http://schemas.openxmlformats.org/officeDocument/2006/relationships/slide" Target="slides/slide474.xml"/><Relationship Id="rId477" Type="http://schemas.openxmlformats.org/officeDocument/2006/relationships/slide" Target="slides/slide475.xml"/><Relationship Id="rId478" Type="http://schemas.openxmlformats.org/officeDocument/2006/relationships/slide" Target="slides/slide476.xml"/><Relationship Id="rId479" Type="http://schemas.openxmlformats.org/officeDocument/2006/relationships/slide" Target="slides/slide477.xml"/><Relationship Id="rId480" Type="http://schemas.openxmlformats.org/officeDocument/2006/relationships/slide" Target="slides/slide478.xml"/><Relationship Id="rId481" Type="http://schemas.openxmlformats.org/officeDocument/2006/relationships/slide" Target="slides/slide479.xml"/><Relationship Id="rId482" Type="http://schemas.openxmlformats.org/officeDocument/2006/relationships/slide" Target="slides/slide480.xml"/><Relationship Id="rId483" Type="http://schemas.openxmlformats.org/officeDocument/2006/relationships/slide" Target="slides/slide481.xml"/><Relationship Id="rId484" Type="http://schemas.openxmlformats.org/officeDocument/2006/relationships/slide" Target="slides/slide482.xml"/><Relationship Id="rId485" Type="http://schemas.openxmlformats.org/officeDocument/2006/relationships/slide" Target="slides/slide483.xml"/><Relationship Id="rId486" Type="http://schemas.openxmlformats.org/officeDocument/2006/relationships/slide" Target="slides/slide484.xml"/><Relationship Id="rId487" Type="http://schemas.openxmlformats.org/officeDocument/2006/relationships/slide" Target="slides/slide485.xml"/><Relationship Id="rId488" Type="http://schemas.openxmlformats.org/officeDocument/2006/relationships/slide" Target="slides/slide486.xml"/><Relationship Id="rId489" Type="http://schemas.openxmlformats.org/officeDocument/2006/relationships/slide" Target="slides/slide487.xml"/><Relationship Id="rId490" Type="http://schemas.openxmlformats.org/officeDocument/2006/relationships/slide" Target="slides/slide488.xml"/><Relationship Id="rId491" Type="http://schemas.openxmlformats.org/officeDocument/2006/relationships/slide" Target="slides/slide489.xml"/><Relationship Id="rId492" Type="http://schemas.openxmlformats.org/officeDocument/2006/relationships/slide" Target="slides/slide490.xml"/><Relationship Id="rId493" Type="http://schemas.openxmlformats.org/officeDocument/2006/relationships/slide" Target="slides/slide491.xml"/><Relationship Id="rId494" Type="http://schemas.openxmlformats.org/officeDocument/2006/relationships/slide" Target="slides/slide492.xml"/><Relationship Id="rId495" Type="http://schemas.openxmlformats.org/officeDocument/2006/relationships/slide" Target="slides/slide493.xml"/><Relationship Id="rId496" Type="http://schemas.openxmlformats.org/officeDocument/2006/relationships/slide" Target="slides/slide494.xml"/><Relationship Id="rId497" Type="http://schemas.openxmlformats.org/officeDocument/2006/relationships/slide" Target="slides/slide495.xml"/><Relationship Id="rId498" Type="http://schemas.openxmlformats.org/officeDocument/2006/relationships/slide" Target="slides/slide496.xml"/><Relationship Id="rId499" Type="http://schemas.openxmlformats.org/officeDocument/2006/relationships/slide" Target="slides/slide497.xml"/><Relationship Id="rId500" Type="http://schemas.openxmlformats.org/officeDocument/2006/relationships/slide" Target="slides/slide498.xml"/><Relationship Id="rId501" Type="http://schemas.openxmlformats.org/officeDocument/2006/relationships/slide" Target="slides/slide499.xml"/><Relationship Id="rId502" Type="http://schemas.openxmlformats.org/officeDocument/2006/relationships/slide" Target="slides/slide500.xml"/><Relationship Id="rId503" Type="http://schemas.openxmlformats.org/officeDocument/2006/relationships/slide" Target="slides/slide501.xml"/><Relationship Id="rId504" Type="http://schemas.openxmlformats.org/officeDocument/2006/relationships/slide" Target="slides/slide502.xml"/><Relationship Id="rId505" Type="http://schemas.openxmlformats.org/officeDocument/2006/relationships/slide" Target="slides/slide503.xml"/><Relationship Id="rId506" Type="http://schemas.openxmlformats.org/officeDocument/2006/relationships/slide" Target="slides/slide504.xml"/><Relationship Id="rId507" Type="http://schemas.openxmlformats.org/officeDocument/2006/relationships/slide" Target="slides/slide505.xml"/><Relationship Id="rId508" Type="http://schemas.openxmlformats.org/officeDocument/2006/relationships/slide" Target="slides/slide506.xml"/><Relationship Id="rId509" Type="http://schemas.openxmlformats.org/officeDocument/2006/relationships/slide" Target="slides/slide507.xml"/><Relationship Id="rId510" Type="http://schemas.openxmlformats.org/officeDocument/2006/relationships/slide" Target="slides/slide508.xml"/><Relationship Id="rId511" Type="http://schemas.openxmlformats.org/officeDocument/2006/relationships/slide" Target="slides/slide509.xml"/><Relationship Id="rId512" Type="http://schemas.openxmlformats.org/officeDocument/2006/relationships/slide" Target="slides/slide510.xml"/><Relationship Id="rId513" Type="http://schemas.openxmlformats.org/officeDocument/2006/relationships/slide" Target="slides/slide511.xml"/><Relationship Id="rId514" Type="http://schemas.openxmlformats.org/officeDocument/2006/relationships/slide" Target="slides/slide512.xml"/><Relationship Id="rId515" Type="http://schemas.openxmlformats.org/officeDocument/2006/relationships/slide" Target="slides/slide513.xml"/><Relationship Id="rId516" Type="http://schemas.openxmlformats.org/officeDocument/2006/relationships/slide" Target="slides/slide514.xml"/><Relationship Id="rId517" Type="http://schemas.openxmlformats.org/officeDocument/2006/relationships/slide" Target="slides/slide515.xml"/><Relationship Id="rId518" Type="http://schemas.openxmlformats.org/officeDocument/2006/relationships/slide" Target="slides/slide516.xml"/><Relationship Id="rId519" Type="http://schemas.openxmlformats.org/officeDocument/2006/relationships/slide" Target="slides/slide517.xml"/><Relationship Id="rId520" Type="http://schemas.openxmlformats.org/officeDocument/2006/relationships/slide" Target="slides/slide518.xml"/><Relationship Id="rId521" Type="http://schemas.openxmlformats.org/officeDocument/2006/relationships/slide" Target="slides/slide519.xml"/><Relationship Id="rId522" Type="http://schemas.openxmlformats.org/officeDocument/2006/relationships/slide" Target="slides/slide520.xml"/><Relationship Id="rId523" Type="http://schemas.openxmlformats.org/officeDocument/2006/relationships/slide" Target="slides/slide521.xml"/><Relationship Id="rId524" Type="http://schemas.openxmlformats.org/officeDocument/2006/relationships/slide" Target="slides/slide522.xml"/><Relationship Id="rId525" Type="http://schemas.openxmlformats.org/officeDocument/2006/relationships/slide" Target="slides/slide523.xml"/><Relationship Id="rId526" Type="http://schemas.openxmlformats.org/officeDocument/2006/relationships/slide" Target="slides/slide524.xml"/><Relationship Id="rId527" Type="http://schemas.openxmlformats.org/officeDocument/2006/relationships/slide" Target="slides/slide525.xml"/><Relationship Id="rId528" Type="http://schemas.openxmlformats.org/officeDocument/2006/relationships/slide" Target="slides/slide526.xml"/><Relationship Id="rId529" Type="http://schemas.openxmlformats.org/officeDocument/2006/relationships/slide" Target="slides/slide527.xml"/><Relationship Id="rId530" Type="http://schemas.openxmlformats.org/officeDocument/2006/relationships/slide" Target="slides/slide528.xml"/><Relationship Id="rId531" Type="http://schemas.openxmlformats.org/officeDocument/2006/relationships/slide" Target="slides/slide529.xml"/><Relationship Id="rId532" Type="http://schemas.openxmlformats.org/officeDocument/2006/relationships/slide" Target="slides/slide530.xml"/><Relationship Id="rId533" Type="http://schemas.openxmlformats.org/officeDocument/2006/relationships/slide" Target="slides/slide531.xml"/><Relationship Id="rId534" Type="http://schemas.openxmlformats.org/officeDocument/2006/relationships/slide" Target="slides/slide532.xml"/><Relationship Id="rId535" Type="http://schemas.openxmlformats.org/officeDocument/2006/relationships/slide" Target="slides/slide533.xml"/><Relationship Id="rId536" Type="http://schemas.openxmlformats.org/officeDocument/2006/relationships/slide" Target="slides/slide534.xml"/><Relationship Id="rId537" Type="http://schemas.openxmlformats.org/officeDocument/2006/relationships/slide" Target="slides/slide535.xml"/><Relationship Id="rId538" Type="http://schemas.openxmlformats.org/officeDocument/2006/relationships/slide" Target="slides/slide536.xml"/><Relationship Id="rId539" Type="http://schemas.openxmlformats.org/officeDocument/2006/relationships/slide" Target="slides/slide537.xml"/><Relationship Id="rId540" Type="http://schemas.openxmlformats.org/officeDocument/2006/relationships/slide" Target="slides/slide538.xml"/><Relationship Id="rId541" Type="http://schemas.openxmlformats.org/officeDocument/2006/relationships/slide" Target="slides/slide539.xml"/><Relationship Id="rId542" Type="http://schemas.openxmlformats.org/officeDocument/2006/relationships/slide" Target="slides/slide540.xml"/><Relationship Id="rId543" Type="http://schemas.openxmlformats.org/officeDocument/2006/relationships/slide" Target="slides/slide541.xml"/><Relationship Id="rId544" Type="http://schemas.openxmlformats.org/officeDocument/2006/relationships/slide" Target="slides/slide542.xml"/><Relationship Id="rId545" Type="http://schemas.openxmlformats.org/officeDocument/2006/relationships/slide" Target="slides/slide543.xml"/><Relationship Id="rId546" Type="http://schemas.openxmlformats.org/officeDocument/2006/relationships/slide" Target="slides/slide544.xml"/><Relationship Id="rId547" Type="http://schemas.openxmlformats.org/officeDocument/2006/relationships/slide" Target="slides/slide545.xml"/><Relationship Id="rId548" Type="http://schemas.openxmlformats.org/officeDocument/2006/relationships/slide" Target="slides/slide546.xml"/><Relationship Id="rId549" Type="http://schemas.openxmlformats.org/officeDocument/2006/relationships/slide" Target="slides/slide547.xml"/><Relationship Id="rId550" Type="http://schemas.openxmlformats.org/officeDocument/2006/relationships/slide" Target="slides/slide548.xml"/><Relationship Id="rId551" Type="http://schemas.openxmlformats.org/officeDocument/2006/relationships/slide" Target="slides/slide549.xml"/><Relationship Id="rId552" Type="http://schemas.openxmlformats.org/officeDocument/2006/relationships/slide" Target="slides/slide550.xml"/><Relationship Id="rId553" Type="http://schemas.openxmlformats.org/officeDocument/2006/relationships/slide" Target="slides/slide551.xml"/><Relationship Id="rId554" Type="http://schemas.openxmlformats.org/officeDocument/2006/relationships/slide" Target="slides/slide552.xml"/><Relationship Id="rId555" Type="http://schemas.openxmlformats.org/officeDocument/2006/relationships/slide" Target="slides/slide553.xml"/><Relationship Id="rId556" Type="http://schemas.openxmlformats.org/officeDocument/2006/relationships/slide" Target="slides/slide554.xml"/><Relationship Id="rId557" Type="http://schemas.openxmlformats.org/officeDocument/2006/relationships/slide" Target="slides/slide555.xml"/><Relationship Id="rId558" Type="http://schemas.openxmlformats.org/officeDocument/2006/relationships/slide" Target="slides/slide556.xml"/><Relationship Id="rId559" Type="http://schemas.openxmlformats.org/officeDocument/2006/relationships/slide" Target="slides/slide557.xml"/><Relationship Id="rId560" Type="http://schemas.openxmlformats.org/officeDocument/2006/relationships/slide" Target="slides/slide558.xml"/><Relationship Id="rId561" Type="http://schemas.openxmlformats.org/officeDocument/2006/relationships/slide" Target="slides/slide559.xml"/><Relationship Id="rId562" Type="http://schemas.openxmlformats.org/officeDocument/2006/relationships/slide" Target="slides/slide560.xml"/><Relationship Id="rId563" Type="http://schemas.openxmlformats.org/officeDocument/2006/relationships/slide" Target="slides/slide561.xml"/><Relationship Id="rId564" Type="http://schemas.openxmlformats.org/officeDocument/2006/relationships/slide" Target="slides/slide562.xml"/><Relationship Id="rId565" Type="http://schemas.openxmlformats.org/officeDocument/2006/relationships/slide" Target="slides/slide563.xml"/><Relationship Id="rId566" Type="http://schemas.openxmlformats.org/officeDocument/2006/relationships/slide" Target="slides/slide564.xml"/><Relationship Id="rId567" Type="http://schemas.openxmlformats.org/officeDocument/2006/relationships/slide" Target="slides/slide565.xml"/><Relationship Id="rId568" Type="http://schemas.openxmlformats.org/officeDocument/2006/relationships/slide" Target="slides/slide566.xml"/><Relationship Id="rId569" Type="http://schemas.openxmlformats.org/officeDocument/2006/relationships/slide" Target="slides/slide567.xml"/><Relationship Id="rId570" Type="http://schemas.openxmlformats.org/officeDocument/2006/relationships/slide" Target="slides/slide568.xml"/><Relationship Id="rId571" Type="http://schemas.openxmlformats.org/officeDocument/2006/relationships/slide" Target="slides/slide569.xml"/><Relationship Id="rId572" Type="http://schemas.openxmlformats.org/officeDocument/2006/relationships/slide" Target="slides/slide570.xml"/><Relationship Id="rId573" Type="http://schemas.openxmlformats.org/officeDocument/2006/relationships/slide" Target="slides/slide571.xml"/><Relationship Id="rId574" Type="http://schemas.openxmlformats.org/officeDocument/2006/relationships/slide" Target="slides/slide572.xml"/><Relationship Id="rId575" Type="http://schemas.openxmlformats.org/officeDocument/2006/relationships/slide" Target="slides/slide573.xml"/><Relationship Id="rId576" Type="http://schemas.openxmlformats.org/officeDocument/2006/relationships/slide" Target="slides/slide574.xml"/><Relationship Id="rId577" Type="http://schemas.openxmlformats.org/officeDocument/2006/relationships/slide" Target="slides/slide575.xml"/><Relationship Id="rId578" Type="http://schemas.openxmlformats.org/officeDocument/2006/relationships/slide" Target="slides/slide576.xml"/><Relationship Id="rId579" Type="http://schemas.openxmlformats.org/officeDocument/2006/relationships/slide" Target="slides/slide577.xml"/><Relationship Id="rId580" Type="http://schemas.openxmlformats.org/officeDocument/2006/relationships/slide" Target="slides/slide578.xml"/><Relationship Id="rId581" Type="http://schemas.openxmlformats.org/officeDocument/2006/relationships/slide" Target="slides/slide579.xml"/><Relationship Id="rId582" Type="http://schemas.openxmlformats.org/officeDocument/2006/relationships/slide" Target="slides/slide580.xml"/><Relationship Id="rId583" Type="http://schemas.openxmlformats.org/officeDocument/2006/relationships/slide" Target="slides/slide581.xml"/><Relationship Id="rId584" Type="http://schemas.openxmlformats.org/officeDocument/2006/relationships/slide" Target="slides/slide582.xml"/><Relationship Id="rId585" Type="http://schemas.openxmlformats.org/officeDocument/2006/relationships/slide" Target="slides/slide583.xml"/><Relationship Id="rId586" Type="http://schemas.openxmlformats.org/officeDocument/2006/relationships/slide" Target="slides/slide584.xml"/><Relationship Id="rId587" Type="http://schemas.openxmlformats.org/officeDocument/2006/relationships/slide" Target="slides/slide585.xml"/><Relationship Id="rId588" Type="http://schemas.openxmlformats.org/officeDocument/2006/relationships/slide" Target="slides/slide586.xml"/><Relationship Id="rId589" Type="http://schemas.openxmlformats.org/officeDocument/2006/relationships/slide" Target="slides/slide587.xml"/><Relationship Id="rId590" Type="http://schemas.openxmlformats.org/officeDocument/2006/relationships/slide" Target="slides/slide588.xml"/><Relationship Id="rId591" Type="http://schemas.openxmlformats.org/officeDocument/2006/relationships/slide" Target="slides/slide589.xml"/><Relationship Id="rId592" Type="http://schemas.openxmlformats.org/officeDocument/2006/relationships/slide" Target="slides/slide590.xml"/><Relationship Id="rId593" Type="http://schemas.openxmlformats.org/officeDocument/2006/relationships/slide" Target="slides/slide591.xml"/><Relationship Id="rId594" Type="http://schemas.openxmlformats.org/officeDocument/2006/relationships/slide" Target="slides/slide592.xml"/><Relationship Id="rId595" Type="http://schemas.openxmlformats.org/officeDocument/2006/relationships/slide" Target="slides/slide593.xml"/><Relationship Id="rId596" Type="http://schemas.openxmlformats.org/officeDocument/2006/relationships/slide" Target="slides/slide594.xml"/><Relationship Id="rId597" Type="http://schemas.openxmlformats.org/officeDocument/2006/relationships/slide" Target="slides/slide595.xml"/><Relationship Id="rId598" Type="http://schemas.openxmlformats.org/officeDocument/2006/relationships/slide" Target="slides/slide596.xml"/><Relationship Id="rId599" Type="http://schemas.openxmlformats.org/officeDocument/2006/relationships/slide" Target="slides/slide597.xml"/><Relationship Id="rId600" Type="http://schemas.openxmlformats.org/officeDocument/2006/relationships/slide" Target="slides/slide598.xml"/><Relationship Id="rId601" Type="http://schemas.openxmlformats.org/officeDocument/2006/relationships/slide" Target="slides/slide599.xml"/><Relationship Id="rId602" Type="http://schemas.openxmlformats.org/officeDocument/2006/relationships/slide" Target="slides/slide600.xml"/><Relationship Id="rId603" Type="http://schemas.openxmlformats.org/officeDocument/2006/relationships/slide" Target="slides/slide601.xml"/><Relationship Id="rId604" Type="http://schemas.openxmlformats.org/officeDocument/2006/relationships/slide" Target="slides/slide602.xml"/><Relationship Id="rId605" Type="http://schemas.openxmlformats.org/officeDocument/2006/relationships/slide" Target="slides/slide603.xml"/><Relationship Id="rId606" Type="http://schemas.openxmlformats.org/officeDocument/2006/relationships/slide" Target="slides/slide604.xml"/><Relationship Id="rId607" Type="http://schemas.openxmlformats.org/officeDocument/2006/relationships/slide" Target="slides/slide605.xml"/><Relationship Id="rId608" Type="http://schemas.openxmlformats.org/officeDocument/2006/relationships/slide" Target="slides/slide606.xml"/><Relationship Id="rId609" Type="http://schemas.openxmlformats.org/officeDocument/2006/relationships/slide" Target="slides/slide607.xml"/><Relationship Id="rId610" Type="http://schemas.openxmlformats.org/officeDocument/2006/relationships/slide" Target="slides/slide608.xml"/><Relationship Id="rId611" Type="http://schemas.openxmlformats.org/officeDocument/2006/relationships/slide" Target="slides/slide609.xml"/><Relationship Id="rId612" Type="http://schemas.openxmlformats.org/officeDocument/2006/relationships/slide" Target="slides/slide610.xml"/><Relationship Id="rId613" Type="http://schemas.openxmlformats.org/officeDocument/2006/relationships/slide" Target="slides/slide611.xml"/><Relationship Id="rId614" Type="http://schemas.openxmlformats.org/officeDocument/2006/relationships/slide" Target="slides/slide612.xml"/><Relationship Id="rId615" Type="http://schemas.openxmlformats.org/officeDocument/2006/relationships/slide" Target="slides/slide613.xml"/><Relationship Id="rId616" Type="http://schemas.openxmlformats.org/officeDocument/2006/relationships/slide" Target="slides/slide614.xml"/><Relationship Id="rId617" Type="http://schemas.openxmlformats.org/officeDocument/2006/relationships/slide" Target="slides/slide615.xml"/><Relationship Id="rId618" Type="http://schemas.openxmlformats.org/officeDocument/2006/relationships/slide" Target="slides/slide616.xml"/><Relationship Id="rId619" Type="http://schemas.openxmlformats.org/officeDocument/2006/relationships/slide" Target="slides/slide617.xml"/><Relationship Id="rId620" Type="http://schemas.openxmlformats.org/officeDocument/2006/relationships/slide" Target="slides/slide618.xml"/><Relationship Id="rId621" Type="http://schemas.openxmlformats.org/officeDocument/2006/relationships/slide" Target="slides/slide619.xml"/><Relationship Id="rId622" Type="http://schemas.openxmlformats.org/officeDocument/2006/relationships/slide" Target="slides/slide620.xml"/><Relationship Id="rId623" Type="http://schemas.openxmlformats.org/officeDocument/2006/relationships/slide" Target="slides/slide621.xml"/><Relationship Id="rId624" Type="http://schemas.openxmlformats.org/officeDocument/2006/relationships/slide" Target="slides/slide622.xml"/><Relationship Id="rId625" Type="http://schemas.openxmlformats.org/officeDocument/2006/relationships/slide" Target="slides/slide623.xml"/><Relationship Id="rId626" Type="http://schemas.openxmlformats.org/officeDocument/2006/relationships/slide" Target="slides/slide624.xml"/><Relationship Id="rId627" Type="http://schemas.openxmlformats.org/officeDocument/2006/relationships/slide" Target="slides/slide625.xml"/><Relationship Id="rId628" Type="http://schemas.openxmlformats.org/officeDocument/2006/relationships/slide" Target="slides/slide626.xml"/><Relationship Id="rId629" Type="http://schemas.openxmlformats.org/officeDocument/2006/relationships/slide" Target="slides/slide627.xml"/><Relationship Id="rId630" Type="http://schemas.openxmlformats.org/officeDocument/2006/relationships/slide" Target="slides/slide628.xml"/><Relationship Id="rId631" Type="http://schemas.openxmlformats.org/officeDocument/2006/relationships/slide" Target="slides/slide629.xml"/><Relationship Id="rId632" Type="http://schemas.openxmlformats.org/officeDocument/2006/relationships/slide" Target="slides/slide630.xml"/><Relationship Id="rId633" Type="http://schemas.openxmlformats.org/officeDocument/2006/relationships/slide" Target="slides/slide631.xml"/><Relationship Id="rId634" Type="http://schemas.openxmlformats.org/officeDocument/2006/relationships/slide" Target="slides/slide632.xml"/><Relationship Id="rId635" Type="http://schemas.openxmlformats.org/officeDocument/2006/relationships/slide" Target="slides/slide633.xml"/><Relationship Id="rId636" Type="http://schemas.openxmlformats.org/officeDocument/2006/relationships/slide" Target="slides/slide634.xml"/><Relationship Id="rId637" Type="http://schemas.openxmlformats.org/officeDocument/2006/relationships/slide" Target="slides/slide635.xml"/><Relationship Id="rId638" Type="http://schemas.openxmlformats.org/officeDocument/2006/relationships/slide" Target="slides/slide636.xml"/><Relationship Id="rId639" Type="http://schemas.openxmlformats.org/officeDocument/2006/relationships/slide" Target="slides/slide637.xml"/><Relationship Id="rId640" Type="http://schemas.openxmlformats.org/officeDocument/2006/relationships/slide" Target="slides/slide638.xml"/><Relationship Id="rId641" Type="http://schemas.openxmlformats.org/officeDocument/2006/relationships/slide" Target="slides/slide639.xml"/><Relationship Id="rId642" Type="http://schemas.openxmlformats.org/officeDocument/2006/relationships/slide" Target="slides/slide640.xml"/><Relationship Id="rId643" Type="http://schemas.openxmlformats.org/officeDocument/2006/relationships/slide" Target="slides/slide641.xml"/><Relationship Id="rId644" Type="http://schemas.openxmlformats.org/officeDocument/2006/relationships/slide" Target="slides/slide642.xml"/><Relationship Id="rId645" Type="http://schemas.openxmlformats.org/officeDocument/2006/relationships/slide" Target="slides/slide643.xml"/><Relationship Id="rId646" Type="http://schemas.openxmlformats.org/officeDocument/2006/relationships/slide" Target="slides/slide644.xml"/><Relationship Id="rId647" Type="http://schemas.openxmlformats.org/officeDocument/2006/relationships/slide" Target="slides/slide645.xml"/><Relationship Id="rId648" Type="http://schemas.openxmlformats.org/officeDocument/2006/relationships/slide" Target="slides/slide646.xml"/><Relationship Id="rId649" Type="http://schemas.openxmlformats.org/officeDocument/2006/relationships/slide" Target="slides/slide647.xml"/><Relationship Id="rId650" Type="http://schemas.openxmlformats.org/officeDocument/2006/relationships/slide" Target="slides/slide648.xml"/><Relationship Id="rId651" Type="http://schemas.openxmlformats.org/officeDocument/2006/relationships/slide" Target="slides/slide649.xml"/><Relationship Id="rId652" Type="http://schemas.openxmlformats.org/officeDocument/2006/relationships/slide" Target="slides/slide650.xml"/><Relationship Id="rId653" Type="http://schemas.openxmlformats.org/officeDocument/2006/relationships/slide" Target="slides/slide651.xml"/><Relationship Id="rId654" Type="http://schemas.openxmlformats.org/officeDocument/2006/relationships/slide" Target="slides/slide652.xml"/><Relationship Id="rId655" Type="http://schemas.openxmlformats.org/officeDocument/2006/relationships/slide" Target="slides/slide653.xml"/><Relationship Id="rId656" Type="http://schemas.openxmlformats.org/officeDocument/2006/relationships/slide" Target="slides/slide654.xml"/><Relationship Id="rId657" Type="http://schemas.openxmlformats.org/officeDocument/2006/relationships/slide" Target="slides/slide655.xml"/><Relationship Id="rId658" Type="http://schemas.openxmlformats.org/officeDocument/2006/relationships/slide" Target="slides/slide656.xml"/><Relationship Id="rId659" Type="http://schemas.openxmlformats.org/officeDocument/2006/relationships/slide" Target="slides/slide657.xml"/><Relationship Id="rId660" Type="http://schemas.openxmlformats.org/officeDocument/2006/relationships/slide" Target="slides/slide658.xml"/><Relationship Id="rId661" Type="http://schemas.openxmlformats.org/officeDocument/2006/relationships/slide" Target="slides/slide659.xml"/><Relationship Id="rId662" Type="http://schemas.openxmlformats.org/officeDocument/2006/relationships/slide" Target="slides/slide660.xml"/><Relationship Id="rId663" Type="http://schemas.openxmlformats.org/officeDocument/2006/relationships/slide" Target="slides/slide661.xml"/><Relationship Id="rId664" Type="http://schemas.openxmlformats.org/officeDocument/2006/relationships/slide" Target="slides/slide662.xml"/><Relationship Id="rId665" Type="http://schemas.openxmlformats.org/officeDocument/2006/relationships/slide" Target="slides/slide663.xml"/><Relationship Id="rId666" Type="http://schemas.openxmlformats.org/officeDocument/2006/relationships/slide" Target="slides/slide664.xml"/><Relationship Id="rId667" Type="http://schemas.openxmlformats.org/officeDocument/2006/relationships/slide" Target="slides/slide665.xml"/><Relationship Id="rId668" Type="http://schemas.openxmlformats.org/officeDocument/2006/relationships/slide" Target="slides/slide666.xml"/><Relationship Id="rId669" Type="http://schemas.openxmlformats.org/officeDocument/2006/relationships/slide" Target="slides/slide667.xml"/><Relationship Id="rId670" Type="http://schemas.openxmlformats.org/officeDocument/2006/relationships/slide" Target="slides/slide668.xml"/><Relationship Id="rId671" Type="http://schemas.openxmlformats.org/officeDocument/2006/relationships/slide" Target="slides/slide669.xml"/><Relationship Id="rId672" Type="http://schemas.openxmlformats.org/officeDocument/2006/relationships/slide" Target="slides/slide670.xml"/><Relationship Id="rId673" Type="http://schemas.openxmlformats.org/officeDocument/2006/relationships/slide" Target="slides/slide671.xml"/><Relationship Id="rId674" Type="http://schemas.openxmlformats.org/officeDocument/2006/relationships/slide" Target="slides/slide672.xml"/><Relationship Id="rId675" Type="http://schemas.openxmlformats.org/officeDocument/2006/relationships/slide" Target="slides/slide673.xml"/><Relationship Id="rId676" Type="http://schemas.openxmlformats.org/officeDocument/2006/relationships/slide" Target="slides/slide674.xml"/><Relationship Id="rId677" Type="http://schemas.openxmlformats.org/officeDocument/2006/relationships/slide" Target="slides/slide675.xml"/><Relationship Id="rId678" Type="http://schemas.openxmlformats.org/officeDocument/2006/relationships/slide" Target="slides/slide676.xml"/><Relationship Id="rId679" Type="http://schemas.openxmlformats.org/officeDocument/2006/relationships/slide" Target="slides/slide677.xml"/><Relationship Id="rId680" Type="http://schemas.openxmlformats.org/officeDocument/2006/relationships/slide" Target="slides/slide678.xml"/><Relationship Id="rId681" Type="http://schemas.openxmlformats.org/officeDocument/2006/relationships/slide" Target="slides/slide679.xml"/><Relationship Id="rId682" Type="http://schemas.openxmlformats.org/officeDocument/2006/relationships/slide" Target="slides/slide680.xml"/><Relationship Id="rId683" Type="http://schemas.openxmlformats.org/officeDocument/2006/relationships/slide" Target="slides/slide681.xml"/><Relationship Id="rId684" Type="http://schemas.openxmlformats.org/officeDocument/2006/relationships/slide" Target="slides/slide682.xml"/><Relationship Id="rId685" Type="http://schemas.openxmlformats.org/officeDocument/2006/relationships/slide" Target="slides/slide683.xml"/><Relationship Id="rId686" Type="http://schemas.openxmlformats.org/officeDocument/2006/relationships/slide" Target="slides/slide684.xml"/><Relationship Id="rId687" Type="http://schemas.openxmlformats.org/officeDocument/2006/relationships/slide" Target="slides/slide685.xml"/><Relationship Id="rId688" Type="http://schemas.openxmlformats.org/officeDocument/2006/relationships/slide" Target="slides/slide686.xml"/><Relationship Id="rId689" Type="http://schemas.openxmlformats.org/officeDocument/2006/relationships/slide" Target="slides/slide687.xml"/><Relationship Id="rId690" Type="http://schemas.openxmlformats.org/officeDocument/2006/relationships/slide" Target="slides/slide688.xml"/><Relationship Id="rId691" Type="http://schemas.openxmlformats.org/officeDocument/2006/relationships/slide" Target="slides/slide689.xml"/><Relationship Id="rId692" Type="http://schemas.openxmlformats.org/officeDocument/2006/relationships/slide" Target="slides/slide690.xml"/><Relationship Id="rId693" Type="http://schemas.openxmlformats.org/officeDocument/2006/relationships/slide" Target="slides/slide691.xml"/><Relationship Id="rId694" Type="http://schemas.openxmlformats.org/officeDocument/2006/relationships/slide" Target="slides/slide692.xml"/><Relationship Id="rId695" Type="http://schemas.openxmlformats.org/officeDocument/2006/relationships/slide" Target="slides/slide693.xml"/><Relationship Id="rId696" Type="http://schemas.openxmlformats.org/officeDocument/2006/relationships/slide" Target="slides/slide694.xml"/><Relationship Id="rId697" Type="http://schemas.openxmlformats.org/officeDocument/2006/relationships/slide" Target="slides/slide695.xml"/><Relationship Id="rId698" Type="http://schemas.openxmlformats.org/officeDocument/2006/relationships/slide" Target="slides/slide696.xml"/><Relationship Id="rId699" Type="http://schemas.openxmlformats.org/officeDocument/2006/relationships/slide" Target="slides/slide697.xml"/><Relationship Id="rId700" Type="http://schemas.openxmlformats.org/officeDocument/2006/relationships/slide" Target="slides/slide698.xml"/><Relationship Id="rId701" Type="http://schemas.openxmlformats.org/officeDocument/2006/relationships/slide" Target="slides/slide699.xml"/><Relationship Id="rId702" Type="http://schemas.openxmlformats.org/officeDocument/2006/relationships/slide" Target="slides/slide700.xml"/><Relationship Id="rId703" Type="http://schemas.openxmlformats.org/officeDocument/2006/relationships/slide" Target="slides/slide701.xml"/><Relationship Id="rId704" Type="http://schemas.openxmlformats.org/officeDocument/2006/relationships/slide" Target="slides/slide702.xml"/><Relationship Id="rId705" Type="http://schemas.openxmlformats.org/officeDocument/2006/relationships/slide" Target="slides/slide703.xml"/><Relationship Id="rId706" Type="http://schemas.openxmlformats.org/officeDocument/2006/relationships/slide" Target="slides/slide704.xml"/><Relationship Id="rId707" Type="http://schemas.openxmlformats.org/officeDocument/2006/relationships/slide" Target="slides/slide705.xml"/><Relationship Id="rId708" Type="http://schemas.openxmlformats.org/officeDocument/2006/relationships/slide" Target="slides/slide706.xml"/><Relationship Id="rId709" Type="http://schemas.openxmlformats.org/officeDocument/2006/relationships/slide" Target="slides/slide707.xml"/><Relationship Id="rId710" Type="http://schemas.openxmlformats.org/officeDocument/2006/relationships/slide" Target="slides/slide708.xml"/><Relationship Id="rId711" Type="http://schemas.openxmlformats.org/officeDocument/2006/relationships/slide" Target="slides/slide709.xml"/><Relationship Id="rId712" Type="http://schemas.openxmlformats.org/officeDocument/2006/relationships/slide" Target="slides/slide710.xml"/><Relationship Id="rId713" Type="http://schemas.openxmlformats.org/officeDocument/2006/relationships/slide" Target="slides/slide711.xml"/><Relationship Id="rId714" Type="http://schemas.openxmlformats.org/officeDocument/2006/relationships/slide" Target="slides/slide712.xml"/><Relationship Id="rId715" Type="http://schemas.openxmlformats.org/officeDocument/2006/relationships/slide" Target="slides/slide713.xml"/><Relationship Id="rId716" Type="http://schemas.openxmlformats.org/officeDocument/2006/relationships/slide" Target="slides/slide714.xml"/><Relationship Id="rId717" Type="http://schemas.openxmlformats.org/officeDocument/2006/relationships/slide" Target="slides/slide715.xml"/><Relationship Id="rId718" Type="http://schemas.openxmlformats.org/officeDocument/2006/relationships/slide" Target="slides/slide716.xml"/><Relationship Id="rId719" Type="http://schemas.openxmlformats.org/officeDocument/2006/relationships/slide" Target="slides/slide717.xml"/><Relationship Id="rId720" Type="http://schemas.openxmlformats.org/officeDocument/2006/relationships/slide" Target="slides/slide718.xml"/><Relationship Id="rId721" Type="http://schemas.openxmlformats.org/officeDocument/2006/relationships/slide" Target="slides/slide719.xml"/><Relationship Id="rId722" Type="http://schemas.openxmlformats.org/officeDocument/2006/relationships/slide" Target="slides/slide720.xml"/><Relationship Id="rId723" Type="http://schemas.openxmlformats.org/officeDocument/2006/relationships/slide" Target="slides/slide721.xml"/><Relationship Id="rId724" Type="http://schemas.openxmlformats.org/officeDocument/2006/relationships/slide" Target="slides/slide722.xml"/><Relationship Id="rId725" Type="http://schemas.openxmlformats.org/officeDocument/2006/relationships/slide" Target="slides/slide723.xml"/><Relationship Id="rId726" Type="http://schemas.openxmlformats.org/officeDocument/2006/relationships/slide" Target="slides/slide724.xml"/><Relationship Id="rId727" Type="http://schemas.openxmlformats.org/officeDocument/2006/relationships/slide" Target="slides/slide725.xml"/><Relationship Id="rId728" Type="http://schemas.openxmlformats.org/officeDocument/2006/relationships/slide" Target="slides/slide726.xml"/><Relationship Id="rId729" Type="http://schemas.openxmlformats.org/officeDocument/2006/relationships/slide" Target="slides/slide727.xml"/><Relationship Id="rId730" Type="http://schemas.openxmlformats.org/officeDocument/2006/relationships/slide" Target="slides/slide728.xml"/><Relationship Id="rId731" Type="http://schemas.openxmlformats.org/officeDocument/2006/relationships/slide" Target="slides/slide729.xml"/><Relationship Id="rId732" Type="http://schemas.openxmlformats.org/officeDocument/2006/relationships/slide" Target="slides/slide730.xml"/><Relationship Id="rId733" Type="http://schemas.openxmlformats.org/officeDocument/2006/relationships/slide" Target="slides/slide731.xml"/><Relationship Id="rId734" Type="http://schemas.openxmlformats.org/officeDocument/2006/relationships/slide" Target="slides/slide732.xml"/><Relationship Id="rId735" Type="http://schemas.openxmlformats.org/officeDocument/2006/relationships/slide" Target="slides/slide733.xml"/><Relationship Id="rId736" Type="http://schemas.openxmlformats.org/officeDocument/2006/relationships/slide" Target="slides/slide734.xml"/><Relationship Id="rId737" Type="http://schemas.openxmlformats.org/officeDocument/2006/relationships/slide" Target="slides/slide735.xml"/><Relationship Id="rId738" Type="http://schemas.openxmlformats.org/officeDocument/2006/relationships/slide" Target="slides/slide736.xml"/><Relationship Id="rId739" Type="http://schemas.openxmlformats.org/officeDocument/2006/relationships/slide" Target="slides/slide737.xml"/><Relationship Id="rId740" Type="http://schemas.openxmlformats.org/officeDocument/2006/relationships/slide" Target="slides/slide738.xml"/><Relationship Id="rId741" Type="http://schemas.openxmlformats.org/officeDocument/2006/relationships/slide" Target="slides/slide739.xml"/><Relationship Id="rId742" Type="http://schemas.openxmlformats.org/officeDocument/2006/relationships/slide" Target="slides/slide740.xml"/><Relationship Id="rId743" Type="http://schemas.openxmlformats.org/officeDocument/2006/relationships/slide" Target="slides/slide741.xml"/><Relationship Id="rId744" Type="http://schemas.openxmlformats.org/officeDocument/2006/relationships/slide" Target="slides/slide742.xml"/><Relationship Id="rId745" Type="http://schemas.openxmlformats.org/officeDocument/2006/relationships/slide" Target="slides/slide743.xml"/><Relationship Id="rId746" Type="http://schemas.openxmlformats.org/officeDocument/2006/relationships/slide" Target="slides/slide744.xml"/><Relationship Id="rId747" Type="http://schemas.openxmlformats.org/officeDocument/2006/relationships/slide" Target="slides/slide745.xml"/><Relationship Id="rId748" Type="http://schemas.openxmlformats.org/officeDocument/2006/relationships/slide" Target="slides/slide746.xml"/><Relationship Id="rId749" Type="http://schemas.openxmlformats.org/officeDocument/2006/relationships/slide" Target="slides/slide747.xml"/><Relationship Id="rId750" Type="http://schemas.openxmlformats.org/officeDocument/2006/relationships/slide" Target="slides/slide748.xml"/><Relationship Id="rId751" Type="http://schemas.openxmlformats.org/officeDocument/2006/relationships/slide" Target="slides/slide749.xml"/><Relationship Id="rId752" Type="http://schemas.openxmlformats.org/officeDocument/2006/relationships/slide" Target="slides/slide750.xml"/><Relationship Id="rId753" Type="http://schemas.openxmlformats.org/officeDocument/2006/relationships/slide" Target="slides/slide751.xml"/><Relationship Id="rId754" Type="http://schemas.openxmlformats.org/officeDocument/2006/relationships/slide" Target="slides/slide752.xml"/><Relationship Id="rId755" Type="http://schemas.openxmlformats.org/officeDocument/2006/relationships/slide" Target="slides/slide753.xml"/><Relationship Id="rId756" Type="http://schemas.openxmlformats.org/officeDocument/2006/relationships/slide" Target="slides/slide754.xml"/><Relationship Id="rId757" Type="http://schemas.openxmlformats.org/officeDocument/2006/relationships/slide" Target="slides/slide755.xml"/><Relationship Id="rId758" Type="http://schemas.openxmlformats.org/officeDocument/2006/relationships/slide" Target="slides/slide756.xml"/><Relationship Id="rId759" Type="http://schemas.openxmlformats.org/officeDocument/2006/relationships/slide" Target="slides/slide757.xml"/><Relationship Id="rId760" Type="http://schemas.openxmlformats.org/officeDocument/2006/relationships/slide" Target="slides/slide758.xml"/><Relationship Id="rId761" Type="http://schemas.openxmlformats.org/officeDocument/2006/relationships/slide" Target="slides/slide759.xml"/><Relationship Id="rId762" Type="http://schemas.openxmlformats.org/officeDocument/2006/relationships/slide" Target="slides/slide760.xml"/><Relationship Id="rId763" Type="http://schemas.openxmlformats.org/officeDocument/2006/relationships/slide" Target="slides/slide761.xml"/><Relationship Id="rId764" Type="http://schemas.openxmlformats.org/officeDocument/2006/relationships/slide" Target="slides/slide762.xml"/><Relationship Id="rId765" Type="http://schemas.openxmlformats.org/officeDocument/2006/relationships/slide" Target="slides/slide763.xml"/><Relationship Id="rId766" Type="http://schemas.openxmlformats.org/officeDocument/2006/relationships/slide" Target="slides/slide764.xml"/><Relationship Id="rId767" Type="http://schemas.openxmlformats.org/officeDocument/2006/relationships/slide" Target="slides/slide765.xml"/><Relationship Id="rId768" Type="http://schemas.openxmlformats.org/officeDocument/2006/relationships/slide" Target="slides/slide766.xml"/><Relationship Id="rId769" Type="http://schemas.openxmlformats.org/officeDocument/2006/relationships/slide" Target="slides/slide767.xml"/><Relationship Id="rId770" Type="http://schemas.openxmlformats.org/officeDocument/2006/relationships/slide" Target="slides/slide768.xml"/><Relationship Id="rId771" Type="http://schemas.openxmlformats.org/officeDocument/2006/relationships/slide" Target="slides/slide769.xml"/><Relationship Id="rId772" Type="http://schemas.openxmlformats.org/officeDocument/2006/relationships/slide" Target="slides/slide770.xml"/><Relationship Id="rId773" Type="http://schemas.openxmlformats.org/officeDocument/2006/relationships/slide" Target="slides/slide771.xml"/><Relationship Id="rId774" Type="http://schemas.openxmlformats.org/officeDocument/2006/relationships/slide" Target="slides/slide772.xml"/><Relationship Id="rId775" Type="http://schemas.openxmlformats.org/officeDocument/2006/relationships/slide" Target="slides/slide773.xml"/><Relationship Id="rId776" Type="http://schemas.openxmlformats.org/officeDocument/2006/relationships/slide" Target="slides/slide774.xml"/><Relationship Id="rId777" Type="http://schemas.openxmlformats.org/officeDocument/2006/relationships/slide" Target="slides/slide775.xml"/><Relationship Id="rId778" Type="http://schemas.openxmlformats.org/officeDocument/2006/relationships/slide" Target="slides/slide776.xml"/><Relationship Id="rId779" Type="http://schemas.openxmlformats.org/officeDocument/2006/relationships/slide" Target="slides/slide777.xml"/><Relationship Id="rId780" Type="http://schemas.openxmlformats.org/officeDocument/2006/relationships/slide" Target="slides/slide778.xml"/><Relationship Id="rId781" Type="http://schemas.openxmlformats.org/officeDocument/2006/relationships/slide" Target="slides/slide779.xml"/><Relationship Id="rId782" Type="http://schemas.openxmlformats.org/officeDocument/2006/relationships/slide" Target="slides/slide780.xml"/><Relationship Id="rId783" Type="http://schemas.openxmlformats.org/officeDocument/2006/relationships/slide" Target="slides/slide781.xml"/><Relationship Id="rId784" Type="http://schemas.openxmlformats.org/officeDocument/2006/relationships/slide" Target="slides/slide782.xml"/><Relationship Id="rId785" Type="http://schemas.openxmlformats.org/officeDocument/2006/relationships/slide" Target="slides/slide783.xml"/><Relationship Id="rId786" Type="http://schemas.openxmlformats.org/officeDocument/2006/relationships/slide" Target="slides/slide784.xml"/><Relationship Id="rId787" Type="http://schemas.openxmlformats.org/officeDocument/2006/relationships/slide" Target="slides/slide785.xml"/><Relationship Id="rId788" Type="http://schemas.openxmlformats.org/officeDocument/2006/relationships/slide" Target="slides/slide786.xml"/><Relationship Id="rId789" Type="http://schemas.openxmlformats.org/officeDocument/2006/relationships/slide" Target="slides/slide787.xml"/><Relationship Id="rId790" Type="http://schemas.openxmlformats.org/officeDocument/2006/relationships/slide" Target="slides/slide788.xml"/><Relationship Id="rId791" Type="http://schemas.openxmlformats.org/officeDocument/2006/relationships/slide" Target="slides/slide789.xml"/><Relationship Id="rId792" Type="http://schemas.openxmlformats.org/officeDocument/2006/relationships/slide" Target="slides/slide790.xml"/><Relationship Id="rId793" Type="http://schemas.openxmlformats.org/officeDocument/2006/relationships/slide" Target="slides/slide791.xml"/><Relationship Id="rId794" Type="http://schemas.openxmlformats.org/officeDocument/2006/relationships/slide" Target="slides/slide792.xml"/><Relationship Id="rId795" Type="http://schemas.openxmlformats.org/officeDocument/2006/relationships/slide" Target="slides/slide793.xml"/><Relationship Id="rId796" Type="http://schemas.openxmlformats.org/officeDocument/2006/relationships/slide" Target="slides/slide794.xml"/><Relationship Id="rId797" Type="http://schemas.openxmlformats.org/officeDocument/2006/relationships/slide" Target="slides/slide795.xml"/><Relationship Id="rId798" Type="http://schemas.openxmlformats.org/officeDocument/2006/relationships/slide" Target="slides/slide796.xml"/><Relationship Id="rId799" Type="http://schemas.openxmlformats.org/officeDocument/2006/relationships/slide" Target="slides/slide797.xml"/><Relationship Id="rId800" Type="http://schemas.openxmlformats.org/officeDocument/2006/relationships/slide" Target="slides/slide798.xml"/><Relationship Id="rId801" Type="http://schemas.openxmlformats.org/officeDocument/2006/relationships/slide" Target="slides/slide799.xml"/><Relationship Id="rId802" Type="http://schemas.openxmlformats.org/officeDocument/2006/relationships/slide" Target="slides/slide800.xml"/><Relationship Id="rId803" Type="http://schemas.openxmlformats.org/officeDocument/2006/relationships/slide" Target="slides/slide801.xml"/><Relationship Id="rId804" Type="http://schemas.openxmlformats.org/officeDocument/2006/relationships/slide" Target="slides/slide802.xml"/><Relationship Id="rId805" Type="http://schemas.openxmlformats.org/officeDocument/2006/relationships/slide" Target="slides/slide803.xml"/><Relationship Id="rId806" Type="http://schemas.openxmlformats.org/officeDocument/2006/relationships/slide" Target="slides/slide804.xml"/><Relationship Id="rId807" Type="http://schemas.openxmlformats.org/officeDocument/2006/relationships/slide" Target="slides/slide805.xml"/><Relationship Id="rId808" Type="http://schemas.openxmlformats.org/officeDocument/2006/relationships/slide" Target="slides/slide806.xml"/><Relationship Id="rId809" Type="http://schemas.openxmlformats.org/officeDocument/2006/relationships/slide" Target="slides/slide807.xml"/><Relationship Id="rId810" Type="http://schemas.openxmlformats.org/officeDocument/2006/relationships/slide" Target="slides/slide808.xml"/><Relationship Id="rId811" Type="http://schemas.openxmlformats.org/officeDocument/2006/relationships/slide" Target="slides/slide809.xml"/><Relationship Id="rId812" Type="http://schemas.openxmlformats.org/officeDocument/2006/relationships/slide" Target="slides/slide810.xml"/><Relationship Id="rId813" Type="http://schemas.openxmlformats.org/officeDocument/2006/relationships/slide" Target="slides/slide811.xml"/><Relationship Id="rId814" Type="http://schemas.openxmlformats.org/officeDocument/2006/relationships/slide" Target="slides/slide812.xml"/><Relationship Id="rId815" Type="http://schemas.openxmlformats.org/officeDocument/2006/relationships/slide" Target="slides/slide813.xml"/><Relationship Id="rId816" Type="http://schemas.openxmlformats.org/officeDocument/2006/relationships/slide" Target="slides/slide814.xml"/><Relationship Id="rId817" Type="http://schemas.openxmlformats.org/officeDocument/2006/relationships/slide" Target="slides/slide815.xml"/><Relationship Id="rId818" Type="http://schemas.openxmlformats.org/officeDocument/2006/relationships/slide" Target="slides/slide816.xml"/><Relationship Id="rId819" Type="http://schemas.openxmlformats.org/officeDocument/2006/relationships/slide" Target="slides/slide817.xml"/><Relationship Id="rId820" Type="http://schemas.openxmlformats.org/officeDocument/2006/relationships/slide" Target="slides/slide818.xml"/><Relationship Id="rId821" Type="http://schemas.openxmlformats.org/officeDocument/2006/relationships/slide" Target="slides/slide819.xml"/><Relationship Id="rId822" Type="http://schemas.openxmlformats.org/officeDocument/2006/relationships/slide" Target="slides/slide820.xml"/><Relationship Id="rId823" Type="http://schemas.openxmlformats.org/officeDocument/2006/relationships/slide" Target="slides/slide821.xml"/><Relationship Id="rId824" Type="http://schemas.openxmlformats.org/officeDocument/2006/relationships/slide" Target="slides/slide822.xml"/><Relationship Id="rId825" Type="http://schemas.openxmlformats.org/officeDocument/2006/relationships/slide" Target="slides/slide823.xml"/><Relationship Id="rId826" Type="http://schemas.openxmlformats.org/officeDocument/2006/relationships/slide" Target="slides/slide824.xml"/><Relationship Id="rId827" Type="http://schemas.openxmlformats.org/officeDocument/2006/relationships/slide" Target="slides/slide825.xml"/><Relationship Id="rId828" Type="http://schemas.openxmlformats.org/officeDocument/2006/relationships/slide" Target="slides/slide826.xml"/><Relationship Id="rId829" Type="http://schemas.openxmlformats.org/officeDocument/2006/relationships/slide" Target="slides/slide827.xml"/><Relationship Id="rId830" Type="http://schemas.openxmlformats.org/officeDocument/2006/relationships/slide" Target="slides/slide828.xml"/><Relationship Id="rId831" Type="http://schemas.openxmlformats.org/officeDocument/2006/relationships/slide" Target="slides/slide829.xml"/><Relationship Id="rId832" Type="http://schemas.openxmlformats.org/officeDocument/2006/relationships/slide" Target="slides/slide830.xml"/><Relationship Id="rId833" Type="http://schemas.openxmlformats.org/officeDocument/2006/relationships/slide" Target="slides/slide831.xml"/><Relationship Id="rId834" Type="http://schemas.openxmlformats.org/officeDocument/2006/relationships/slide" Target="slides/slide832.xml"/><Relationship Id="rId835" Type="http://schemas.openxmlformats.org/officeDocument/2006/relationships/slide" Target="slides/slide833.xml"/><Relationship Id="rId836" Type="http://schemas.openxmlformats.org/officeDocument/2006/relationships/slide" Target="slides/slide834.xml"/><Relationship Id="rId837" Type="http://schemas.openxmlformats.org/officeDocument/2006/relationships/slide" Target="slides/slide835.xml"/><Relationship Id="rId838" Type="http://schemas.openxmlformats.org/officeDocument/2006/relationships/slide" Target="slides/slide836.xml"/><Relationship Id="rId839" Type="http://schemas.openxmlformats.org/officeDocument/2006/relationships/slide" Target="slides/slide837.xml"/><Relationship Id="rId840" Type="http://schemas.openxmlformats.org/officeDocument/2006/relationships/slide" Target="slides/slide838.xml"/><Relationship Id="rId841" Type="http://schemas.openxmlformats.org/officeDocument/2006/relationships/slide" Target="slides/slide839.xml"/><Relationship Id="rId842" Type="http://schemas.openxmlformats.org/officeDocument/2006/relationships/slide" Target="slides/slide840.xml"/><Relationship Id="rId843" Type="http://schemas.openxmlformats.org/officeDocument/2006/relationships/slide" Target="slides/slide841.xml"/><Relationship Id="rId844" Type="http://schemas.openxmlformats.org/officeDocument/2006/relationships/slide" Target="slides/slide842.xml"/><Relationship Id="rId845" Type="http://schemas.openxmlformats.org/officeDocument/2006/relationships/slide" Target="slides/slide843.xml"/><Relationship Id="rId846" Type="http://schemas.openxmlformats.org/officeDocument/2006/relationships/slide" Target="slides/slide844.xml"/><Relationship Id="rId847" Type="http://schemas.openxmlformats.org/officeDocument/2006/relationships/slide" Target="slides/slide845.xml"/><Relationship Id="rId848" Type="http://schemas.openxmlformats.org/officeDocument/2006/relationships/slide" Target="slides/slide846.xml"/><Relationship Id="rId849" Type="http://schemas.openxmlformats.org/officeDocument/2006/relationships/slide" Target="slides/slide847.xml"/><Relationship Id="rId850" Type="http://schemas.openxmlformats.org/officeDocument/2006/relationships/slide" Target="slides/slide848.xml"/><Relationship Id="rId851" Type="http://schemas.openxmlformats.org/officeDocument/2006/relationships/slide" Target="slides/slide849.xml"/><Relationship Id="rId852" Type="http://schemas.openxmlformats.org/officeDocument/2006/relationships/slide" Target="slides/slide850.xml"/><Relationship Id="rId853" Type="http://schemas.openxmlformats.org/officeDocument/2006/relationships/slide" Target="slides/slide851.xml"/><Relationship Id="rId854" Type="http://schemas.openxmlformats.org/officeDocument/2006/relationships/slide" Target="slides/slide852.xml"/><Relationship Id="rId855" Type="http://schemas.openxmlformats.org/officeDocument/2006/relationships/slide" Target="slides/slide853.xml"/><Relationship Id="rId856" Type="http://schemas.openxmlformats.org/officeDocument/2006/relationships/slide" Target="slides/slide854.xml"/><Relationship Id="rId857" Type="http://schemas.openxmlformats.org/officeDocument/2006/relationships/slide" Target="slides/slide855.xml"/><Relationship Id="rId858" Type="http://schemas.openxmlformats.org/officeDocument/2006/relationships/slide" Target="slides/slide856.xml"/><Relationship Id="rId859" Type="http://schemas.openxmlformats.org/officeDocument/2006/relationships/slide" Target="slides/slide857.xml"/><Relationship Id="rId860" Type="http://schemas.openxmlformats.org/officeDocument/2006/relationships/slide" Target="slides/slide858.xml"/><Relationship Id="rId861" Type="http://schemas.openxmlformats.org/officeDocument/2006/relationships/slide" Target="slides/slide859.xml"/><Relationship Id="rId862" Type="http://schemas.openxmlformats.org/officeDocument/2006/relationships/slide" Target="slides/slide860.xml"/><Relationship Id="rId863" Type="http://schemas.openxmlformats.org/officeDocument/2006/relationships/slide" Target="slides/slide861.xml"/><Relationship Id="rId864" Type="http://schemas.openxmlformats.org/officeDocument/2006/relationships/slide" Target="slides/slide862.xml"/><Relationship Id="rId865" Type="http://schemas.openxmlformats.org/officeDocument/2006/relationships/slide" Target="slides/slide863.xml"/><Relationship Id="rId866" Type="http://schemas.openxmlformats.org/officeDocument/2006/relationships/slide" Target="slides/slide864.xml"/><Relationship Id="rId867" Type="http://schemas.openxmlformats.org/officeDocument/2006/relationships/slide" Target="slides/slide865.xml"/><Relationship Id="rId868" Type="http://schemas.openxmlformats.org/officeDocument/2006/relationships/slide" Target="slides/slide866.xml"/><Relationship Id="rId869" Type="http://schemas.openxmlformats.org/officeDocument/2006/relationships/slide" Target="slides/slide867.xml"/><Relationship Id="rId870" Type="http://schemas.openxmlformats.org/officeDocument/2006/relationships/slide" Target="slides/slide868.xml"/><Relationship Id="rId871" Type="http://schemas.openxmlformats.org/officeDocument/2006/relationships/slide" Target="slides/slide869.xml"/><Relationship Id="rId872" Type="http://schemas.openxmlformats.org/officeDocument/2006/relationships/slide" Target="slides/slide870.xml"/><Relationship Id="rId873" Type="http://schemas.openxmlformats.org/officeDocument/2006/relationships/slide" Target="slides/slide871.xml"/><Relationship Id="rId874" Type="http://schemas.openxmlformats.org/officeDocument/2006/relationships/slide" Target="slides/slide872.xml"/><Relationship Id="rId875" Type="http://schemas.openxmlformats.org/officeDocument/2006/relationships/slide" Target="slides/slide873.xml"/><Relationship Id="rId876" Type="http://schemas.openxmlformats.org/officeDocument/2006/relationships/slide" Target="slides/slide874.xml"/><Relationship Id="rId877" Type="http://schemas.openxmlformats.org/officeDocument/2006/relationships/slide" Target="slides/slide875.xml"/><Relationship Id="rId878" Type="http://schemas.openxmlformats.org/officeDocument/2006/relationships/slide" Target="slides/slide876.xml"/><Relationship Id="rId879" Type="http://schemas.openxmlformats.org/officeDocument/2006/relationships/slide" Target="slides/slide877.xml"/><Relationship Id="rId880" Type="http://schemas.openxmlformats.org/officeDocument/2006/relationships/slide" Target="slides/slide878.xml"/><Relationship Id="rId881" Type="http://schemas.openxmlformats.org/officeDocument/2006/relationships/slide" Target="slides/slide879.xml"/><Relationship Id="rId882" Type="http://schemas.openxmlformats.org/officeDocument/2006/relationships/slide" Target="slides/slide880.xml"/><Relationship Id="rId883" Type="http://schemas.openxmlformats.org/officeDocument/2006/relationships/slide" Target="slides/slide881.xml"/><Relationship Id="rId884" Type="http://schemas.openxmlformats.org/officeDocument/2006/relationships/slide" Target="slides/slide882.xml"/><Relationship Id="rId885" Type="http://schemas.openxmlformats.org/officeDocument/2006/relationships/slide" Target="slides/slide883.xml"/><Relationship Id="rId886" Type="http://schemas.openxmlformats.org/officeDocument/2006/relationships/slide" Target="slides/slide884.xml"/><Relationship Id="rId887" Type="http://schemas.openxmlformats.org/officeDocument/2006/relationships/slide" Target="slides/slide885.xml"/><Relationship Id="rId888" Type="http://schemas.openxmlformats.org/officeDocument/2006/relationships/slide" Target="slides/slide886.xml"/><Relationship Id="rId889" Type="http://schemas.openxmlformats.org/officeDocument/2006/relationships/slide" Target="slides/slide887.xml"/><Relationship Id="rId890" Type="http://schemas.openxmlformats.org/officeDocument/2006/relationships/slide" Target="slides/slide888.xml"/><Relationship Id="rId891" Type="http://schemas.openxmlformats.org/officeDocument/2006/relationships/slide" Target="slides/slide889.xml"/><Relationship Id="rId892" Type="http://schemas.openxmlformats.org/officeDocument/2006/relationships/slide" Target="slides/slide890.xml"/><Relationship Id="rId893" Type="http://schemas.openxmlformats.org/officeDocument/2006/relationships/slide" Target="slides/slide891.xml"/><Relationship Id="rId894" Type="http://schemas.openxmlformats.org/officeDocument/2006/relationships/slide" Target="slides/slide892.xml"/><Relationship Id="rId895" Type="http://schemas.openxmlformats.org/officeDocument/2006/relationships/slide" Target="slides/slide893.xml"/><Relationship Id="rId896" Type="http://schemas.openxmlformats.org/officeDocument/2006/relationships/slide" Target="slides/slide894.xml"/><Relationship Id="rId897" Type="http://schemas.openxmlformats.org/officeDocument/2006/relationships/slide" Target="slides/slide895.xml"/><Relationship Id="rId898" Type="http://schemas.openxmlformats.org/officeDocument/2006/relationships/slide" Target="slides/slide896.xml"/><Relationship Id="rId899" Type="http://schemas.openxmlformats.org/officeDocument/2006/relationships/slide" Target="slides/slide897.xml"/><Relationship Id="rId900" Type="http://schemas.openxmlformats.org/officeDocument/2006/relationships/slide" Target="slides/slide898.xml"/><Relationship Id="rId901" Type="http://schemas.openxmlformats.org/officeDocument/2006/relationships/slide" Target="slides/slide899.xml"/><Relationship Id="rId902" Type="http://schemas.openxmlformats.org/officeDocument/2006/relationships/slide" Target="slides/slide900.xml"/><Relationship Id="rId903" Type="http://schemas.openxmlformats.org/officeDocument/2006/relationships/slide" Target="slides/slide901.xml"/><Relationship Id="rId904" Type="http://schemas.openxmlformats.org/officeDocument/2006/relationships/slide" Target="slides/slide902.xml"/><Relationship Id="rId905" Type="http://schemas.openxmlformats.org/officeDocument/2006/relationships/slide" Target="slides/slide903.xml"/><Relationship Id="rId906" Type="http://schemas.openxmlformats.org/officeDocument/2006/relationships/slide" Target="slides/slide904.xml"/><Relationship Id="rId907" Type="http://schemas.openxmlformats.org/officeDocument/2006/relationships/slide" Target="slides/slide905.xml"/><Relationship Id="rId908" Type="http://schemas.openxmlformats.org/officeDocument/2006/relationships/slide" Target="slides/slide906.xml"/><Relationship Id="rId909" Type="http://schemas.openxmlformats.org/officeDocument/2006/relationships/slide" Target="slides/slide907.xml"/><Relationship Id="rId910" Type="http://schemas.openxmlformats.org/officeDocument/2006/relationships/slide" Target="slides/slide908.xml"/><Relationship Id="rId911" Type="http://schemas.openxmlformats.org/officeDocument/2006/relationships/slide" Target="slides/slide909.xml"/><Relationship Id="rId912" Type="http://schemas.openxmlformats.org/officeDocument/2006/relationships/slide" Target="slides/slide910.xml"/><Relationship Id="rId913" Type="http://schemas.openxmlformats.org/officeDocument/2006/relationships/slide" Target="slides/slide911.xml"/><Relationship Id="rId914" Type="http://schemas.openxmlformats.org/officeDocument/2006/relationships/slide" Target="slides/slide912.xml"/><Relationship Id="rId915" Type="http://schemas.openxmlformats.org/officeDocument/2006/relationships/slide" Target="slides/slide913.xml"/><Relationship Id="rId916" Type="http://schemas.openxmlformats.org/officeDocument/2006/relationships/slide" Target="slides/slide914.xml"/><Relationship Id="rId917" Type="http://schemas.openxmlformats.org/officeDocument/2006/relationships/slide" Target="slides/slide915.xml"/><Relationship Id="rId918" Type="http://schemas.openxmlformats.org/officeDocument/2006/relationships/slide" Target="slides/slide916.xml"/><Relationship Id="rId919" Type="http://schemas.openxmlformats.org/officeDocument/2006/relationships/slide" Target="slides/slide917.xml"/><Relationship Id="rId920" Type="http://schemas.openxmlformats.org/officeDocument/2006/relationships/slide" Target="slides/slide918.xml"/><Relationship Id="rId921" Type="http://schemas.openxmlformats.org/officeDocument/2006/relationships/slide" Target="slides/slide919.xml"/><Relationship Id="rId922" Type="http://schemas.openxmlformats.org/officeDocument/2006/relationships/slide" Target="slides/slide920.xml"/><Relationship Id="rId923" Type="http://schemas.openxmlformats.org/officeDocument/2006/relationships/slide" Target="slides/slide921.xml"/><Relationship Id="rId924" Type="http://schemas.openxmlformats.org/officeDocument/2006/relationships/slide" Target="slides/slide922.xml"/><Relationship Id="rId925" Type="http://schemas.openxmlformats.org/officeDocument/2006/relationships/slide" Target="slides/slide923.xml"/><Relationship Id="rId926" Type="http://schemas.openxmlformats.org/officeDocument/2006/relationships/slide" Target="slides/slide924.xml"/><Relationship Id="rId927" Type="http://schemas.openxmlformats.org/officeDocument/2006/relationships/slide" Target="slides/slide925.xml"/><Relationship Id="rId928" Type="http://schemas.openxmlformats.org/officeDocument/2006/relationships/slide" Target="slides/slide926.xml"/><Relationship Id="rId929" Type="http://schemas.openxmlformats.org/officeDocument/2006/relationships/slide" Target="slides/slide927.xml"/><Relationship Id="rId930" Type="http://schemas.openxmlformats.org/officeDocument/2006/relationships/slide" Target="slides/slide928.xml"/><Relationship Id="rId931" Type="http://schemas.openxmlformats.org/officeDocument/2006/relationships/slide" Target="slides/slide929.xml"/><Relationship Id="rId932" Type="http://schemas.openxmlformats.org/officeDocument/2006/relationships/slide" Target="slides/slide930.xml"/><Relationship Id="rId933" Type="http://schemas.openxmlformats.org/officeDocument/2006/relationships/slide" Target="slides/slide931.xml"/><Relationship Id="rId934" Type="http://schemas.openxmlformats.org/officeDocument/2006/relationships/slide" Target="slides/slide932.xml"/><Relationship Id="rId935" Type="http://schemas.openxmlformats.org/officeDocument/2006/relationships/slide" Target="slides/slide933.xml"/><Relationship Id="rId936" Type="http://schemas.openxmlformats.org/officeDocument/2006/relationships/slide" Target="slides/slide934.xml"/><Relationship Id="rId937" Type="http://schemas.openxmlformats.org/officeDocument/2006/relationships/slide" Target="slides/slide935.xml"/><Relationship Id="rId938" Type="http://schemas.openxmlformats.org/officeDocument/2006/relationships/slide" Target="slides/slide936.xml"/><Relationship Id="rId939" Type="http://schemas.openxmlformats.org/officeDocument/2006/relationships/slide" Target="slides/slide937.xml"/><Relationship Id="rId940" Type="http://schemas.openxmlformats.org/officeDocument/2006/relationships/slide" Target="slides/slide938.xml"/><Relationship Id="rId941" Type="http://schemas.openxmlformats.org/officeDocument/2006/relationships/slide" Target="slides/slide939.xml"/><Relationship Id="rId942" Type="http://schemas.openxmlformats.org/officeDocument/2006/relationships/slide" Target="slides/slide940.xml"/><Relationship Id="rId943" Type="http://schemas.openxmlformats.org/officeDocument/2006/relationships/slide" Target="slides/slide941.xml"/><Relationship Id="rId944" Type="http://schemas.openxmlformats.org/officeDocument/2006/relationships/slide" Target="slides/slide942.xml"/><Relationship Id="rId945" Type="http://schemas.openxmlformats.org/officeDocument/2006/relationships/slide" Target="slides/slide943.xml"/><Relationship Id="rId946" Type="http://schemas.openxmlformats.org/officeDocument/2006/relationships/slide" Target="slides/slide944.xml"/><Relationship Id="rId947" Type="http://schemas.openxmlformats.org/officeDocument/2006/relationships/slide" Target="slides/slide945.xml"/><Relationship Id="rId948" Type="http://schemas.openxmlformats.org/officeDocument/2006/relationships/slide" Target="slides/slide946.xml"/><Relationship Id="rId949" Type="http://schemas.openxmlformats.org/officeDocument/2006/relationships/slide" Target="slides/slide947.xml"/><Relationship Id="rId950" Type="http://schemas.openxmlformats.org/officeDocument/2006/relationships/slide" Target="slides/slide948.xml"/><Relationship Id="rId951" Type="http://schemas.openxmlformats.org/officeDocument/2006/relationships/slide" Target="slides/slide949.xml"/><Relationship Id="rId952" Type="http://schemas.openxmlformats.org/officeDocument/2006/relationships/slide" Target="slides/slide950.xml"/><Relationship Id="rId953" Type="http://schemas.openxmlformats.org/officeDocument/2006/relationships/slide" Target="slides/slide951.xml"/><Relationship Id="rId954" Type="http://schemas.openxmlformats.org/officeDocument/2006/relationships/slide" Target="slides/slide952.xml"/><Relationship Id="rId955" Type="http://schemas.openxmlformats.org/officeDocument/2006/relationships/slide" Target="slides/slide953.xml"/><Relationship Id="rId956" Type="http://schemas.openxmlformats.org/officeDocument/2006/relationships/slide" Target="slides/slide954.xml"/><Relationship Id="rId957" Type="http://schemas.openxmlformats.org/officeDocument/2006/relationships/slide" Target="slides/slide955.xml"/><Relationship Id="rId958" Type="http://schemas.openxmlformats.org/officeDocument/2006/relationships/slide" Target="slides/slide956.xml"/><Relationship Id="rId959" Type="http://schemas.openxmlformats.org/officeDocument/2006/relationships/slide" Target="slides/slide957.xml"/><Relationship Id="rId960" Type="http://schemas.openxmlformats.org/officeDocument/2006/relationships/slide" Target="slides/slide958.xml"/><Relationship Id="rId961" Type="http://schemas.openxmlformats.org/officeDocument/2006/relationships/slide" Target="slides/slide959.xml"/><Relationship Id="rId962" Type="http://schemas.openxmlformats.org/officeDocument/2006/relationships/slide" Target="slides/slide960.xml"/><Relationship Id="rId963" Type="http://schemas.openxmlformats.org/officeDocument/2006/relationships/slide" Target="slides/slide961.xml"/><Relationship Id="rId964" Type="http://schemas.openxmlformats.org/officeDocument/2006/relationships/slide" Target="slides/slide962.xml"/><Relationship Id="rId965" Type="http://schemas.openxmlformats.org/officeDocument/2006/relationships/slide" Target="slides/slide963.xml"/><Relationship Id="rId966" Type="http://schemas.openxmlformats.org/officeDocument/2006/relationships/slide" Target="slides/slide964.xml"/><Relationship Id="rId967" Type="http://schemas.openxmlformats.org/officeDocument/2006/relationships/slide" Target="slides/slide965.xml"/><Relationship Id="rId968" Type="http://schemas.openxmlformats.org/officeDocument/2006/relationships/slide" Target="slides/slide966.xml"/><Relationship Id="rId969" Type="http://schemas.openxmlformats.org/officeDocument/2006/relationships/slide" Target="slides/slide967.xml"/><Relationship Id="rId970" Type="http://schemas.openxmlformats.org/officeDocument/2006/relationships/slide" Target="slides/slide968.xml"/><Relationship Id="rId971" Type="http://schemas.openxmlformats.org/officeDocument/2006/relationships/slide" Target="slides/slide969.xml"/><Relationship Id="rId972" Type="http://schemas.openxmlformats.org/officeDocument/2006/relationships/slide" Target="slides/slide970.xml"/><Relationship Id="rId973" Type="http://schemas.openxmlformats.org/officeDocument/2006/relationships/slide" Target="slides/slide971.xml"/><Relationship Id="rId974" Type="http://schemas.openxmlformats.org/officeDocument/2006/relationships/slide" Target="slides/slide972.xml"/><Relationship Id="rId975" Type="http://schemas.openxmlformats.org/officeDocument/2006/relationships/slide" Target="slides/slide973.xml"/><Relationship Id="rId976" Type="http://schemas.openxmlformats.org/officeDocument/2006/relationships/slide" Target="slides/slide974.xml"/><Relationship Id="rId977" Type="http://schemas.openxmlformats.org/officeDocument/2006/relationships/slide" Target="slides/slide975.xml"/><Relationship Id="rId978" Type="http://schemas.openxmlformats.org/officeDocument/2006/relationships/slide" Target="slides/slide976.xml"/><Relationship Id="rId979" Type="http://schemas.openxmlformats.org/officeDocument/2006/relationships/slide" Target="slides/slide977.xml"/><Relationship Id="rId980" Type="http://schemas.openxmlformats.org/officeDocument/2006/relationships/slide" Target="slides/slide978.xml"/><Relationship Id="rId981" Type="http://schemas.openxmlformats.org/officeDocument/2006/relationships/slide" Target="slides/slide979.xml"/><Relationship Id="rId982" Type="http://schemas.openxmlformats.org/officeDocument/2006/relationships/slide" Target="slides/slide980.xml"/><Relationship Id="rId983" Type="http://schemas.openxmlformats.org/officeDocument/2006/relationships/slide" Target="slides/slide981.xml"/><Relationship Id="rId984" Type="http://schemas.openxmlformats.org/officeDocument/2006/relationships/slide" Target="slides/slide982.xml"/><Relationship Id="rId985" Type="http://schemas.openxmlformats.org/officeDocument/2006/relationships/slide" Target="slides/slide983.xml"/><Relationship Id="rId986" Type="http://schemas.openxmlformats.org/officeDocument/2006/relationships/slide" Target="slides/slide984.xml"/><Relationship Id="rId987" Type="http://schemas.openxmlformats.org/officeDocument/2006/relationships/slide" Target="slides/slide985.xml"/><Relationship Id="rId988" Type="http://schemas.openxmlformats.org/officeDocument/2006/relationships/slide" Target="slides/slide986.xml"/><Relationship Id="rId989" Type="http://schemas.openxmlformats.org/officeDocument/2006/relationships/slide" Target="slides/slide987.xml"/><Relationship Id="rId990" Type="http://schemas.openxmlformats.org/officeDocument/2006/relationships/slide" Target="slides/slide988.xml"/><Relationship Id="rId991" Type="http://schemas.openxmlformats.org/officeDocument/2006/relationships/slide" Target="slides/slide989.xml"/><Relationship Id="rId992" Type="http://schemas.openxmlformats.org/officeDocument/2006/relationships/slide" Target="slides/slide990.xml"/><Relationship Id="rId993" Type="http://schemas.openxmlformats.org/officeDocument/2006/relationships/slide" Target="slides/slide991.xml"/><Relationship Id="rId994" Type="http://schemas.openxmlformats.org/officeDocument/2006/relationships/slide" Target="slides/slide992.xml"/><Relationship Id="rId995" Type="http://schemas.openxmlformats.org/officeDocument/2006/relationships/slide" Target="slides/slide993.xml"/><Relationship Id="rId996" Type="http://schemas.openxmlformats.org/officeDocument/2006/relationships/slide" Target="slides/slide994.xml"/><Relationship Id="rId997" Type="http://schemas.openxmlformats.org/officeDocument/2006/relationships/slide" Target="slides/slide995.xml"/><Relationship Id="rId998" Type="http://schemas.openxmlformats.org/officeDocument/2006/relationships/slide" Target="slides/slide996.xml"/><Relationship Id="rId999" Type="http://schemas.openxmlformats.org/officeDocument/2006/relationships/slide" Target="slides/slide997.xml"/><Relationship Id="rId1000" Type="http://schemas.openxmlformats.org/officeDocument/2006/relationships/slide" Target="slides/slide998.xml"/><Relationship Id="rId1001" Type="http://schemas.openxmlformats.org/officeDocument/2006/relationships/slide" Target="slides/slide999.xml"/><Relationship Id="rId1002" Type="http://schemas.openxmlformats.org/officeDocument/2006/relationships/slide" Target="slides/slide1000.xml"/><Relationship Id="rId1003" Type="http://schemas.openxmlformats.org/officeDocument/2006/relationships/slide" Target="slides/slide1001.xml"/><Relationship Id="rId1004" Type="http://schemas.openxmlformats.org/officeDocument/2006/relationships/slide" Target="slides/slide1002.xml"/><Relationship Id="rId1005" Type="http://schemas.openxmlformats.org/officeDocument/2006/relationships/slide" Target="slides/slide1003.xml"/><Relationship Id="rId1006" Type="http://schemas.openxmlformats.org/officeDocument/2006/relationships/slide" Target="slides/slide1004.xml"/><Relationship Id="rId1007" Type="http://schemas.openxmlformats.org/officeDocument/2006/relationships/slide" Target="slides/slide1005.xml"/><Relationship Id="rId1008" Type="http://schemas.openxmlformats.org/officeDocument/2006/relationships/slide" Target="slides/slide1006.xml"/><Relationship Id="rId1009" Type="http://schemas.openxmlformats.org/officeDocument/2006/relationships/slide" Target="slides/slide1007.xml"/><Relationship Id="rId1010" Type="http://schemas.openxmlformats.org/officeDocument/2006/relationships/slide" Target="slides/slide1008.xml"/><Relationship Id="rId1011" Type="http://schemas.openxmlformats.org/officeDocument/2006/relationships/slide" Target="slides/slide1009.xml"/><Relationship Id="rId1012" Type="http://schemas.openxmlformats.org/officeDocument/2006/relationships/slide" Target="slides/slide1010.xml"/><Relationship Id="rId1013" Type="http://schemas.openxmlformats.org/officeDocument/2006/relationships/slide" Target="slides/slide1011.xml"/><Relationship Id="rId1014" Type="http://schemas.openxmlformats.org/officeDocument/2006/relationships/slide" Target="slides/slide1012.xml"/><Relationship Id="rId1015" Type="http://schemas.openxmlformats.org/officeDocument/2006/relationships/slide" Target="slides/slide1013.xml"/><Relationship Id="rId1016" Type="http://schemas.openxmlformats.org/officeDocument/2006/relationships/slide" Target="slides/slide1014.xml"/><Relationship Id="rId1017" Type="http://schemas.openxmlformats.org/officeDocument/2006/relationships/slide" Target="slides/slide1015.xml"/><Relationship Id="rId1018" Type="http://schemas.openxmlformats.org/officeDocument/2006/relationships/slide" Target="slides/slide1016.xml"/><Relationship Id="rId1019" Type="http://schemas.openxmlformats.org/officeDocument/2006/relationships/slide" Target="slides/slide1017.xml"/><Relationship Id="rId1020" Type="http://schemas.openxmlformats.org/officeDocument/2006/relationships/slide" Target="slides/slide1018.xml"/><Relationship Id="rId1021" Type="http://schemas.openxmlformats.org/officeDocument/2006/relationships/slide" Target="slides/slide1019.xml"/><Relationship Id="rId1022" Type="http://schemas.openxmlformats.org/officeDocument/2006/relationships/slide" Target="slides/slide1020.xml"/><Relationship Id="rId1023" Type="http://schemas.openxmlformats.org/officeDocument/2006/relationships/slide" Target="slides/slide1021.xml"/><Relationship Id="rId1024" Type="http://schemas.openxmlformats.org/officeDocument/2006/relationships/slide" Target="slides/slide1022.xml"/><Relationship Id="rId1025" Type="http://schemas.openxmlformats.org/officeDocument/2006/relationships/slide" Target="slides/slide1023.xml"/><Relationship Id="rId1026" Type="http://schemas.openxmlformats.org/officeDocument/2006/relationships/slide" Target="slides/slide1024.xml"/><Relationship Id="rId1027" Type="http://schemas.openxmlformats.org/officeDocument/2006/relationships/slide" Target="slides/slide1025.xml"/><Relationship Id="rId1028" Type="http://schemas.openxmlformats.org/officeDocument/2006/relationships/slide" Target="slides/slide1026.xml"/><Relationship Id="rId1029" Type="http://schemas.openxmlformats.org/officeDocument/2006/relationships/slide" Target="slides/slide1027.xml"/><Relationship Id="rId1030" Type="http://schemas.openxmlformats.org/officeDocument/2006/relationships/slide" Target="slides/slide1028.xml"/><Relationship Id="rId1031" Type="http://schemas.openxmlformats.org/officeDocument/2006/relationships/slide" Target="slides/slide1029.xml"/><Relationship Id="rId1032" Type="http://schemas.openxmlformats.org/officeDocument/2006/relationships/slide" Target="slides/slide1030.xml"/><Relationship Id="rId1033" Type="http://schemas.openxmlformats.org/officeDocument/2006/relationships/slide" Target="slides/slide1031.xml"/><Relationship Id="rId1034" Type="http://schemas.openxmlformats.org/officeDocument/2006/relationships/slide" Target="slides/slide1032.xml"/><Relationship Id="rId1035" Type="http://schemas.openxmlformats.org/officeDocument/2006/relationships/slide" Target="slides/slide1033.xml"/><Relationship Id="rId1036" Type="http://schemas.openxmlformats.org/officeDocument/2006/relationships/slide" Target="slides/slide1034.xml"/><Relationship Id="rId1037" Type="http://schemas.openxmlformats.org/officeDocument/2006/relationships/slide" Target="slides/slide1035.xml"/><Relationship Id="rId1038" Type="http://schemas.openxmlformats.org/officeDocument/2006/relationships/slide" Target="slides/slide1036.xml"/><Relationship Id="rId1039" Type="http://schemas.openxmlformats.org/officeDocument/2006/relationships/slide" Target="slides/slide1037.xml"/><Relationship Id="rId1040" Type="http://schemas.openxmlformats.org/officeDocument/2006/relationships/slide" Target="slides/slide1038.xml"/><Relationship Id="rId1041" Type="http://schemas.openxmlformats.org/officeDocument/2006/relationships/slide" Target="slides/slide1039.xml"/><Relationship Id="rId1042" Type="http://schemas.openxmlformats.org/officeDocument/2006/relationships/slide" Target="slides/slide1040.xml"/><Relationship Id="rId1043" Type="http://schemas.openxmlformats.org/officeDocument/2006/relationships/slide" Target="slides/slide1041.xml"/><Relationship Id="rId1044" Type="http://schemas.openxmlformats.org/officeDocument/2006/relationships/slide" Target="slides/slide1042.xml"/><Relationship Id="rId1045" Type="http://schemas.openxmlformats.org/officeDocument/2006/relationships/slide" Target="slides/slide1043.xml"/><Relationship Id="rId1046" Type="http://schemas.openxmlformats.org/officeDocument/2006/relationships/slide" Target="slides/slide1044.xml"/><Relationship Id="rId1047" Type="http://schemas.openxmlformats.org/officeDocument/2006/relationships/slide" Target="slides/slide1045.xml"/><Relationship Id="rId1048" Type="http://schemas.openxmlformats.org/officeDocument/2006/relationships/slide" Target="slides/slide1046.xml"/><Relationship Id="rId1049" Type="http://schemas.openxmlformats.org/officeDocument/2006/relationships/slide" Target="slides/slide1047.xml"/><Relationship Id="rId1050" Type="http://schemas.openxmlformats.org/officeDocument/2006/relationships/slide" Target="slides/slide1048.xml"/><Relationship Id="rId1051" Type="http://schemas.openxmlformats.org/officeDocument/2006/relationships/slide" Target="slides/slide1049.xml"/><Relationship Id="rId1052" Type="http://schemas.openxmlformats.org/officeDocument/2006/relationships/slide" Target="slides/slide1050.xml"/><Relationship Id="rId1053" Type="http://schemas.openxmlformats.org/officeDocument/2006/relationships/slide" Target="slides/slide1051.xml"/><Relationship Id="rId1054" Type="http://schemas.openxmlformats.org/officeDocument/2006/relationships/slide" Target="slides/slide1052.xml"/><Relationship Id="rId1055" Type="http://schemas.openxmlformats.org/officeDocument/2006/relationships/slide" Target="slides/slide1053.xml"/><Relationship Id="rId1056" Type="http://schemas.openxmlformats.org/officeDocument/2006/relationships/slide" Target="slides/slide1054.xml"/><Relationship Id="rId1057" Type="http://schemas.openxmlformats.org/officeDocument/2006/relationships/slide" Target="slides/slide1055.xml"/><Relationship Id="rId1058" Type="http://schemas.openxmlformats.org/officeDocument/2006/relationships/slide" Target="slides/slide1056.xml"/><Relationship Id="rId1059" Type="http://schemas.openxmlformats.org/officeDocument/2006/relationships/slide" Target="slides/slide1057.xml"/><Relationship Id="rId1060" Type="http://schemas.openxmlformats.org/officeDocument/2006/relationships/slide" Target="slides/slide1058.xml"/><Relationship Id="rId1061" Type="http://schemas.openxmlformats.org/officeDocument/2006/relationships/slide" Target="slides/slide1059.xml"/><Relationship Id="rId1062" Type="http://schemas.openxmlformats.org/officeDocument/2006/relationships/slide" Target="slides/slide1060.xml"/><Relationship Id="rId1063" Type="http://schemas.openxmlformats.org/officeDocument/2006/relationships/slide" Target="slides/slide1061.xml"/><Relationship Id="rId1064" Type="http://schemas.openxmlformats.org/officeDocument/2006/relationships/slide" Target="slides/slide1062.xml"/><Relationship Id="rId1065" Type="http://schemas.openxmlformats.org/officeDocument/2006/relationships/slide" Target="slides/slide1063.xml"/><Relationship Id="rId1066" Type="http://schemas.openxmlformats.org/officeDocument/2006/relationships/slide" Target="slides/slide1064.xml"/><Relationship Id="rId1067" Type="http://schemas.openxmlformats.org/officeDocument/2006/relationships/slide" Target="slides/slide1065.xml"/><Relationship Id="rId1068" Type="http://schemas.openxmlformats.org/officeDocument/2006/relationships/slide" Target="slides/slide1066.xml"/><Relationship Id="rId1069" Type="http://schemas.openxmlformats.org/officeDocument/2006/relationships/slide" Target="slides/slide1067.xml"/><Relationship Id="rId1070" Type="http://schemas.openxmlformats.org/officeDocument/2006/relationships/slide" Target="slides/slide1068.xml"/><Relationship Id="rId1071" Type="http://schemas.openxmlformats.org/officeDocument/2006/relationships/slide" Target="slides/slide1069.xml"/><Relationship Id="rId1072" Type="http://schemas.openxmlformats.org/officeDocument/2006/relationships/slide" Target="slides/slide1070.xml"/><Relationship Id="rId1073" Type="http://schemas.openxmlformats.org/officeDocument/2006/relationships/slide" Target="slides/slide1071.xml"/><Relationship Id="rId1074" Type="http://schemas.openxmlformats.org/officeDocument/2006/relationships/slide" Target="slides/slide1072.xml"/><Relationship Id="rId1075" Type="http://schemas.openxmlformats.org/officeDocument/2006/relationships/slide" Target="slides/slide1073.xml"/><Relationship Id="rId1076" Type="http://schemas.openxmlformats.org/officeDocument/2006/relationships/slide" Target="slides/slide1074.xml"/><Relationship Id="rId1077" Type="http://schemas.openxmlformats.org/officeDocument/2006/relationships/slide" Target="slides/slide1075.xml"/><Relationship Id="rId1078" Type="http://schemas.openxmlformats.org/officeDocument/2006/relationships/slide" Target="slides/slide1076.xml"/><Relationship Id="rId1079" Type="http://schemas.openxmlformats.org/officeDocument/2006/relationships/slide" Target="slides/slide1077.xml"/><Relationship Id="rId1080" Type="http://schemas.openxmlformats.org/officeDocument/2006/relationships/slide" Target="slides/slide1078.xml"/><Relationship Id="rId1081" Type="http://schemas.openxmlformats.org/officeDocument/2006/relationships/slide" Target="slides/slide1079.xml"/><Relationship Id="rId1082" Type="http://schemas.openxmlformats.org/officeDocument/2006/relationships/slide" Target="slides/slide1080.xml"/><Relationship Id="rId1083" Type="http://schemas.openxmlformats.org/officeDocument/2006/relationships/slide" Target="slides/slide1081.xml"/><Relationship Id="rId1084" Type="http://schemas.openxmlformats.org/officeDocument/2006/relationships/slide" Target="slides/slide1082.xml"/><Relationship Id="rId1085" Type="http://schemas.openxmlformats.org/officeDocument/2006/relationships/slide" Target="slides/slide1083.xml"/><Relationship Id="rId1086" Type="http://schemas.openxmlformats.org/officeDocument/2006/relationships/slide" Target="slides/slide1084.xml"/><Relationship Id="rId1087" Type="http://schemas.openxmlformats.org/officeDocument/2006/relationships/slide" Target="slides/slide1085.xml"/><Relationship Id="rId1088" Type="http://schemas.openxmlformats.org/officeDocument/2006/relationships/slide" Target="slides/slide1086.xml"/><Relationship Id="rId1089" Type="http://schemas.openxmlformats.org/officeDocument/2006/relationships/slide" Target="slides/slide1087.xml"/><Relationship Id="rId1090" Type="http://schemas.openxmlformats.org/officeDocument/2006/relationships/slide" Target="slides/slide1088.xml"/><Relationship Id="rId1091" Type="http://schemas.openxmlformats.org/officeDocument/2006/relationships/slide" Target="slides/slide1089.xml"/><Relationship Id="rId1092" Type="http://schemas.openxmlformats.org/officeDocument/2006/relationships/slide" Target="slides/slide1090.xml"/><Relationship Id="rId1093" Type="http://schemas.openxmlformats.org/officeDocument/2006/relationships/slide" Target="slides/slide1091.xml"/><Relationship Id="rId1094" Type="http://schemas.openxmlformats.org/officeDocument/2006/relationships/slide" Target="slides/slide1092.xml"/><Relationship Id="rId1095" Type="http://schemas.openxmlformats.org/officeDocument/2006/relationships/slide" Target="slides/slide1093.xml"/><Relationship Id="rId1096" Type="http://schemas.openxmlformats.org/officeDocument/2006/relationships/slide" Target="slides/slide1094.xml"/><Relationship Id="rId1097" Type="http://schemas.openxmlformats.org/officeDocument/2006/relationships/slide" Target="slides/slide1095.xml"/><Relationship Id="rId1098" Type="http://schemas.openxmlformats.org/officeDocument/2006/relationships/slide" Target="slides/slide1096.xml"/><Relationship Id="rId1099" Type="http://schemas.openxmlformats.org/officeDocument/2006/relationships/slide" Target="slides/slide1097.xml"/><Relationship Id="rId1100" Type="http://schemas.openxmlformats.org/officeDocument/2006/relationships/slide" Target="slides/slide1098.xml"/><Relationship Id="rId1101" Type="http://schemas.openxmlformats.org/officeDocument/2006/relationships/slide" Target="slides/slide1099.xml"/><Relationship Id="rId1102" Type="http://schemas.openxmlformats.org/officeDocument/2006/relationships/slide" Target="slides/slide1100.xml"/><Relationship Id="rId1103" Type="http://schemas.openxmlformats.org/officeDocument/2006/relationships/slide" Target="slides/slide1101.xml"/><Relationship Id="rId1104" Type="http://schemas.openxmlformats.org/officeDocument/2006/relationships/slide" Target="slides/slide1102.xml"/><Relationship Id="rId1105" Type="http://schemas.openxmlformats.org/officeDocument/2006/relationships/slide" Target="slides/slide1103.xml"/><Relationship Id="rId1106" Type="http://schemas.openxmlformats.org/officeDocument/2006/relationships/slide" Target="slides/slide1104.xml"/><Relationship Id="rId1107" Type="http://schemas.openxmlformats.org/officeDocument/2006/relationships/slide" Target="slides/slide1105.xml"/><Relationship Id="rId1108" Type="http://schemas.openxmlformats.org/officeDocument/2006/relationships/slide" Target="slides/slide1106.xml"/><Relationship Id="rId1109" Type="http://schemas.openxmlformats.org/officeDocument/2006/relationships/slide" Target="slides/slide1107.xml"/><Relationship Id="rId1110" Type="http://schemas.openxmlformats.org/officeDocument/2006/relationships/slide" Target="slides/slide1108.xml"/><Relationship Id="rId1111" Type="http://schemas.openxmlformats.org/officeDocument/2006/relationships/slide" Target="slides/slide1109.xml"/><Relationship Id="rId1112" Type="http://schemas.openxmlformats.org/officeDocument/2006/relationships/slide" Target="slides/slide1110.xml"/><Relationship Id="rId1113" Type="http://schemas.openxmlformats.org/officeDocument/2006/relationships/slide" Target="slides/slide1111.xml"/><Relationship Id="rId1114" Type="http://schemas.openxmlformats.org/officeDocument/2006/relationships/slide" Target="slides/slide1112.xml"/><Relationship Id="rId1115" Type="http://schemas.openxmlformats.org/officeDocument/2006/relationships/slide" Target="slides/slide1113.xml"/><Relationship Id="rId1116" Type="http://schemas.openxmlformats.org/officeDocument/2006/relationships/slide" Target="slides/slide1114.xml"/><Relationship Id="rId1117" Type="http://schemas.openxmlformats.org/officeDocument/2006/relationships/slide" Target="slides/slide1115.xml"/><Relationship Id="rId1118" Type="http://schemas.openxmlformats.org/officeDocument/2006/relationships/slide" Target="slides/slide1116.xml"/><Relationship Id="rId1119" Type="http://schemas.openxmlformats.org/officeDocument/2006/relationships/slide" Target="slides/slide1117.xml"/><Relationship Id="rId1120" Type="http://schemas.openxmlformats.org/officeDocument/2006/relationships/slide" Target="slides/slide1118.xml"/><Relationship Id="rId1121" Type="http://schemas.openxmlformats.org/officeDocument/2006/relationships/slide" Target="slides/slide1119.xml"/><Relationship Id="rId1122" Type="http://schemas.openxmlformats.org/officeDocument/2006/relationships/slide" Target="slides/slide1120.xml"/><Relationship Id="rId1123" Type="http://schemas.openxmlformats.org/officeDocument/2006/relationships/slide" Target="slides/slide1121.xml"/><Relationship Id="rId1124" Type="http://schemas.openxmlformats.org/officeDocument/2006/relationships/slide" Target="slides/slide1122.xml"/><Relationship Id="rId1125" Type="http://schemas.openxmlformats.org/officeDocument/2006/relationships/slide" Target="slides/slide1123.xml"/><Relationship Id="rId1126" Type="http://schemas.openxmlformats.org/officeDocument/2006/relationships/slide" Target="slides/slide1124.xml"/><Relationship Id="rId1127" Type="http://schemas.openxmlformats.org/officeDocument/2006/relationships/slide" Target="slides/slide1125.xml"/><Relationship Id="rId1128" Type="http://schemas.openxmlformats.org/officeDocument/2006/relationships/slide" Target="slides/slide1126.xml"/><Relationship Id="rId1129" Type="http://schemas.openxmlformats.org/officeDocument/2006/relationships/slide" Target="slides/slide1127.xml"/><Relationship Id="rId1130" Type="http://schemas.openxmlformats.org/officeDocument/2006/relationships/slide" Target="slides/slide1128.xml"/><Relationship Id="rId1131" Type="http://schemas.openxmlformats.org/officeDocument/2006/relationships/slide" Target="slides/slide1129.xml"/><Relationship Id="rId1132" Type="http://schemas.openxmlformats.org/officeDocument/2006/relationships/slide" Target="slides/slide1130.xml"/><Relationship Id="rId1133" Type="http://schemas.openxmlformats.org/officeDocument/2006/relationships/slide" Target="slides/slide1131.xml"/><Relationship Id="rId1134" Type="http://schemas.openxmlformats.org/officeDocument/2006/relationships/slide" Target="slides/slide1132.xml"/><Relationship Id="rId1135" Type="http://schemas.openxmlformats.org/officeDocument/2006/relationships/slide" Target="slides/slide1133.xml"/><Relationship Id="rId1136" Type="http://schemas.openxmlformats.org/officeDocument/2006/relationships/slide" Target="slides/slide1134.xml"/><Relationship Id="rId1137" Type="http://schemas.openxmlformats.org/officeDocument/2006/relationships/slide" Target="slides/slide1135.xml"/><Relationship Id="rId1138" Type="http://schemas.openxmlformats.org/officeDocument/2006/relationships/slide" Target="slides/slide1136.xml"/><Relationship Id="rId1139" Type="http://schemas.openxmlformats.org/officeDocument/2006/relationships/slide" Target="slides/slide1137.xml"/><Relationship Id="rId1140" Type="http://schemas.openxmlformats.org/officeDocument/2006/relationships/slide" Target="slides/slide1138.xml"/><Relationship Id="rId1141" Type="http://schemas.openxmlformats.org/officeDocument/2006/relationships/slide" Target="slides/slide1139.xml"/><Relationship Id="rId1142" Type="http://schemas.openxmlformats.org/officeDocument/2006/relationships/slide" Target="slides/slide1140.xml"/><Relationship Id="rId1143" Type="http://schemas.openxmlformats.org/officeDocument/2006/relationships/slide" Target="slides/slide1141.xml"/><Relationship Id="rId1144" Type="http://schemas.openxmlformats.org/officeDocument/2006/relationships/slide" Target="slides/slide1142.xml"/><Relationship Id="rId1145" Type="http://schemas.openxmlformats.org/officeDocument/2006/relationships/slide" Target="slides/slide1143.xml"/><Relationship Id="rId1146" Type="http://schemas.openxmlformats.org/officeDocument/2006/relationships/slide" Target="slides/slide1144.xml"/><Relationship Id="rId1147" Type="http://schemas.openxmlformats.org/officeDocument/2006/relationships/slide" Target="slides/slide1145.xml"/><Relationship Id="rId1148" Type="http://schemas.openxmlformats.org/officeDocument/2006/relationships/slide" Target="slides/slide1146.xml"/><Relationship Id="rId1149" Type="http://schemas.openxmlformats.org/officeDocument/2006/relationships/slide" Target="slides/slide1147.xml"/><Relationship Id="rId1150" Type="http://schemas.openxmlformats.org/officeDocument/2006/relationships/slide" Target="slides/slide1148.xml"/><Relationship Id="rId1151" Type="http://schemas.openxmlformats.org/officeDocument/2006/relationships/slide" Target="slides/slide1149.xml"/><Relationship Id="rId1152" Type="http://schemas.openxmlformats.org/officeDocument/2006/relationships/slide" Target="slides/slide1150.xml"/><Relationship Id="rId1153" Type="http://schemas.openxmlformats.org/officeDocument/2006/relationships/slide" Target="slides/slide1151.xml"/><Relationship Id="rId1154" Type="http://schemas.openxmlformats.org/officeDocument/2006/relationships/slide" Target="slides/slide1152.xml"/><Relationship Id="rId1155" Type="http://schemas.openxmlformats.org/officeDocument/2006/relationships/slide" Target="slides/slide1153.xml"/><Relationship Id="rId1156" Type="http://schemas.openxmlformats.org/officeDocument/2006/relationships/slide" Target="slides/slide1154.xml"/><Relationship Id="rId1157" Type="http://schemas.openxmlformats.org/officeDocument/2006/relationships/slide" Target="slides/slide1155.xml"/><Relationship Id="rId1158" Type="http://schemas.openxmlformats.org/officeDocument/2006/relationships/slide" Target="slides/slide1156.xml"/><Relationship Id="rId1159" Type="http://schemas.openxmlformats.org/officeDocument/2006/relationships/slide" Target="slides/slide1157.xml"/><Relationship Id="rId1160" Type="http://schemas.openxmlformats.org/officeDocument/2006/relationships/slide" Target="slides/slide1158.xml"/><Relationship Id="rId1161" Type="http://schemas.openxmlformats.org/officeDocument/2006/relationships/slide" Target="slides/slide1159.xml"/><Relationship Id="rId1162" Type="http://schemas.openxmlformats.org/officeDocument/2006/relationships/slide" Target="slides/slide1160.xml"/><Relationship Id="rId1163" Type="http://schemas.openxmlformats.org/officeDocument/2006/relationships/slide" Target="slides/slide1161.xml"/><Relationship Id="rId1164" Type="http://schemas.openxmlformats.org/officeDocument/2006/relationships/slide" Target="slides/slide1162.xml"/><Relationship Id="rId1165" Type="http://schemas.openxmlformats.org/officeDocument/2006/relationships/slide" Target="slides/slide1163.xml"/><Relationship Id="rId1166" Type="http://schemas.openxmlformats.org/officeDocument/2006/relationships/slide" Target="slides/slide1164.xml"/><Relationship Id="rId1167" Type="http://schemas.openxmlformats.org/officeDocument/2006/relationships/slide" Target="slides/slide1165.xml"/><Relationship Id="rId1168" Type="http://schemas.openxmlformats.org/officeDocument/2006/relationships/slide" Target="slides/slide1166.xml"/><Relationship Id="rId1169" Type="http://schemas.openxmlformats.org/officeDocument/2006/relationships/slide" Target="slides/slide1167.xml"/><Relationship Id="rId1170" Type="http://schemas.openxmlformats.org/officeDocument/2006/relationships/slide" Target="slides/slide1168.xml"/><Relationship Id="rId1171" Type="http://schemas.openxmlformats.org/officeDocument/2006/relationships/slide" Target="slides/slide1169.xml"/><Relationship Id="rId1172" Type="http://schemas.openxmlformats.org/officeDocument/2006/relationships/slide" Target="slides/slide1170.xml"/><Relationship Id="rId1173" Type="http://schemas.openxmlformats.org/officeDocument/2006/relationships/slide" Target="slides/slide1171.xml"/><Relationship Id="rId1174" Type="http://schemas.openxmlformats.org/officeDocument/2006/relationships/slide" Target="slides/slide1172.xml"/><Relationship Id="rId1175" Type="http://schemas.openxmlformats.org/officeDocument/2006/relationships/slide" Target="slides/slide1173.xml"/><Relationship Id="rId1176" Type="http://schemas.openxmlformats.org/officeDocument/2006/relationships/slide" Target="slides/slide1174.xml"/><Relationship Id="rId1177" Type="http://schemas.openxmlformats.org/officeDocument/2006/relationships/slide" Target="slides/slide1175.xml"/><Relationship Id="rId1178" Type="http://schemas.openxmlformats.org/officeDocument/2006/relationships/slide" Target="slides/slide1176.xml"/><Relationship Id="rId1179" Type="http://schemas.openxmlformats.org/officeDocument/2006/relationships/slide" Target="slides/slide1177.xml"/><Relationship Id="rId1180" Type="http://schemas.openxmlformats.org/officeDocument/2006/relationships/slide" Target="slides/slide1178.xml"/><Relationship Id="rId1181" Type="http://schemas.openxmlformats.org/officeDocument/2006/relationships/slide" Target="slides/slide1179.xml"/><Relationship Id="rId1182" Type="http://schemas.openxmlformats.org/officeDocument/2006/relationships/slide" Target="slides/slide1180.xml"/><Relationship Id="rId1183" Type="http://schemas.openxmlformats.org/officeDocument/2006/relationships/slide" Target="slides/slide1181.xml"/><Relationship Id="rId1184" Type="http://schemas.openxmlformats.org/officeDocument/2006/relationships/slide" Target="slides/slide1182.xml"/><Relationship Id="rId1185" Type="http://schemas.openxmlformats.org/officeDocument/2006/relationships/slide" Target="slides/slide1183.xml"/><Relationship Id="rId1186" Type="http://schemas.openxmlformats.org/officeDocument/2006/relationships/slide" Target="slides/slide1184.xml"/><Relationship Id="rId1187" Type="http://schemas.openxmlformats.org/officeDocument/2006/relationships/slide" Target="slides/slide1185.xml"/><Relationship Id="rId1188" Type="http://schemas.openxmlformats.org/officeDocument/2006/relationships/slide" Target="slides/slide1186.xml"/><Relationship Id="rId1189" Type="http://schemas.openxmlformats.org/officeDocument/2006/relationships/slide" Target="slides/slide1187.xml"/><Relationship Id="rId1190" Type="http://schemas.openxmlformats.org/officeDocument/2006/relationships/slide" Target="slides/slide1188.xml"/><Relationship Id="rId1191" Type="http://schemas.openxmlformats.org/officeDocument/2006/relationships/slide" Target="slides/slide1189.xml"/><Relationship Id="rId1192" Type="http://schemas.openxmlformats.org/officeDocument/2006/relationships/slide" Target="slides/slide1190.xml"/><Relationship Id="rId1193" Type="http://schemas.openxmlformats.org/officeDocument/2006/relationships/slide" Target="slides/slide1191.xml"/><Relationship Id="rId1194" Type="http://schemas.openxmlformats.org/officeDocument/2006/relationships/slide" Target="slides/slide1192.xml"/><Relationship Id="rId1195" Type="http://schemas.openxmlformats.org/officeDocument/2006/relationships/slide" Target="slides/slide1193.xml"/><Relationship Id="rId1196" Type="http://schemas.openxmlformats.org/officeDocument/2006/relationships/slide" Target="slides/slide1194.xml"/><Relationship Id="rId1197" Type="http://schemas.openxmlformats.org/officeDocument/2006/relationships/slide" Target="slides/slide1195.xml"/><Relationship Id="rId1198" Type="http://schemas.openxmlformats.org/officeDocument/2006/relationships/slide" Target="slides/slide1196.xml"/><Relationship Id="rId1199" Type="http://schemas.openxmlformats.org/officeDocument/2006/relationships/slide" Target="slides/slide1197.xml"/><Relationship Id="rId1200" Type="http://schemas.openxmlformats.org/officeDocument/2006/relationships/slide" Target="slides/slide1198.xml"/><Relationship Id="rId1201" Type="http://schemas.openxmlformats.org/officeDocument/2006/relationships/slide" Target="slides/slide1199.xml"/><Relationship Id="rId1202" Type="http://schemas.openxmlformats.org/officeDocument/2006/relationships/slide" Target="slides/slide1200.xml"/><Relationship Id="rId1203" Type="http://schemas.openxmlformats.org/officeDocument/2006/relationships/slide" Target="slides/slide1201.xml"/><Relationship Id="rId1204" Type="http://schemas.openxmlformats.org/officeDocument/2006/relationships/slide" Target="slides/slide1202.xml"/><Relationship Id="rId1205" Type="http://schemas.openxmlformats.org/officeDocument/2006/relationships/slide" Target="slides/slide1203.xml"/><Relationship Id="rId1206" Type="http://schemas.openxmlformats.org/officeDocument/2006/relationships/slide" Target="slides/slide1204.xml"/><Relationship Id="rId1207" Type="http://schemas.openxmlformats.org/officeDocument/2006/relationships/slide" Target="slides/slide1205.xml"/><Relationship Id="rId1208" Type="http://schemas.openxmlformats.org/officeDocument/2006/relationships/slide" Target="slides/slide1206.xml"/><Relationship Id="rId1209" Type="http://schemas.openxmlformats.org/officeDocument/2006/relationships/slide" Target="slides/slide1207.xml"/><Relationship Id="rId1210" Type="http://schemas.openxmlformats.org/officeDocument/2006/relationships/slide" Target="slides/slide1208.xml"/><Relationship Id="rId1211" Type="http://schemas.openxmlformats.org/officeDocument/2006/relationships/slide" Target="slides/slide1209.xml"/><Relationship Id="rId1212" Type="http://schemas.openxmlformats.org/officeDocument/2006/relationships/slide" Target="slides/slide1210.xml"/><Relationship Id="rId1213" Type="http://schemas.openxmlformats.org/officeDocument/2006/relationships/slide" Target="slides/slide1211.xml"/><Relationship Id="rId1214" Type="http://schemas.openxmlformats.org/officeDocument/2006/relationships/slide" Target="slides/slide1212.xml"/><Relationship Id="rId1215" Type="http://schemas.openxmlformats.org/officeDocument/2006/relationships/slide" Target="slides/slide1213.xml"/><Relationship Id="rId1216" Type="http://schemas.openxmlformats.org/officeDocument/2006/relationships/slide" Target="slides/slide1214.xml"/><Relationship Id="rId1217" Type="http://schemas.openxmlformats.org/officeDocument/2006/relationships/slide" Target="slides/slide1215.xml"/><Relationship Id="rId1218" Type="http://schemas.openxmlformats.org/officeDocument/2006/relationships/slide" Target="slides/slide1216.xml"/><Relationship Id="rId1219" Type="http://schemas.openxmlformats.org/officeDocument/2006/relationships/slide" Target="slides/slide1217.xml"/><Relationship Id="rId1220" Type="http://schemas.openxmlformats.org/officeDocument/2006/relationships/slide" Target="slides/slide1218.xml"/><Relationship Id="rId1221" Type="http://schemas.openxmlformats.org/officeDocument/2006/relationships/slide" Target="slides/slide1219.xml"/><Relationship Id="rId1222" Type="http://schemas.openxmlformats.org/officeDocument/2006/relationships/slide" Target="slides/slide1220.xml"/><Relationship Id="rId1223" Type="http://schemas.openxmlformats.org/officeDocument/2006/relationships/slide" Target="slides/slide1221.xml"/><Relationship Id="rId1224" Type="http://schemas.openxmlformats.org/officeDocument/2006/relationships/slide" Target="slides/slide1222.xml"/><Relationship Id="rId1225" Type="http://schemas.openxmlformats.org/officeDocument/2006/relationships/slide" Target="slides/slide1223.xml"/><Relationship Id="rId1226" Type="http://schemas.openxmlformats.org/officeDocument/2006/relationships/slide" Target="slides/slide1224.xml"/><Relationship Id="rId1227" Type="http://schemas.openxmlformats.org/officeDocument/2006/relationships/slide" Target="slides/slide1225.xml"/><Relationship Id="rId1228" Type="http://schemas.openxmlformats.org/officeDocument/2006/relationships/slide" Target="slides/slide1226.xml"/><Relationship Id="rId1229" Type="http://schemas.openxmlformats.org/officeDocument/2006/relationships/slide" Target="slides/slide1227.xml"/><Relationship Id="rId1230" Type="http://schemas.openxmlformats.org/officeDocument/2006/relationships/slide" Target="slides/slide1228.xml"/><Relationship Id="rId1231" Type="http://schemas.openxmlformats.org/officeDocument/2006/relationships/slide" Target="slides/slide1229.xml"/><Relationship Id="rId1232" Type="http://schemas.openxmlformats.org/officeDocument/2006/relationships/slide" Target="slides/slide1230.xml"/><Relationship Id="rId1233" Type="http://schemas.openxmlformats.org/officeDocument/2006/relationships/slide" Target="slides/slide1231.xml"/><Relationship Id="rId1234" Type="http://schemas.openxmlformats.org/officeDocument/2006/relationships/slide" Target="slides/slide1232.xml"/><Relationship Id="rId1235" Type="http://schemas.openxmlformats.org/officeDocument/2006/relationships/slide" Target="slides/slide1233.xml"/><Relationship Id="rId1236" Type="http://schemas.openxmlformats.org/officeDocument/2006/relationships/slide" Target="slides/slide1234.xml"/><Relationship Id="rId1237" Type="http://schemas.openxmlformats.org/officeDocument/2006/relationships/slide" Target="slides/slide1235.xml"/><Relationship Id="rId1238" Type="http://schemas.openxmlformats.org/officeDocument/2006/relationships/slide" Target="slides/slide1236.xml"/><Relationship Id="rId1239" Type="http://schemas.openxmlformats.org/officeDocument/2006/relationships/slide" Target="slides/slide1237.xml"/><Relationship Id="rId1240" Type="http://schemas.openxmlformats.org/officeDocument/2006/relationships/slide" Target="slides/slide1238.xml"/><Relationship Id="rId1241" Type="http://schemas.openxmlformats.org/officeDocument/2006/relationships/slide" Target="slides/slide1239.xml"/><Relationship Id="rId1242" Type="http://schemas.openxmlformats.org/officeDocument/2006/relationships/slide" Target="slides/slide1240.xml"/><Relationship Id="rId1243" Type="http://schemas.openxmlformats.org/officeDocument/2006/relationships/slide" Target="slides/slide1241.xml"/><Relationship Id="rId1244" Type="http://schemas.openxmlformats.org/officeDocument/2006/relationships/slide" Target="slides/slide1242.xml"/><Relationship Id="rId1245" Type="http://schemas.openxmlformats.org/officeDocument/2006/relationships/slide" Target="slides/slide1243.xml"/><Relationship Id="rId1246" Type="http://schemas.openxmlformats.org/officeDocument/2006/relationships/slide" Target="slides/slide1244.xml"/><Relationship Id="rId1247" Type="http://schemas.openxmlformats.org/officeDocument/2006/relationships/slide" Target="slides/slide1245.xml"/><Relationship Id="rId1248" Type="http://schemas.openxmlformats.org/officeDocument/2006/relationships/slide" Target="slides/slide1246.xml"/><Relationship Id="rId1249" Type="http://schemas.openxmlformats.org/officeDocument/2006/relationships/slide" Target="slides/slide1247.xml"/><Relationship Id="rId1250" Type="http://schemas.openxmlformats.org/officeDocument/2006/relationships/slide" Target="slides/slide1248.xml"/><Relationship Id="rId1251" Type="http://schemas.openxmlformats.org/officeDocument/2006/relationships/slide" Target="slides/slide1249.xml"/><Relationship Id="rId1252" Type="http://schemas.openxmlformats.org/officeDocument/2006/relationships/slide" Target="slides/slide1250.xml"/><Relationship Id="rId1253" Type="http://schemas.openxmlformats.org/officeDocument/2006/relationships/slide" Target="slides/slide1251.xml"/><Relationship Id="rId1254" Type="http://schemas.openxmlformats.org/officeDocument/2006/relationships/slide" Target="slides/slide1252.xml"/><Relationship Id="rId1255" Type="http://schemas.openxmlformats.org/officeDocument/2006/relationships/slide" Target="slides/slide1253.xml"/><Relationship Id="rId1256" Type="http://schemas.openxmlformats.org/officeDocument/2006/relationships/slide" Target="slides/slide1254.xml"/><Relationship Id="rId1257" Type="http://schemas.openxmlformats.org/officeDocument/2006/relationships/slide" Target="slides/slide1255.xml"/><Relationship Id="rId1258" Type="http://schemas.openxmlformats.org/officeDocument/2006/relationships/slide" Target="slides/slide1256.xml"/><Relationship Id="rId1259" Type="http://schemas.openxmlformats.org/officeDocument/2006/relationships/slide" Target="slides/slide1257.xml"/><Relationship Id="rId1260" Type="http://schemas.openxmlformats.org/officeDocument/2006/relationships/slide" Target="slides/slide1258.xml"/><Relationship Id="rId1261" Type="http://schemas.openxmlformats.org/officeDocument/2006/relationships/slide" Target="slides/slide1259.xml"/><Relationship Id="rId1262" Type="http://schemas.openxmlformats.org/officeDocument/2006/relationships/slide" Target="slides/slide1260.xml"/><Relationship Id="rId1263" Type="http://schemas.openxmlformats.org/officeDocument/2006/relationships/slide" Target="slides/slide1261.xml"/><Relationship Id="rId1264" Type="http://schemas.openxmlformats.org/officeDocument/2006/relationships/slide" Target="slides/slide1262.xml"/><Relationship Id="rId1265" Type="http://schemas.openxmlformats.org/officeDocument/2006/relationships/slide" Target="slides/slide1263.xml"/><Relationship Id="rId1266" Type="http://schemas.openxmlformats.org/officeDocument/2006/relationships/slide" Target="slides/slide1264.xml"/><Relationship Id="rId1267" Type="http://schemas.openxmlformats.org/officeDocument/2006/relationships/slide" Target="slides/slide1265.xml"/><Relationship Id="rId1268" Type="http://schemas.openxmlformats.org/officeDocument/2006/relationships/slide" Target="slides/slide1266.xml"/><Relationship Id="rId1269" Type="http://schemas.openxmlformats.org/officeDocument/2006/relationships/slide" Target="slides/slide1267.xml"/><Relationship Id="rId1270" Type="http://schemas.openxmlformats.org/officeDocument/2006/relationships/slide" Target="slides/slide1268.xml"/><Relationship Id="rId1271" Type="http://schemas.openxmlformats.org/officeDocument/2006/relationships/slide" Target="slides/slide1269.xml"/><Relationship Id="rId1272" Type="http://schemas.openxmlformats.org/officeDocument/2006/relationships/slide" Target="slides/slide1270.xml"/><Relationship Id="rId1273" Type="http://schemas.openxmlformats.org/officeDocument/2006/relationships/slide" Target="slides/slide1271.xml"/><Relationship Id="rId1274" Type="http://schemas.openxmlformats.org/officeDocument/2006/relationships/slide" Target="slides/slide1272.xml"/><Relationship Id="rId1275" Type="http://schemas.openxmlformats.org/officeDocument/2006/relationships/slide" Target="slides/slide1273.xml"/><Relationship Id="rId1276" Type="http://schemas.openxmlformats.org/officeDocument/2006/relationships/slide" Target="slides/slide1274.xml"/><Relationship Id="rId1277" Type="http://schemas.openxmlformats.org/officeDocument/2006/relationships/slide" Target="slides/slide1275.xml"/><Relationship Id="rId1278" Type="http://schemas.openxmlformats.org/officeDocument/2006/relationships/slide" Target="slides/slide1276.xml"/><Relationship Id="rId1279" Type="http://schemas.openxmlformats.org/officeDocument/2006/relationships/slide" Target="slides/slide1277.xml"/><Relationship Id="rId1280" Type="http://schemas.openxmlformats.org/officeDocument/2006/relationships/slide" Target="slides/slide1278.xml"/><Relationship Id="rId1281" Type="http://schemas.openxmlformats.org/officeDocument/2006/relationships/slide" Target="slides/slide1279.xml"/><Relationship Id="rId1282" Type="http://schemas.openxmlformats.org/officeDocument/2006/relationships/slide" Target="slides/slide1280.xml"/><Relationship Id="rId1283" Type="http://schemas.openxmlformats.org/officeDocument/2006/relationships/slide" Target="slides/slide1281.xml"/><Relationship Id="rId1284" Type="http://schemas.openxmlformats.org/officeDocument/2006/relationships/slide" Target="slides/slide1282.xml"/><Relationship Id="rId1285" Type="http://schemas.openxmlformats.org/officeDocument/2006/relationships/slide" Target="slides/slide1283.xml"/><Relationship Id="rId1286" Type="http://schemas.openxmlformats.org/officeDocument/2006/relationships/slide" Target="slides/slide1284.xml"/><Relationship Id="rId1287" Type="http://schemas.openxmlformats.org/officeDocument/2006/relationships/slide" Target="slides/slide1285.xml"/><Relationship Id="rId1288" Type="http://schemas.openxmlformats.org/officeDocument/2006/relationships/slide" Target="slides/slide1286.xml"/><Relationship Id="rId1289" Type="http://schemas.openxmlformats.org/officeDocument/2006/relationships/slide" Target="slides/slide1287.xml"/><Relationship Id="rId1290" Type="http://schemas.openxmlformats.org/officeDocument/2006/relationships/slide" Target="slides/slide1288.xml"/><Relationship Id="rId1291" Type="http://schemas.openxmlformats.org/officeDocument/2006/relationships/slide" Target="slides/slide1289.xml"/><Relationship Id="rId1292" Type="http://schemas.openxmlformats.org/officeDocument/2006/relationships/slide" Target="slides/slide1290.xml"/><Relationship Id="rId1293" Type="http://schemas.openxmlformats.org/officeDocument/2006/relationships/slide" Target="slides/slide1291.xml"/><Relationship Id="rId1294" Type="http://schemas.openxmlformats.org/officeDocument/2006/relationships/slide" Target="slides/slide1292.xml"/><Relationship Id="rId1295" Type="http://schemas.openxmlformats.org/officeDocument/2006/relationships/slide" Target="slides/slide1293.xml"/><Relationship Id="rId1296" Type="http://schemas.openxmlformats.org/officeDocument/2006/relationships/slide" Target="slides/slide1294.xml"/><Relationship Id="rId1297" Type="http://schemas.openxmlformats.org/officeDocument/2006/relationships/slide" Target="slides/slide1295.xml"/><Relationship Id="rId1298" Type="http://schemas.openxmlformats.org/officeDocument/2006/relationships/slide" Target="slides/slide1296.xml"/><Relationship Id="rId1299" Type="http://schemas.openxmlformats.org/officeDocument/2006/relationships/slide" Target="slides/slide1297.xml"/><Relationship Id="rId1300" Type="http://schemas.openxmlformats.org/officeDocument/2006/relationships/slide" Target="slides/slide1298.xml"/><Relationship Id="rId1301" Type="http://schemas.openxmlformats.org/officeDocument/2006/relationships/slide" Target="slides/slide1299.xml"/><Relationship Id="rId1302" Type="http://schemas.openxmlformats.org/officeDocument/2006/relationships/slide" Target="slides/slide1300.xml"/><Relationship Id="rId1303" Type="http://schemas.openxmlformats.org/officeDocument/2006/relationships/slide" Target="slides/slide1301.xml"/><Relationship Id="rId1304" Type="http://schemas.openxmlformats.org/officeDocument/2006/relationships/slide" Target="slides/slide1302.xml"/><Relationship Id="rId1305" Type="http://schemas.openxmlformats.org/officeDocument/2006/relationships/slide" Target="slides/slide1303.xml"/><Relationship Id="rId1306" Type="http://schemas.openxmlformats.org/officeDocument/2006/relationships/slide" Target="slides/slide1304.xml"/><Relationship Id="rId1307" Type="http://schemas.openxmlformats.org/officeDocument/2006/relationships/slide" Target="slides/slide1305.xml"/><Relationship Id="rId1308" Type="http://schemas.openxmlformats.org/officeDocument/2006/relationships/slide" Target="slides/slide1306.xml"/><Relationship Id="rId1309" Type="http://schemas.openxmlformats.org/officeDocument/2006/relationships/slide" Target="slides/slide1307.xml"/><Relationship Id="rId1310" Type="http://schemas.openxmlformats.org/officeDocument/2006/relationships/slide" Target="slides/slide1308.xml"/><Relationship Id="rId1311" Type="http://schemas.openxmlformats.org/officeDocument/2006/relationships/slide" Target="slides/slide1309.xml"/><Relationship Id="rId1312" Type="http://schemas.openxmlformats.org/officeDocument/2006/relationships/slide" Target="slides/slide1310.xml"/><Relationship Id="rId1313" Type="http://schemas.openxmlformats.org/officeDocument/2006/relationships/slide" Target="slides/slide1311.xml"/><Relationship Id="rId1314" Type="http://schemas.openxmlformats.org/officeDocument/2006/relationships/slide" Target="slides/slide1312.xml"/><Relationship Id="rId1315" Type="http://schemas.openxmlformats.org/officeDocument/2006/relationships/slide" Target="slides/slide1313.xml"/><Relationship Id="rId1316" Type="http://schemas.openxmlformats.org/officeDocument/2006/relationships/slide" Target="slides/slide1314.xml"/><Relationship Id="rId1317" Type="http://schemas.openxmlformats.org/officeDocument/2006/relationships/slide" Target="slides/slide1315.xml"/><Relationship Id="rId1318" Type="http://schemas.openxmlformats.org/officeDocument/2006/relationships/slide" Target="slides/slide1316.xml"/><Relationship Id="rId1319" Type="http://schemas.openxmlformats.org/officeDocument/2006/relationships/slide" Target="slides/slide1317.xml"/><Relationship Id="rId1320" Type="http://schemas.openxmlformats.org/officeDocument/2006/relationships/slide" Target="slides/slide1318.xml"/><Relationship Id="rId1321" Type="http://schemas.openxmlformats.org/officeDocument/2006/relationships/slide" Target="slides/slide1319.xml"/><Relationship Id="rId1322" Type="http://schemas.openxmlformats.org/officeDocument/2006/relationships/slide" Target="slides/slide1320.xml"/><Relationship Id="rId1323" Type="http://schemas.openxmlformats.org/officeDocument/2006/relationships/slide" Target="slides/slide1321.xml"/><Relationship Id="rId1324" Type="http://schemas.openxmlformats.org/officeDocument/2006/relationships/slide" Target="slides/slide1322.xml"/><Relationship Id="rId1325" Type="http://schemas.openxmlformats.org/officeDocument/2006/relationships/slide" Target="slides/slide1323.xml"/><Relationship Id="rId1326" Type="http://schemas.openxmlformats.org/officeDocument/2006/relationships/slide" Target="slides/slide1324.xml"/><Relationship Id="rId1327" Type="http://schemas.openxmlformats.org/officeDocument/2006/relationships/slide" Target="slides/slide1325.xml"/><Relationship Id="rId1328" Type="http://schemas.openxmlformats.org/officeDocument/2006/relationships/slide" Target="slides/slide1326.xml"/><Relationship Id="rId1329" Type="http://schemas.openxmlformats.org/officeDocument/2006/relationships/slide" Target="slides/slide1327.xml"/><Relationship Id="rId1330" Type="http://schemas.openxmlformats.org/officeDocument/2006/relationships/slide" Target="slides/slide1328.xml"/><Relationship Id="rId1331" Type="http://schemas.openxmlformats.org/officeDocument/2006/relationships/slide" Target="slides/slide1329.xml"/><Relationship Id="rId1332" Type="http://schemas.openxmlformats.org/officeDocument/2006/relationships/slide" Target="slides/slide1330.xml"/><Relationship Id="rId1333" Type="http://schemas.openxmlformats.org/officeDocument/2006/relationships/slide" Target="slides/slide1331.xml"/><Relationship Id="rId1334" Type="http://schemas.openxmlformats.org/officeDocument/2006/relationships/slide" Target="slides/slide1332.xml"/><Relationship Id="rId1335" Type="http://schemas.openxmlformats.org/officeDocument/2006/relationships/slide" Target="slides/slide1333.xml"/><Relationship Id="rId1336" Type="http://schemas.openxmlformats.org/officeDocument/2006/relationships/slide" Target="slides/slide1334.xml"/><Relationship Id="rId1337" Type="http://schemas.openxmlformats.org/officeDocument/2006/relationships/slide" Target="slides/slide1335.xml"/><Relationship Id="rId1338" Type="http://schemas.openxmlformats.org/officeDocument/2006/relationships/slide" Target="slides/slide1336.xml"/><Relationship Id="rId1339" Type="http://schemas.openxmlformats.org/officeDocument/2006/relationships/slide" Target="slides/slide1337.xml"/><Relationship Id="rId1340" Type="http://schemas.openxmlformats.org/officeDocument/2006/relationships/slide" Target="slides/slide1338.xml"/><Relationship Id="rId1341" Type="http://schemas.openxmlformats.org/officeDocument/2006/relationships/slide" Target="slides/slide1339.xml"/><Relationship Id="rId1342" Type="http://schemas.openxmlformats.org/officeDocument/2006/relationships/slide" Target="slides/slide1340.xml"/><Relationship Id="rId1343" Type="http://schemas.openxmlformats.org/officeDocument/2006/relationships/slide" Target="slides/slide1341.xml"/><Relationship Id="rId1344" Type="http://schemas.openxmlformats.org/officeDocument/2006/relationships/slide" Target="slides/slide1342.xml"/><Relationship Id="rId1345" Type="http://schemas.openxmlformats.org/officeDocument/2006/relationships/slide" Target="slides/slide1343.xml"/><Relationship Id="rId1346" Type="http://schemas.openxmlformats.org/officeDocument/2006/relationships/slide" Target="slides/slide1344.xml"/><Relationship Id="rId1347" Type="http://schemas.openxmlformats.org/officeDocument/2006/relationships/slide" Target="slides/slide1345.xml"/><Relationship Id="rId1348" Type="http://schemas.openxmlformats.org/officeDocument/2006/relationships/slide" Target="slides/slide1346.xml"/><Relationship Id="rId1349" Type="http://schemas.openxmlformats.org/officeDocument/2006/relationships/slide" Target="slides/slide1347.xml"/><Relationship Id="rId1350" Type="http://schemas.openxmlformats.org/officeDocument/2006/relationships/slide" Target="slides/slide1348.xml"/><Relationship Id="rId1351" Type="http://schemas.openxmlformats.org/officeDocument/2006/relationships/slide" Target="slides/slide1349.xml"/><Relationship Id="rId1352" Type="http://schemas.openxmlformats.org/officeDocument/2006/relationships/slide" Target="slides/slide1350.xml"/><Relationship Id="rId1353" Type="http://schemas.openxmlformats.org/officeDocument/2006/relationships/slide" Target="slides/slide1351.xml"/><Relationship Id="rId1354" Type="http://schemas.openxmlformats.org/officeDocument/2006/relationships/slide" Target="slides/slide1352.xml"/><Relationship Id="rId1355" Type="http://schemas.openxmlformats.org/officeDocument/2006/relationships/slide" Target="slides/slide1353.xml"/><Relationship Id="rId1356" Type="http://schemas.openxmlformats.org/officeDocument/2006/relationships/slide" Target="slides/slide1354.xml"/><Relationship Id="rId1357" Type="http://schemas.openxmlformats.org/officeDocument/2006/relationships/slide" Target="slides/slide1355.xml"/><Relationship Id="rId1358" Type="http://schemas.openxmlformats.org/officeDocument/2006/relationships/slide" Target="slides/slide1356.xml"/><Relationship Id="rId1359" Type="http://schemas.openxmlformats.org/officeDocument/2006/relationships/slide" Target="slides/slide1357.xml"/><Relationship Id="rId1360" Type="http://schemas.openxmlformats.org/officeDocument/2006/relationships/slide" Target="slides/slide1358.xml"/><Relationship Id="rId1361" Type="http://schemas.openxmlformats.org/officeDocument/2006/relationships/slide" Target="slides/slide1359.xml"/><Relationship Id="rId1362" Type="http://schemas.openxmlformats.org/officeDocument/2006/relationships/slide" Target="slides/slide1360.xml"/><Relationship Id="rId1363" Type="http://schemas.openxmlformats.org/officeDocument/2006/relationships/slide" Target="slides/slide1361.xml"/><Relationship Id="rId1364" Type="http://schemas.openxmlformats.org/officeDocument/2006/relationships/slide" Target="slides/slide1362.xml"/><Relationship Id="rId1365" Type="http://schemas.openxmlformats.org/officeDocument/2006/relationships/slide" Target="slides/slide1363.xml"/><Relationship Id="rId1366" Type="http://schemas.openxmlformats.org/officeDocument/2006/relationships/slide" Target="slides/slide1364.xml"/><Relationship Id="rId1367" Type="http://schemas.openxmlformats.org/officeDocument/2006/relationships/slide" Target="slides/slide1365.xml"/><Relationship Id="rId1368" Type="http://schemas.openxmlformats.org/officeDocument/2006/relationships/slide" Target="slides/slide1366.xml"/><Relationship Id="rId1369" Type="http://schemas.openxmlformats.org/officeDocument/2006/relationships/slide" Target="slides/slide1367.xml"/><Relationship Id="rId1370" Type="http://schemas.openxmlformats.org/officeDocument/2006/relationships/slide" Target="slides/slide1368.xml"/><Relationship Id="rId1371" Type="http://schemas.openxmlformats.org/officeDocument/2006/relationships/slide" Target="slides/slide1369.xml"/><Relationship Id="rId1372" Type="http://schemas.openxmlformats.org/officeDocument/2006/relationships/slide" Target="slides/slide1370.xml"/><Relationship Id="rId1373" Type="http://schemas.openxmlformats.org/officeDocument/2006/relationships/slide" Target="slides/slide1371.xml"/><Relationship Id="rId1374" Type="http://schemas.openxmlformats.org/officeDocument/2006/relationships/slide" Target="slides/slide1372.xml"/><Relationship Id="rId1375" Type="http://schemas.openxmlformats.org/officeDocument/2006/relationships/slide" Target="slides/slide1373.xml"/><Relationship Id="rId1376" Type="http://schemas.openxmlformats.org/officeDocument/2006/relationships/slide" Target="slides/slide1374.xml"/><Relationship Id="rId1377" Type="http://schemas.openxmlformats.org/officeDocument/2006/relationships/slide" Target="slides/slide1375.xml"/><Relationship Id="rId1378" Type="http://schemas.openxmlformats.org/officeDocument/2006/relationships/slide" Target="slides/slide1376.xml"/><Relationship Id="rId1379" Type="http://schemas.openxmlformats.org/officeDocument/2006/relationships/slide" Target="slides/slide1377.xml"/><Relationship Id="rId1380" Type="http://schemas.openxmlformats.org/officeDocument/2006/relationships/slide" Target="slides/slide1378.xml"/><Relationship Id="rId1381" Type="http://schemas.openxmlformats.org/officeDocument/2006/relationships/slide" Target="slides/slide1379.xml"/><Relationship Id="rId1382" Type="http://schemas.openxmlformats.org/officeDocument/2006/relationships/slide" Target="slides/slide1380.xml"/><Relationship Id="rId1383" Type="http://schemas.openxmlformats.org/officeDocument/2006/relationships/slide" Target="slides/slide1381.xml"/><Relationship Id="rId1384" Type="http://schemas.openxmlformats.org/officeDocument/2006/relationships/slide" Target="slides/slide1382.xml"/><Relationship Id="rId1385" Type="http://schemas.openxmlformats.org/officeDocument/2006/relationships/slide" Target="slides/slide1383.xml"/><Relationship Id="rId1386" Type="http://schemas.openxmlformats.org/officeDocument/2006/relationships/slide" Target="slides/slide1384.xml"/><Relationship Id="rId1387" Type="http://schemas.openxmlformats.org/officeDocument/2006/relationships/slide" Target="slides/slide1385.xml"/><Relationship Id="rId1388" Type="http://schemas.openxmlformats.org/officeDocument/2006/relationships/slide" Target="slides/slide1386.xml"/><Relationship Id="rId1389" Type="http://schemas.openxmlformats.org/officeDocument/2006/relationships/slide" Target="slides/slide1387.xml"/><Relationship Id="rId1390" Type="http://schemas.openxmlformats.org/officeDocument/2006/relationships/slide" Target="slides/slide1388.xml"/><Relationship Id="rId1391" Type="http://schemas.openxmlformats.org/officeDocument/2006/relationships/slide" Target="slides/slide1389.xml"/><Relationship Id="rId1392" Type="http://schemas.openxmlformats.org/officeDocument/2006/relationships/slide" Target="slides/slide1390.xml"/><Relationship Id="rId1393" Type="http://schemas.openxmlformats.org/officeDocument/2006/relationships/slide" Target="slides/slide1391.xml"/><Relationship Id="rId1394" Type="http://schemas.openxmlformats.org/officeDocument/2006/relationships/slide" Target="slides/slide1392.xml"/><Relationship Id="rId1395" Type="http://schemas.openxmlformats.org/officeDocument/2006/relationships/slide" Target="slides/slide1393.xml"/><Relationship Id="rId1396" Type="http://schemas.openxmlformats.org/officeDocument/2006/relationships/slide" Target="slides/slide1394.xml"/><Relationship Id="rId1397" Type="http://schemas.openxmlformats.org/officeDocument/2006/relationships/slide" Target="slides/slide1395.xml"/><Relationship Id="rId1398" Type="http://schemas.openxmlformats.org/officeDocument/2006/relationships/slide" Target="slides/slide1396.xml"/><Relationship Id="rId1399" Type="http://schemas.openxmlformats.org/officeDocument/2006/relationships/slide" Target="slides/slide1397.xml"/><Relationship Id="rId1400" Type="http://schemas.openxmlformats.org/officeDocument/2006/relationships/slide" Target="slides/slide1398.xml"/><Relationship Id="rId1401" Type="http://schemas.openxmlformats.org/officeDocument/2006/relationships/slide" Target="slides/slide1399.xml"/><Relationship Id="rId1402" Type="http://schemas.openxmlformats.org/officeDocument/2006/relationships/slide" Target="slides/slide1400.xml"/><Relationship Id="rId1403" Type="http://schemas.openxmlformats.org/officeDocument/2006/relationships/slide" Target="slides/slide1401.xml"/><Relationship Id="rId1404" Type="http://schemas.openxmlformats.org/officeDocument/2006/relationships/slide" Target="slides/slide1402.xml"/><Relationship Id="rId1405" Type="http://schemas.openxmlformats.org/officeDocument/2006/relationships/slide" Target="slides/slide1403.xml"/><Relationship Id="rId1406" Type="http://schemas.openxmlformats.org/officeDocument/2006/relationships/slide" Target="slides/slide1404.xml"/><Relationship Id="rId1407" Type="http://schemas.openxmlformats.org/officeDocument/2006/relationships/slide" Target="slides/slide1405.xml"/><Relationship Id="rId1408" Type="http://schemas.openxmlformats.org/officeDocument/2006/relationships/slide" Target="slides/slide1406.xml"/><Relationship Id="rId1409" Type="http://schemas.openxmlformats.org/officeDocument/2006/relationships/slide" Target="slides/slide1407.xml"/><Relationship Id="rId1410" Type="http://schemas.openxmlformats.org/officeDocument/2006/relationships/slide" Target="slides/slide1408.xml"/><Relationship Id="rId1411" Type="http://schemas.openxmlformats.org/officeDocument/2006/relationships/slide" Target="slides/slide1409.xml"/><Relationship Id="rId1412" Type="http://schemas.openxmlformats.org/officeDocument/2006/relationships/slide" Target="slides/slide1410.xml"/><Relationship Id="rId1413" Type="http://schemas.openxmlformats.org/officeDocument/2006/relationships/slide" Target="slides/slide1411.xml"/><Relationship Id="rId1414" Type="http://schemas.openxmlformats.org/officeDocument/2006/relationships/slide" Target="slides/slide1412.xml"/><Relationship Id="rId1415" Type="http://schemas.openxmlformats.org/officeDocument/2006/relationships/slide" Target="slides/slide1413.xml"/><Relationship Id="rId1416" Type="http://schemas.openxmlformats.org/officeDocument/2006/relationships/slide" Target="slides/slide1414.xml"/><Relationship Id="rId1417" Type="http://schemas.openxmlformats.org/officeDocument/2006/relationships/slide" Target="slides/slide1415.xml"/><Relationship Id="rId1418" Type="http://schemas.openxmlformats.org/officeDocument/2006/relationships/slide" Target="slides/slide1416.xml"/><Relationship Id="rId1419" Type="http://schemas.openxmlformats.org/officeDocument/2006/relationships/slide" Target="slides/slide1417.xml"/><Relationship Id="rId1420" Type="http://schemas.openxmlformats.org/officeDocument/2006/relationships/slide" Target="slides/slide1418.xml"/><Relationship Id="rId1421" Type="http://schemas.openxmlformats.org/officeDocument/2006/relationships/slide" Target="slides/slide1419.xml"/><Relationship Id="rId1422" Type="http://schemas.openxmlformats.org/officeDocument/2006/relationships/slide" Target="slides/slide1420.xml"/><Relationship Id="rId1423" Type="http://schemas.openxmlformats.org/officeDocument/2006/relationships/slide" Target="slides/slide1421.xml"/><Relationship Id="rId1424" Type="http://schemas.openxmlformats.org/officeDocument/2006/relationships/slide" Target="slides/slide1422.xml"/><Relationship Id="rId1425" Type="http://schemas.openxmlformats.org/officeDocument/2006/relationships/slide" Target="slides/slide1423.xml"/><Relationship Id="rId1426" Type="http://schemas.openxmlformats.org/officeDocument/2006/relationships/slide" Target="slides/slide1424.xml"/><Relationship Id="rId1427" Type="http://schemas.openxmlformats.org/officeDocument/2006/relationships/slide" Target="slides/slide1425.xml"/><Relationship Id="rId1428" Type="http://schemas.openxmlformats.org/officeDocument/2006/relationships/slide" Target="slides/slide1426.xml"/><Relationship Id="rId1429" Type="http://schemas.openxmlformats.org/officeDocument/2006/relationships/slide" Target="slides/slide1427.xml"/><Relationship Id="rId1430" Type="http://schemas.openxmlformats.org/officeDocument/2006/relationships/slide" Target="slides/slide1428.xml"/><Relationship Id="rId1431" Type="http://schemas.openxmlformats.org/officeDocument/2006/relationships/slide" Target="slides/slide1429.xml"/><Relationship Id="rId1432" Type="http://schemas.openxmlformats.org/officeDocument/2006/relationships/slide" Target="slides/slide1430.xml"/><Relationship Id="rId1433" Type="http://schemas.openxmlformats.org/officeDocument/2006/relationships/slide" Target="slides/slide1431.xml"/><Relationship Id="rId1434" Type="http://schemas.openxmlformats.org/officeDocument/2006/relationships/slide" Target="slides/slide1432.xml"/><Relationship Id="rId1435" Type="http://schemas.openxmlformats.org/officeDocument/2006/relationships/slide" Target="slides/slide1433.xml"/><Relationship Id="rId1436" Type="http://schemas.openxmlformats.org/officeDocument/2006/relationships/slide" Target="slides/slide1434.xml"/><Relationship Id="rId1437" Type="http://schemas.openxmlformats.org/officeDocument/2006/relationships/slide" Target="slides/slide1435.xml"/><Relationship Id="rId1438" Type="http://schemas.openxmlformats.org/officeDocument/2006/relationships/slide" Target="slides/slide1436.xml"/><Relationship Id="rId1439" Type="http://schemas.openxmlformats.org/officeDocument/2006/relationships/slide" Target="slides/slide1437.xml"/><Relationship Id="rId1440" Type="http://schemas.openxmlformats.org/officeDocument/2006/relationships/slide" Target="slides/slide1438.xml"/><Relationship Id="rId1441" Type="http://schemas.openxmlformats.org/officeDocument/2006/relationships/slide" Target="slides/slide1439.xml"/><Relationship Id="rId1442" Type="http://schemas.openxmlformats.org/officeDocument/2006/relationships/slide" Target="slides/slide1440.xml"/><Relationship Id="rId1443" Type="http://schemas.openxmlformats.org/officeDocument/2006/relationships/slide" Target="slides/slide1441.xml"/><Relationship Id="rId1444" Type="http://schemas.openxmlformats.org/officeDocument/2006/relationships/slide" Target="slides/slide1442.xml"/><Relationship Id="rId1445" Type="http://schemas.openxmlformats.org/officeDocument/2006/relationships/slide" Target="slides/slide1443.xml"/><Relationship Id="rId1446" Type="http://schemas.openxmlformats.org/officeDocument/2006/relationships/slide" Target="slides/slide1444.xml"/><Relationship Id="rId1447" Type="http://schemas.openxmlformats.org/officeDocument/2006/relationships/slide" Target="slides/slide1445.xml"/><Relationship Id="rId1448" Type="http://schemas.openxmlformats.org/officeDocument/2006/relationships/slide" Target="slides/slide1446.xml"/><Relationship Id="rId1449" Type="http://schemas.openxmlformats.org/officeDocument/2006/relationships/slide" Target="slides/slide1447.xml"/><Relationship Id="rId1450" Type="http://schemas.openxmlformats.org/officeDocument/2006/relationships/slide" Target="slides/slide1448.xml"/><Relationship Id="rId1451" Type="http://schemas.openxmlformats.org/officeDocument/2006/relationships/slide" Target="slides/slide1449.xml"/><Relationship Id="rId1452" Type="http://schemas.openxmlformats.org/officeDocument/2006/relationships/slide" Target="slides/slide1450.xml"/><Relationship Id="rId1453" Type="http://schemas.openxmlformats.org/officeDocument/2006/relationships/slide" Target="slides/slide1451.xml"/><Relationship Id="rId1454" Type="http://schemas.openxmlformats.org/officeDocument/2006/relationships/slide" Target="slides/slide1452.xml"/><Relationship Id="rId1455" Type="http://schemas.openxmlformats.org/officeDocument/2006/relationships/slide" Target="slides/slide1453.xml"/><Relationship Id="rId1456" Type="http://schemas.openxmlformats.org/officeDocument/2006/relationships/slide" Target="slides/slide1454.xml"/><Relationship Id="rId1457" Type="http://schemas.openxmlformats.org/officeDocument/2006/relationships/slide" Target="slides/slide1455.xml"/><Relationship Id="rId1458" Type="http://schemas.openxmlformats.org/officeDocument/2006/relationships/slide" Target="slides/slide1456.xml"/><Relationship Id="rId1459" Type="http://schemas.openxmlformats.org/officeDocument/2006/relationships/slide" Target="slides/slide1457.xml"/><Relationship Id="rId1460" Type="http://schemas.openxmlformats.org/officeDocument/2006/relationships/slide" Target="slides/slide1458.xml"/><Relationship Id="rId1461" Type="http://schemas.openxmlformats.org/officeDocument/2006/relationships/slide" Target="slides/slide1459.xml"/><Relationship Id="rId1462" Type="http://schemas.openxmlformats.org/officeDocument/2006/relationships/slide" Target="slides/slide1460.xml"/><Relationship Id="rId1463" Type="http://schemas.openxmlformats.org/officeDocument/2006/relationships/slide" Target="slides/slide1461.xml"/><Relationship Id="rId1464" Type="http://schemas.openxmlformats.org/officeDocument/2006/relationships/slide" Target="slides/slide1462.xml"/><Relationship Id="rId1465" Type="http://schemas.openxmlformats.org/officeDocument/2006/relationships/slide" Target="slides/slide1463.xml"/><Relationship Id="rId1466" Type="http://schemas.openxmlformats.org/officeDocument/2006/relationships/slide" Target="slides/slide1464.xml"/><Relationship Id="rId1467" Type="http://schemas.openxmlformats.org/officeDocument/2006/relationships/slide" Target="slides/slide1465.xml"/><Relationship Id="rId1468" Type="http://schemas.openxmlformats.org/officeDocument/2006/relationships/slide" Target="slides/slide1466.xml"/><Relationship Id="rId1469" Type="http://schemas.openxmlformats.org/officeDocument/2006/relationships/slide" Target="slides/slide1467.xml"/><Relationship Id="rId1470" Type="http://schemas.openxmlformats.org/officeDocument/2006/relationships/slide" Target="slides/slide1468.xml"/><Relationship Id="rId1471" Type="http://schemas.openxmlformats.org/officeDocument/2006/relationships/slide" Target="slides/slide1469.xml"/><Relationship Id="rId1472" Type="http://schemas.openxmlformats.org/officeDocument/2006/relationships/slide" Target="slides/slide1470.xml"/><Relationship Id="rId1473" Type="http://schemas.openxmlformats.org/officeDocument/2006/relationships/slide" Target="slides/slide1471.xml"/><Relationship Id="rId1474" Type="http://schemas.openxmlformats.org/officeDocument/2006/relationships/slide" Target="slides/slide1472.xml"/><Relationship Id="rId1475" Type="http://schemas.openxmlformats.org/officeDocument/2006/relationships/slide" Target="slides/slide1473.xml"/><Relationship Id="rId1476" Type="http://schemas.openxmlformats.org/officeDocument/2006/relationships/slide" Target="slides/slide1474.xml"/><Relationship Id="rId1477" Type="http://schemas.openxmlformats.org/officeDocument/2006/relationships/slide" Target="slides/slide1475.xml"/><Relationship Id="rId1478" Type="http://schemas.openxmlformats.org/officeDocument/2006/relationships/slide" Target="slides/slide1476.xml"/><Relationship Id="rId1479" Type="http://schemas.openxmlformats.org/officeDocument/2006/relationships/slide" Target="slides/slide1477.xml"/><Relationship Id="rId1480" Type="http://schemas.openxmlformats.org/officeDocument/2006/relationships/slide" Target="slides/slide1478.xml"/><Relationship Id="rId1481" Type="http://schemas.openxmlformats.org/officeDocument/2006/relationships/slide" Target="slides/slide1479.xml"/><Relationship Id="rId1482" Type="http://schemas.openxmlformats.org/officeDocument/2006/relationships/slide" Target="slides/slide1480.xml"/><Relationship Id="rId1483" Type="http://schemas.openxmlformats.org/officeDocument/2006/relationships/slide" Target="slides/slide1481.xml"/><Relationship Id="rId1484" Type="http://schemas.openxmlformats.org/officeDocument/2006/relationships/slide" Target="slides/slide1482.xml"/><Relationship Id="rId1485" Type="http://schemas.openxmlformats.org/officeDocument/2006/relationships/slide" Target="slides/slide1483.xml"/><Relationship Id="rId1486" Type="http://schemas.openxmlformats.org/officeDocument/2006/relationships/slide" Target="slides/slide1484.xml"/><Relationship Id="rId1487" Type="http://schemas.openxmlformats.org/officeDocument/2006/relationships/slide" Target="slides/slide1485.xml"/><Relationship Id="rId1488" Type="http://schemas.openxmlformats.org/officeDocument/2006/relationships/slide" Target="slides/slide1486.xml"/><Relationship Id="rId1489" Type="http://schemas.openxmlformats.org/officeDocument/2006/relationships/slide" Target="slides/slide1487.xml"/><Relationship Id="rId1490" Type="http://schemas.openxmlformats.org/officeDocument/2006/relationships/slide" Target="slides/slide1488.xml"/><Relationship Id="rId1491" Type="http://schemas.openxmlformats.org/officeDocument/2006/relationships/slide" Target="slides/slide1489.xml"/><Relationship Id="rId1492" Type="http://schemas.openxmlformats.org/officeDocument/2006/relationships/slide" Target="slides/slide1490.xml"/><Relationship Id="rId1493" Type="http://schemas.openxmlformats.org/officeDocument/2006/relationships/slide" Target="slides/slide1491.xml"/><Relationship Id="rId1494" Type="http://schemas.openxmlformats.org/officeDocument/2006/relationships/slide" Target="slides/slide1492.xml"/><Relationship Id="rId1495" Type="http://schemas.openxmlformats.org/officeDocument/2006/relationships/slide" Target="slides/slide1493.xml"/><Relationship Id="rId1496" Type="http://schemas.openxmlformats.org/officeDocument/2006/relationships/slide" Target="slides/slide1494.xml"/><Relationship Id="rId1497" Type="http://schemas.openxmlformats.org/officeDocument/2006/relationships/slide" Target="slides/slide1495.xml"/><Relationship Id="rId1498" Type="http://schemas.openxmlformats.org/officeDocument/2006/relationships/slide" Target="slides/slide1496.xml"/><Relationship Id="rId1499" Type="http://schemas.openxmlformats.org/officeDocument/2006/relationships/slide" Target="slides/slide1497.xml"/><Relationship Id="rId1500" Type="http://schemas.openxmlformats.org/officeDocument/2006/relationships/slide" Target="slides/slide1498.xml"/><Relationship Id="rId1501" Type="http://schemas.openxmlformats.org/officeDocument/2006/relationships/slide" Target="slides/slide1499.xml"/><Relationship Id="rId1502" Type="http://schemas.openxmlformats.org/officeDocument/2006/relationships/slide" Target="slides/slide1500.xml"/><Relationship Id="rId1503" Type="http://schemas.openxmlformats.org/officeDocument/2006/relationships/slide" Target="slides/slide1501.xml"/><Relationship Id="rId1504" Type="http://schemas.openxmlformats.org/officeDocument/2006/relationships/slide" Target="slides/slide1502.xml"/><Relationship Id="rId1505" Type="http://schemas.openxmlformats.org/officeDocument/2006/relationships/slide" Target="slides/slide1503.xml"/><Relationship Id="rId1506" Type="http://schemas.openxmlformats.org/officeDocument/2006/relationships/slide" Target="slides/slide1504.xml"/><Relationship Id="rId1507" Type="http://schemas.openxmlformats.org/officeDocument/2006/relationships/slide" Target="slides/slide1505.xml"/><Relationship Id="rId1508" Type="http://schemas.openxmlformats.org/officeDocument/2006/relationships/slide" Target="slides/slide1506.xml"/><Relationship Id="rId1509" Type="http://schemas.openxmlformats.org/officeDocument/2006/relationships/slide" Target="slides/slide1507.xml"/><Relationship Id="rId1510" Type="http://schemas.openxmlformats.org/officeDocument/2006/relationships/slide" Target="slides/slide1508.xml"/><Relationship Id="rId1511" Type="http://schemas.openxmlformats.org/officeDocument/2006/relationships/slide" Target="slides/slide1509.xml"/><Relationship Id="rId1512" Type="http://schemas.openxmlformats.org/officeDocument/2006/relationships/slide" Target="slides/slide1510.xml"/><Relationship Id="rId1513" Type="http://schemas.openxmlformats.org/officeDocument/2006/relationships/slide" Target="slides/slide1511.xml"/><Relationship Id="rId1514" Type="http://schemas.openxmlformats.org/officeDocument/2006/relationships/slide" Target="slides/slide1512.xml"/><Relationship Id="rId1515" Type="http://schemas.openxmlformats.org/officeDocument/2006/relationships/slide" Target="slides/slide1513.xml"/><Relationship Id="rId1516" Type="http://schemas.openxmlformats.org/officeDocument/2006/relationships/slide" Target="slides/slide1514.xml"/><Relationship Id="rId1517" Type="http://schemas.openxmlformats.org/officeDocument/2006/relationships/slide" Target="slides/slide1515.xml"/><Relationship Id="rId1518" Type="http://schemas.openxmlformats.org/officeDocument/2006/relationships/slide" Target="slides/slide1516.xml"/><Relationship Id="rId1519" Type="http://schemas.openxmlformats.org/officeDocument/2006/relationships/slide" Target="slides/slide1517.xml"/><Relationship Id="rId1520" Type="http://schemas.openxmlformats.org/officeDocument/2006/relationships/slide" Target="slides/slide1518.xml"/><Relationship Id="rId1521" Type="http://schemas.openxmlformats.org/officeDocument/2006/relationships/slide" Target="slides/slide1519.xml"/><Relationship Id="rId1522" Type="http://schemas.openxmlformats.org/officeDocument/2006/relationships/slide" Target="slides/slide1520.xml"/><Relationship Id="rId1523" Type="http://schemas.openxmlformats.org/officeDocument/2006/relationships/slide" Target="slides/slide1521.xml"/><Relationship Id="rId1524" Type="http://schemas.openxmlformats.org/officeDocument/2006/relationships/slide" Target="slides/slide1522.xml"/><Relationship Id="rId1525" Type="http://schemas.openxmlformats.org/officeDocument/2006/relationships/slide" Target="slides/slide1523.xml"/><Relationship Id="rId1526" Type="http://schemas.openxmlformats.org/officeDocument/2006/relationships/slide" Target="slides/slide1524.xml"/><Relationship Id="rId1527" Type="http://schemas.openxmlformats.org/officeDocument/2006/relationships/slide" Target="slides/slide1525.xml"/><Relationship Id="rId1528" Type="http://schemas.openxmlformats.org/officeDocument/2006/relationships/slide" Target="slides/slide1526.xml"/><Relationship Id="rId1529" Type="http://schemas.openxmlformats.org/officeDocument/2006/relationships/slide" Target="slides/slide1527.xml"/><Relationship Id="rId1530" Type="http://schemas.openxmlformats.org/officeDocument/2006/relationships/slide" Target="slides/slide1528.xml"/><Relationship Id="rId1531" Type="http://schemas.openxmlformats.org/officeDocument/2006/relationships/slide" Target="slides/slide1529.xml"/><Relationship Id="rId1532" Type="http://schemas.openxmlformats.org/officeDocument/2006/relationships/slide" Target="slides/slide1530.xml"/><Relationship Id="rId1533" Type="http://schemas.openxmlformats.org/officeDocument/2006/relationships/slide" Target="slides/slide1531.xml"/><Relationship Id="rId1534" Type="http://schemas.openxmlformats.org/officeDocument/2006/relationships/slide" Target="slides/slide1532.xml"/><Relationship Id="rId1535" Type="http://schemas.openxmlformats.org/officeDocument/2006/relationships/slide" Target="slides/slide1533.xml"/><Relationship Id="rId1536" Type="http://schemas.openxmlformats.org/officeDocument/2006/relationships/slide" Target="slides/slide1534.xml"/><Relationship Id="rId1537" Type="http://schemas.openxmlformats.org/officeDocument/2006/relationships/slide" Target="slides/slide1535.xml"/><Relationship Id="rId1538" Type="http://schemas.openxmlformats.org/officeDocument/2006/relationships/slide" Target="slides/slide1536.xml"/><Relationship Id="rId1539" Type="http://schemas.openxmlformats.org/officeDocument/2006/relationships/slide" Target="slides/slide1537.xml"/><Relationship Id="rId1540" Type="http://schemas.openxmlformats.org/officeDocument/2006/relationships/slide" Target="slides/slide1538.xml"/><Relationship Id="rId1541" Type="http://schemas.openxmlformats.org/officeDocument/2006/relationships/slide" Target="slides/slide1539.xml"/><Relationship Id="rId1542" Type="http://schemas.openxmlformats.org/officeDocument/2006/relationships/slide" Target="slides/slide1540.xml"/><Relationship Id="rId1543" Type="http://schemas.openxmlformats.org/officeDocument/2006/relationships/slide" Target="slides/slide1541.xml"/><Relationship Id="rId1544" Type="http://schemas.openxmlformats.org/officeDocument/2006/relationships/slide" Target="slides/slide1542.xml"/><Relationship Id="rId1545" Type="http://schemas.openxmlformats.org/officeDocument/2006/relationships/slide" Target="slides/slide1543.xml"/><Relationship Id="rId1546" Type="http://schemas.openxmlformats.org/officeDocument/2006/relationships/slide" Target="slides/slide1544.xml"/><Relationship Id="rId1547" Type="http://schemas.openxmlformats.org/officeDocument/2006/relationships/slide" Target="slides/slide1545.xml"/><Relationship Id="rId1548" Type="http://schemas.openxmlformats.org/officeDocument/2006/relationships/slide" Target="slides/slide1546.xml"/><Relationship Id="rId1549" Type="http://schemas.openxmlformats.org/officeDocument/2006/relationships/slide" Target="slides/slide1547.xml"/><Relationship Id="rId1550" Type="http://schemas.openxmlformats.org/officeDocument/2006/relationships/slide" Target="slides/slide1548.xml"/><Relationship Id="rId1551" Type="http://schemas.openxmlformats.org/officeDocument/2006/relationships/slide" Target="slides/slide1549.xml"/><Relationship Id="rId1552" Type="http://schemas.openxmlformats.org/officeDocument/2006/relationships/slide" Target="slides/slide1550.xml"/><Relationship Id="rId1553" Type="http://schemas.openxmlformats.org/officeDocument/2006/relationships/slide" Target="slides/slide1551.xml"/><Relationship Id="rId1554" Type="http://schemas.openxmlformats.org/officeDocument/2006/relationships/slide" Target="slides/slide1552.xml"/><Relationship Id="rId1555" Type="http://schemas.openxmlformats.org/officeDocument/2006/relationships/slide" Target="slides/slide1553.xml"/><Relationship Id="rId1556" Type="http://schemas.openxmlformats.org/officeDocument/2006/relationships/slide" Target="slides/slide1554.xml"/><Relationship Id="rId1557" Type="http://schemas.openxmlformats.org/officeDocument/2006/relationships/slide" Target="slides/slide1555.xml"/><Relationship Id="rId1558" Type="http://schemas.openxmlformats.org/officeDocument/2006/relationships/slide" Target="slides/slide1556.xml"/><Relationship Id="rId1559" Type="http://schemas.openxmlformats.org/officeDocument/2006/relationships/slide" Target="slides/slide1557.xml"/><Relationship Id="rId1560" Type="http://schemas.openxmlformats.org/officeDocument/2006/relationships/slide" Target="slides/slide1558.xml"/><Relationship Id="rId1561" Type="http://schemas.openxmlformats.org/officeDocument/2006/relationships/slide" Target="slides/slide1559.xml"/><Relationship Id="rId1562" Type="http://schemas.openxmlformats.org/officeDocument/2006/relationships/slide" Target="slides/slide1560.xml"/><Relationship Id="rId1563" Type="http://schemas.openxmlformats.org/officeDocument/2006/relationships/slide" Target="slides/slide1561.xml"/><Relationship Id="rId1564" Type="http://schemas.openxmlformats.org/officeDocument/2006/relationships/slide" Target="slides/slide1562.xml"/><Relationship Id="rId1565" Type="http://schemas.openxmlformats.org/officeDocument/2006/relationships/slide" Target="slides/slide1563.xml"/><Relationship Id="rId1566" Type="http://schemas.openxmlformats.org/officeDocument/2006/relationships/slide" Target="slides/slide1564.xml"/><Relationship Id="rId1567" Type="http://schemas.openxmlformats.org/officeDocument/2006/relationships/slide" Target="slides/slide1565.xml"/><Relationship Id="rId1568" Type="http://schemas.openxmlformats.org/officeDocument/2006/relationships/slide" Target="slides/slide1566.xml"/><Relationship Id="rId1569" Type="http://schemas.openxmlformats.org/officeDocument/2006/relationships/slide" Target="slides/slide1567.xml"/><Relationship Id="rId1570" Type="http://schemas.openxmlformats.org/officeDocument/2006/relationships/slide" Target="slides/slide1568.xml"/><Relationship Id="rId1571" Type="http://schemas.openxmlformats.org/officeDocument/2006/relationships/slide" Target="slides/slide1569.xml"/><Relationship Id="rId1572" Type="http://schemas.openxmlformats.org/officeDocument/2006/relationships/slide" Target="slides/slide1570.xml"/><Relationship Id="rId1573" Type="http://schemas.openxmlformats.org/officeDocument/2006/relationships/slide" Target="slides/slide1571.xml"/><Relationship Id="rId1574" Type="http://schemas.openxmlformats.org/officeDocument/2006/relationships/slide" Target="slides/slide1572.xml"/><Relationship Id="rId1575" Type="http://schemas.openxmlformats.org/officeDocument/2006/relationships/slide" Target="slides/slide1573.xml"/><Relationship Id="rId1576" Type="http://schemas.openxmlformats.org/officeDocument/2006/relationships/slide" Target="slides/slide1574.xml"/><Relationship Id="rId1577" Type="http://schemas.openxmlformats.org/officeDocument/2006/relationships/slide" Target="slides/slide1575.xml"/><Relationship Id="rId1578" Type="http://schemas.openxmlformats.org/officeDocument/2006/relationships/slide" Target="slides/slide1576.xml"/><Relationship Id="rId1579" Type="http://schemas.openxmlformats.org/officeDocument/2006/relationships/slide" Target="slides/slide1577.xml"/><Relationship Id="rId1580" Type="http://schemas.openxmlformats.org/officeDocument/2006/relationships/slide" Target="slides/slide1578.xml"/><Relationship Id="rId1581" Type="http://schemas.openxmlformats.org/officeDocument/2006/relationships/slide" Target="slides/slide1579.xml"/><Relationship Id="rId1582" Type="http://schemas.openxmlformats.org/officeDocument/2006/relationships/slide" Target="slides/slide1580.xml"/><Relationship Id="rId1583" Type="http://schemas.openxmlformats.org/officeDocument/2006/relationships/slide" Target="slides/slide1581.xml"/><Relationship Id="rId1584" Type="http://schemas.openxmlformats.org/officeDocument/2006/relationships/slide" Target="slides/slide1582.xml"/><Relationship Id="rId1585" Type="http://schemas.openxmlformats.org/officeDocument/2006/relationships/slide" Target="slides/slide1583.xml"/><Relationship Id="rId1586" Type="http://schemas.openxmlformats.org/officeDocument/2006/relationships/slide" Target="slides/slide1584.xml"/><Relationship Id="rId1587" Type="http://schemas.openxmlformats.org/officeDocument/2006/relationships/slide" Target="slides/slide1585.xml"/><Relationship Id="rId1588" Type="http://schemas.openxmlformats.org/officeDocument/2006/relationships/slide" Target="slides/slide1586.xml"/><Relationship Id="rId1589" Type="http://schemas.openxmlformats.org/officeDocument/2006/relationships/slide" Target="slides/slide1587.xml"/><Relationship Id="rId1590" Type="http://schemas.openxmlformats.org/officeDocument/2006/relationships/slide" Target="slides/slide1588.xml"/><Relationship Id="rId1591" Type="http://schemas.openxmlformats.org/officeDocument/2006/relationships/slide" Target="slides/slide1589.xml"/><Relationship Id="rId1592" Type="http://schemas.openxmlformats.org/officeDocument/2006/relationships/slide" Target="slides/slide1590.xml"/><Relationship Id="rId1593" Type="http://schemas.openxmlformats.org/officeDocument/2006/relationships/slide" Target="slides/slide1591.xml"/><Relationship Id="rId1594" Type="http://schemas.openxmlformats.org/officeDocument/2006/relationships/slide" Target="slides/slide1592.xml"/><Relationship Id="rId1595" Type="http://schemas.openxmlformats.org/officeDocument/2006/relationships/slide" Target="slides/slide1593.xml"/><Relationship Id="rId1596" Type="http://schemas.openxmlformats.org/officeDocument/2006/relationships/slide" Target="slides/slide1594.xml"/><Relationship Id="rId1597" Type="http://schemas.openxmlformats.org/officeDocument/2006/relationships/slide" Target="slides/slide1595.xml"/><Relationship Id="rId1598" Type="http://schemas.openxmlformats.org/officeDocument/2006/relationships/slide" Target="slides/slide1596.xml"/><Relationship Id="rId1599" Type="http://schemas.openxmlformats.org/officeDocument/2006/relationships/slide" Target="slides/slide1597.xml"/><Relationship Id="rId1600" Type="http://schemas.openxmlformats.org/officeDocument/2006/relationships/slide" Target="slides/slide1598.xml"/><Relationship Id="rId1601" Type="http://schemas.openxmlformats.org/officeDocument/2006/relationships/slide" Target="slides/slide1599.xml"/><Relationship Id="rId1602" Type="http://schemas.openxmlformats.org/officeDocument/2006/relationships/slide" Target="slides/slide1600.xml"/><Relationship Id="rId1603" Type="http://schemas.openxmlformats.org/officeDocument/2006/relationships/slide" Target="slides/slide1601.xml"/><Relationship Id="rId1604" Type="http://schemas.openxmlformats.org/officeDocument/2006/relationships/slide" Target="slides/slide1602.xml"/><Relationship Id="rId1605" Type="http://schemas.openxmlformats.org/officeDocument/2006/relationships/slide" Target="slides/slide1603.xml"/><Relationship Id="rId1606" Type="http://schemas.openxmlformats.org/officeDocument/2006/relationships/slide" Target="slides/slide1604.xml"/><Relationship Id="rId1607" Type="http://schemas.openxmlformats.org/officeDocument/2006/relationships/slide" Target="slides/slide1605.xml"/><Relationship Id="rId1608" Type="http://schemas.openxmlformats.org/officeDocument/2006/relationships/slide" Target="slides/slide1606.xml"/><Relationship Id="rId1609" Type="http://schemas.openxmlformats.org/officeDocument/2006/relationships/slide" Target="slides/slide1607.xml"/><Relationship Id="rId1610" Type="http://schemas.openxmlformats.org/officeDocument/2006/relationships/slide" Target="slides/slide1608.xml"/><Relationship Id="rId1611" Type="http://schemas.openxmlformats.org/officeDocument/2006/relationships/slide" Target="slides/slide1609.xml"/><Relationship Id="rId1612" Type="http://schemas.openxmlformats.org/officeDocument/2006/relationships/slide" Target="slides/slide1610.xml"/><Relationship Id="rId1613" Type="http://schemas.openxmlformats.org/officeDocument/2006/relationships/slide" Target="slides/slide1611.xml"/><Relationship Id="rId1614" Type="http://schemas.openxmlformats.org/officeDocument/2006/relationships/slide" Target="slides/slide1612.xml"/><Relationship Id="rId1615" Type="http://schemas.openxmlformats.org/officeDocument/2006/relationships/slide" Target="slides/slide1613.xml"/><Relationship Id="rId1616" Type="http://schemas.openxmlformats.org/officeDocument/2006/relationships/slide" Target="slides/slide1614.xml"/><Relationship Id="rId1617" Type="http://schemas.openxmlformats.org/officeDocument/2006/relationships/slide" Target="slides/slide1615.xml"/><Relationship Id="rId1618" Type="http://schemas.openxmlformats.org/officeDocument/2006/relationships/slide" Target="slides/slide1616.xml"/><Relationship Id="rId1619" Type="http://schemas.openxmlformats.org/officeDocument/2006/relationships/slide" Target="slides/slide1617.xml"/><Relationship Id="rId1620" Type="http://schemas.openxmlformats.org/officeDocument/2006/relationships/slide" Target="slides/slide1618.xml"/><Relationship Id="rId1621" Type="http://schemas.openxmlformats.org/officeDocument/2006/relationships/slide" Target="slides/slide1619.xml"/><Relationship Id="rId1622" Type="http://schemas.openxmlformats.org/officeDocument/2006/relationships/slide" Target="slides/slide1620.xml"/><Relationship Id="rId1623" Type="http://schemas.openxmlformats.org/officeDocument/2006/relationships/slide" Target="slides/slide1621.xml"/><Relationship Id="rId1624" Type="http://schemas.openxmlformats.org/officeDocument/2006/relationships/slide" Target="slides/slide1622.xml"/><Relationship Id="rId1625" Type="http://schemas.openxmlformats.org/officeDocument/2006/relationships/slide" Target="slides/slide1623.xml"/><Relationship Id="rId1626" Type="http://schemas.openxmlformats.org/officeDocument/2006/relationships/slide" Target="slides/slide1624.xml"/><Relationship Id="rId1627" Type="http://schemas.openxmlformats.org/officeDocument/2006/relationships/slide" Target="slides/slide1625.xml"/><Relationship Id="rId1628" Type="http://schemas.openxmlformats.org/officeDocument/2006/relationships/slide" Target="slides/slide1626.xml"/><Relationship Id="rId1629" Type="http://schemas.openxmlformats.org/officeDocument/2006/relationships/slide" Target="slides/slide1627.xml"/><Relationship Id="rId1630" Type="http://schemas.openxmlformats.org/officeDocument/2006/relationships/slide" Target="slides/slide1628.xml"/><Relationship Id="rId1631" Type="http://schemas.openxmlformats.org/officeDocument/2006/relationships/slide" Target="slides/slide1629.xml"/><Relationship Id="rId1632" Type="http://schemas.openxmlformats.org/officeDocument/2006/relationships/slide" Target="slides/slide1630.xml"/><Relationship Id="rId1633" Type="http://schemas.openxmlformats.org/officeDocument/2006/relationships/slide" Target="slides/slide1631.xml"/><Relationship Id="rId1634" Type="http://schemas.openxmlformats.org/officeDocument/2006/relationships/slide" Target="slides/slide1632.xml"/><Relationship Id="rId1635" Type="http://schemas.openxmlformats.org/officeDocument/2006/relationships/slide" Target="slides/slide1633.xml"/><Relationship Id="rId1636" Type="http://schemas.openxmlformats.org/officeDocument/2006/relationships/slide" Target="slides/slide1634.xml"/><Relationship Id="rId1637" Type="http://schemas.openxmlformats.org/officeDocument/2006/relationships/slide" Target="slides/slide1635.xml"/><Relationship Id="rId1638" Type="http://schemas.openxmlformats.org/officeDocument/2006/relationships/slide" Target="slides/slide1636.xml"/><Relationship Id="rId1639" Type="http://schemas.openxmlformats.org/officeDocument/2006/relationships/slide" Target="slides/slide1637.xml"/><Relationship Id="rId1640" Type="http://schemas.openxmlformats.org/officeDocument/2006/relationships/slide" Target="slides/slide1638.xml"/><Relationship Id="rId1641" Type="http://schemas.openxmlformats.org/officeDocument/2006/relationships/slide" Target="slides/slide1639.xml"/><Relationship Id="rId1642" Type="http://schemas.openxmlformats.org/officeDocument/2006/relationships/slide" Target="slides/slide1640.xml"/><Relationship Id="rId1643" Type="http://schemas.openxmlformats.org/officeDocument/2006/relationships/slide" Target="slides/slide1641.xml"/><Relationship Id="rId1644" Type="http://schemas.openxmlformats.org/officeDocument/2006/relationships/slide" Target="slides/slide1642.xml"/><Relationship Id="rId1645" Type="http://schemas.openxmlformats.org/officeDocument/2006/relationships/slide" Target="slides/slide1643.xml"/><Relationship Id="rId1646" Type="http://schemas.openxmlformats.org/officeDocument/2006/relationships/slide" Target="slides/slide1644.xml"/><Relationship Id="rId1647" Type="http://schemas.openxmlformats.org/officeDocument/2006/relationships/slide" Target="slides/slide1645.xml"/><Relationship Id="rId1648" Type="http://schemas.openxmlformats.org/officeDocument/2006/relationships/slide" Target="slides/slide1646.xml"/><Relationship Id="rId1649" Type="http://schemas.openxmlformats.org/officeDocument/2006/relationships/slide" Target="slides/slide1647.xml"/><Relationship Id="rId1650" Type="http://schemas.openxmlformats.org/officeDocument/2006/relationships/slide" Target="slides/slide1648.xml"/><Relationship Id="rId1651" Type="http://schemas.openxmlformats.org/officeDocument/2006/relationships/slide" Target="slides/slide1649.xml"/><Relationship Id="rId1652" Type="http://schemas.openxmlformats.org/officeDocument/2006/relationships/slide" Target="slides/slide1650.xml"/><Relationship Id="rId1653" Type="http://schemas.openxmlformats.org/officeDocument/2006/relationships/slide" Target="slides/slide1651.xml"/><Relationship Id="rId1654" Type="http://schemas.openxmlformats.org/officeDocument/2006/relationships/slide" Target="slides/slide1652.xml"/><Relationship Id="rId1655" Type="http://schemas.openxmlformats.org/officeDocument/2006/relationships/slide" Target="slides/slide1653.xml"/><Relationship Id="rId1656" Type="http://schemas.openxmlformats.org/officeDocument/2006/relationships/slide" Target="slides/slide1654.xml"/><Relationship Id="rId1657" Type="http://schemas.openxmlformats.org/officeDocument/2006/relationships/slide" Target="slides/slide1655.xml"/><Relationship Id="rId1658" Type="http://schemas.openxmlformats.org/officeDocument/2006/relationships/slide" Target="slides/slide1656.xml"/><Relationship Id="rId1659" Type="http://schemas.openxmlformats.org/officeDocument/2006/relationships/slide" Target="slides/slide1657.xml"/><Relationship Id="rId1660" Type="http://schemas.openxmlformats.org/officeDocument/2006/relationships/slide" Target="slides/slide1658.xml"/><Relationship Id="rId1661" Type="http://schemas.openxmlformats.org/officeDocument/2006/relationships/slide" Target="slides/slide1659.xml"/><Relationship Id="rId1662" Type="http://schemas.openxmlformats.org/officeDocument/2006/relationships/slide" Target="slides/slide1660.xml"/><Relationship Id="rId1663" Type="http://schemas.openxmlformats.org/officeDocument/2006/relationships/slide" Target="slides/slide1661.xml"/><Relationship Id="rId1664" Type="http://schemas.openxmlformats.org/officeDocument/2006/relationships/slide" Target="slides/slide1662.xml"/><Relationship Id="rId1665" Type="http://schemas.openxmlformats.org/officeDocument/2006/relationships/slide" Target="slides/slide1663.xml"/><Relationship Id="rId1666" Type="http://schemas.openxmlformats.org/officeDocument/2006/relationships/slide" Target="slides/slide1664.xml"/><Relationship Id="rId1667" Type="http://schemas.openxmlformats.org/officeDocument/2006/relationships/slide" Target="slides/slide1665.xml"/><Relationship Id="rId1668" Type="http://schemas.openxmlformats.org/officeDocument/2006/relationships/slide" Target="slides/slide1666.xml"/><Relationship Id="rId1669" Type="http://schemas.openxmlformats.org/officeDocument/2006/relationships/slide" Target="slides/slide1667.xml"/><Relationship Id="rId1670" Type="http://schemas.openxmlformats.org/officeDocument/2006/relationships/slide" Target="slides/slide1668.xml"/><Relationship Id="rId1671" Type="http://schemas.openxmlformats.org/officeDocument/2006/relationships/slide" Target="slides/slide1669.xml"/><Relationship Id="rId1672" Type="http://schemas.openxmlformats.org/officeDocument/2006/relationships/slide" Target="slides/slide1670.xml"/><Relationship Id="rId1673" Type="http://schemas.openxmlformats.org/officeDocument/2006/relationships/slide" Target="slides/slide1671.xml"/><Relationship Id="rId1674" Type="http://schemas.openxmlformats.org/officeDocument/2006/relationships/slide" Target="slides/slide1672.xml"/><Relationship Id="rId1675" Type="http://schemas.openxmlformats.org/officeDocument/2006/relationships/slide" Target="slides/slide1673.xml"/><Relationship Id="rId1676" Type="http://schemas.openxmlformats.org/officeDocument/2006/relationships/slide" Target="slides/slide1674.xml"/><Relationship Id="rId1677" Type="http://schemas.openxmlformats.org/officeDocument/2006/relationships/slide" Target="slides/slide1675.xml"/><Relationship Id="rId1678" Type="http://schemas.openxmlformats.org/officeDocument/2006/relationships/slide" Target="slides/slide1676.xml"/><Relationship Id="rId1679" Type="http://schemas.openxmlformats.org/officeDocument/2006/relationships/slide" Target="slides/slide1677.xml"/><Relationship Id="rId1680" Type="http://schemas.openxmlformats.org/officeDocument/2006/relationships/slide" Target="slides/slide1678.xml"/><Relationship Id="rId1681" Type="http://schemas.openxmlformats.org/officeDocument/2006/relationships/slide" Target="slides/slide1679.xml"/><Relationship Id="rId1682" Type="http://schemas.openxmlformats.org/officeDocument/2006/relationships/slide" Target="slides/slide1680.xml"/><Relationship Id="rId1683" Type="http://schemas.openxmlformats.org/officeDocument/2006/relationships/slide" Target="slides/slide1681.xml"/><Relationship Id="rId1684" Type="http://schemas.openxmlformats.org/officeDocument/2006/relationships/slide" Target="slides/slide1682.xml"/><Relationship Id="rId1685" Type="http://schemas.openxmlformats.org/officeDocument/2006/relationships/slide" Target="slides/slide1683.xml"/><Relationship Id="rId1686" Type="http://schemas.openxmlformats.org/officeDocument/2006/relationships/slide" Target="slides/slide1684.xml"/><Relationship Id="rId1687" Type="http://schemas.openxmlformats.org/officeDocument/2006/relationships/slide" Target="slides/slide1685.xml"/><Relationship Id="rId1688" Type="http://schemas.openxmlformats.org/officeDocument/2006/relationships/slide" Target="slides/slide1686.xml"/><Relationship Id="rId1689" Type="http://schemas.openxmlformats.org/officeDocument/2006/relationships/slide" Target="slides/slide1687.xml"/><Relationship Id="rId1690" Type="http://schemas.openxmlformats.org/officeDocument/2006/relationships/slide" Target="slides/slide1688.xml"/><Relationship Id="rId1691" Type="http://schemas.openxmlformats.org/officeDocument/2006/relationships/slide" Target="slides/slide1689.xml"/><Relationship Id="rId1692" Type="http://schemas.openxmlformats.org/officeDocument/2006/relationships/slide" Target="slides/slide1690.xml"/><Relationship Id="rId1693" Type="http://schemas.openxmlformats.org/officeDocument/2006/relationships/slide" Target="slides/slide1691.xml"/><Relationship Id="rId1694" Type="http://schemas.openxmlformats.org/officeDocument/2006/relationships/slide" Target="slides/slide1692.xml"/><Relationship Id="rId1695" Type="http://schemas.openxmlformats.org/officeDocument/2006/relationships/slide" Target="slides/slide1693.xml"/><Relationship Id="rId1696" Type="http://schemas.openxmlformats.org/officeDocument/2006/relationships/slide" Target="slides/slide1694.xml"/><Relationship Id="rId1697" Type="http://schemas.openxmlformats.org/officeDocument/2006/relationships/slide" Target="slides/slide1695.xml"/><Relationship Id="rId1698" Type="http://schemas.openxmlformats.org/officeDocument/2006/relationships/slide" Target="slides/slide1696.xml"/><Relationship Id="rId1699" Type="http://schemas.openxmlformats.org/officeDocument/2006/relationships/slide" Target="slides/slide1697.xml"/><Relationship Id="rId1700" Type="http://schemas.openxmlformats.org/officeDocument/2006/relationships/slide" Target="slides/slide1698.xml"/><Relationship Id="rId1701" Type="http://schemas.openxmlformats.org/officeDocument/2006/relationships/slide" Target="slides/slide1699.xml"/><Relationship Id="rId1702" Type="http://schemas.openxmlformats.org/officeDocument/2006/relationships/slide" Target="slides/slide1700.xml"/><Relationship Id="rId1703" Type="http://schemas.openxmlformats.org/officeDocument/2006/relationships/slide" Target="slides/slide1701.xml"/><Relationship Id="rId1704" Type="http://schemas.openxmlformats.org/officeDocument/2006/relationships/slide" Target="slides/slide1702.xml"/><Relationship Id="rId1705" Type="http://schemas.openxmlformats.org/officeDocument/2006/relationships/slide" Target="slides/slide1703.xml"/><Relationship Id="rId1706" Type="http://schemas.openxmlformats.org/officeDocument/2006/relationships/slide" Target="slides/slide1704.xml"/><Relationship Id="rId1707" Type="http://schemas.openxmlformats.org/officeDocument/2006/relationships/slide" Target="slides/slide1705.xml"/><Relationship Id="rId1708" Type="http://schemas.openxmlformats.org/officeDocument/2006/relationships/slide" Target="slides/slide1706.xml"/><Relationship Id="rId1709" Type="http://schemas.openxmlformats.org/officeDocument/2006/relationships/slide" Target="slides/slide1707.xml"/><Relationship Id="rId1710" Type="http://schemas.openxmlformats.org/officeDocument/2006/relationships/slide" Target="slides/slide1708.xml"/><Relationship Id="rId1711" Type="http://schemas.openxmlformats.org/officeDocument/2006/relationships/slide" Target="slides/slide1709.xml"/><Relationship Id="rId1712" Type="http://schemas.openxmlformats.org/officeDocument/2006/relationships/slide" Target="slides/slide1710.xml"/><Relationship Id="rId1713" Type="http://schemas.openxmlformats.org/officeDocument/2006/relationships/slide" Target="slides/slide1711.xml"/><Relationship Id="rId1714" Type="http://schemas.openxmlformats.org/officeDocument/2006/relationships/slide" Target="slides/slide1712.xml"/><Relationship Id="rId1715" Type="http://schemas.openxmlformats.org/officeDocument/2006/relationships/slide" Target="slides/slide1713.xml"/><Relationship Id="rId1716" Type="http://schemas.openxmlformats.org/officeDocument/2006/relationships/slide" Target="slides/slide1714.xml"/><Relationship Id="rId1717" Type="http://schemas.openxmlformats.org/officeDocument/2006/relationships/slide" Target="slides/slide1715.xml"/><Relationship Id="rId1718" Type="http://schemas.openxmlformats.org/officeDocument/2006/relationships/slide" Target="slides/slide1716.xml"/><Relationship Id="rId1719" Type="http://schemas.openxmlformats.org/officeDocument/2006/relationships/slide" Target="slides/slide1717.xml"/><Relationship Id="rId1720" Type="http://schemas.openxmlformats.org/officeDocument/2006/relationships/slide" Target="slides/slide1718.xml"/><Relationship Id="rId1721" Type="http://schemas.openxmlformats.org/officeDocument/2006/relationships/slide" Target="slides/slide1719.xml"/><Relationship Id="rId1722" Type="http://schemas.openxmlformats.org/officeDocument/2006/relationships/slide" Target="slides/slide1720.xml"/><Relationship Id="rId1723" Type="http://schemas.openxmlformats.org/officeDocument/2006/relationships/slide" Target="slides/slide1721.xml"/><Relationship Id="rId1724" Type="http://schemas.openxmlformats.org/officeDocument/2006/relationships/slide" Target="slides/slide1722.xml"/><Relationship Id="rId1725" Type="http://schemas.openxmlformats.org/officeDocument/2006/relationships/slide" Target="slides/slide1723.xml"/><Relationship Id="rId1726" Type="http://schemas.openxmlformats.org/officeDocument/2006/relationships/slide" Target="slides/slide1724.xml"/><Relationship Id="rId1727" Type="http://schemas.openxmlformats.org/officeDocument/2006/relationships/slide" Target="slides/slide1725.xml"/><Relationship Id="rId1728" Type="http://schemas.openxmlformats.org/officeDocument/2006/relationships/slide" Target="slides/slide1726.xml"/><Relationship Id="rId1729" Type="http://schemas.openxmlformats.org/officeDocument/2006/relationships/slide" Target="slides/slide1727.xml"/><Relationship Id="rId1730" Type="http://schemas.openxmlformats.org/officeDocument/2006/relationships/slide" Target="slides/slide1728.xml"/><Relationship Id="rId1731" Type="http://schemas.openxmlformats.org/officeDocument/2006/relationships/slide" Target="slides/slide1729.xml"/><Relationship Id="rId1732" Type="http://schemas.openxmlformats.org/officeDocument/2006/relationships/slide" Target="slides/slide1730.xml"/><Relationship Id="rId1733" Type="http://schemas.openxmlformats.org/officeDocument/2006/relationships/slide" Target="slides/slide1731.xml"/><Relationship Id="rId1734" Type="http://schemas.openxmlformats.org/officeDocument/2006/relationships/slide" Target="slides/slide1732.xml"/><Relationship Id="rId1735" Type="http://schemas.openxmlformats.org/officeDocument/2006/relationships/slide" Target="slides/slide1733.xml"/><Relationship Id="rId1736" Type="http://schemas.openxmlformats.org/officeDocument/2006/relationships/slide" Target="slides/slide1734.xml"/><Relationship Id="rId1737" Type="http://schemas.openxmlformats.org/officeDocument/2006/relationships/slide" Target="slides/slide1735.xml"/><Relationship Id="rId1738" Type="http://schemas.openxmlformats.org/officeDocument/2006/relationships/slide" Target="slides/slide1736.xml"/><Relationship Id="rId1739" Type="http://schemas.openxmlformats.org/officeDocument/2006/relationships/slide" Target="slides/slide1737.xml"/><Relationship Id="rId1740" Type="http://schemas.openxmlformats.org/officeDocument/2006/relationships/slide" Target="slides/slide1738.xml"/><Relationship Id="rId1741" Type="http://schemas.openxmlformats.org/officeDocument/2006/relationships/slide" Target="slides/slide1739.xml"/><Relationship Id="rId1742" Type="http://schemas.openxmlformats.org/officeDocument/2006/relationships/slide" Target="slides/slide1740.xml"/><Relationship Id="rId1743" Type="http://schemas.openxmlformats.org/officeDocument/2006/relationships/slide" Target="slides/slide1741.xml"/><Relationship Id="rId1744" Type="http://schemas.openxmlformats.org/officeDocument/2006/relationships/slide" Target="slides/slide1742.xml"/><Relationship Id="rId1745" Type="http://schemas.openxmlformats.org/officeDocument/2006/relationships/slide" Target="slides/slide1743.xml"/><Relationship Id="rId1746" Type="http://schemas.openxmlformats.org/officeDocument/2006/relationships/slide" Target="slides/slide1744.xml"/><Relationship Id="rId1747" Type="http://schemas.openxmlformats.org/officeDocument/2006/relationships/slide" Target="slides/slide1745.xml"/><Relationship Id="rId1748" Type="http://schemas.openxmlformats.org/officeDocument/2006/relationships/slide" Target="slides/slide1746.xml"/><Relationship Id="rId1749" Type="http://schemas.openxmlformats.org/officeDocument/2006/relationships/slide" Target="slides/slide1747.xml"/><Relationship Id="rId1750" Type="http://schemas.openxmlformats.org/officeDocument/2006/relationships/slide" Target="slides/slide1748.xml"/><Relationship Id="rId1751" Type="http://schemas.openxmlformats.org/officeDocument/2006/relationships/slide" Target="slides/slide1749.xml"/><Relationship Id="rId1752" Type="http://schemas.openxmlformats.org/officeDocument/2006/relationships/slide" Target="slides/slide1750.xml"/><Relationship Id="rId1753" Type="http://schemas.openxmlformats.org/officeDocument/2006/relationships/slide" Target="slides/slide1751.xml"/><Relationship Id="rId1754" Type="http://schemas.openxmlformats.org/officeDocument/2006/relationships/slide" Target="slides/slide1752.xml"/><Relationship Id="rId1755" Type="http://schemas.openxmlformats.org/officeDocument/2006/relationships/slide" Target="slides/slide1753.xml"/><Relationship Id="rId1756" Type="http://schemas.openxmlformats.org/officeDocument/2006/relationships/slide" Target="slides/slide1754.xml"/><Relationship Id="rId1757" Type="http://schemas.openxmlformats.org/officeDocument/2006/relationships/slide" Target="slides/slide1755.xml"/><Relationship Id="rId1758" Type="http://schemas.openxmlformats.org/officeDocument/2006/relationships/slide" Target="slides/slide1756.xml"/><Relationship Id="rId1759" Type="http://schemas.openxmlformats.org/officeDocument/2006/relationships/slide" Target="slides/slide1757.xml"/><Relationship Id="rId1760" Type="http://schemas.openxmlformats.org/officeDocument/2006/relationships/slide" Target="slides/slide1758.xml"/><Relationship Id="rId1761" Type="http://schemas.openxmlformats.org/officeDocument/2006/relationships/slide" Target="slides/slide1759.xml"/><Relationship Id="rId1762" Type="http://schemas.openxmlformats.org/officeDocument/2006/relationships/slide" Target="slides/slide1760.xml"/><Relationship Id="rId1763" Type="http://schemas.openxmlformats.org/officeDocument/2006/relationships/slide" Target="slides/slide1761.xml"/><Relationship Id="rId1764" Type="http://schemas.openxmlformats.org/officeDocument/2006/relationships/slide" Target="slides/slide1762.xml"/><Relationship Id="rId1765" Type="http://schemas.openxmlformats.org/officeDocument/2006/relationships/slide" Target="slides/slide1763.xml"/><Relationship Id="rId1766" Type="http://schemas.openxmlformats.org/officeDocument/2006/relationships/slide" Target="slides/slide1764.xml"/><Relationship Id="rId1767" Type="http://schemas.openxmlformats.org/officeDocument/2006/relationships/slide" Target="slides/slide1765.xml"/><Relationship Id="rId1768" Type="http://schemas.openxmlformats.org/officeDocument/2006/relationships/slide" Target="slides/slide1766.xml"/><Relationship Id="rId1769" Type="http://schemas.openxmlformats.org/officeDocument/2006/relationships/slide" Target="slides/slide1767.xml"/><Relationship Id="rId1770" Type="http://schemas.openxmlformats.org/officeDocument/2006/relationships/slide" Target="slides/slide1768.xml"/><Relationship Id="rId1771" Type="http://schemas.openxmlformats.org/officeDocument/2006/relationships/slide" Target="slides/slide1769.xml"/><Relationship Id="rId1772" Type="http://schemas.openxmlformats.org/officeDocument/2006/relationships/slide" Target="slides/slide1770.xml"/><Relationship Id="rId1773" Type="http://schemas.openxmlformats.org/officeDocument/2006/relationships/slide" Target="slides/slide1771.xml"/><Relationship Id="rId1774" Type="http://schemas.openxmlformats.org/officeDocument/2006/relationships/slide" Target="slides/slide1772.xml"/><Relationship Id="rId1775" Type="http://schemas.openxmlformats.org/officeDocument/2006/relationships/slide" Target="slides/slide1773.xml"/><Relationship Id="rId1776" Type="http://schemas.openxmlformats.org/officeDocument/2006/relationships/slide" Target="slides/slide1774.xml"/><Relationship Id="rId1777" Type="http://schemas.openxmlformats.org/officeDocument/2006/relationships/slide" Target="slides/slide1775.xml"/><Relationship Id="rId1778" Type="http://schemas.openxmlformats.org/officeDocument/2006/relationships/slide" Target="slides/slide1776.xml"/><Relationship Id="rId1779" Type="http://schemas.openxmlformats.org/officeDocument/2006/relationships/slide" Target="slides/slide1777.xml"/><Relationship Id="rId1780" Type="http://schemas.openxmlformats.org/officeDocument/2006/relationships/slide" Target="slides/slide1778.xml"/><Relationship Id="rId1781" Type="http://schemas.openxmlformats.org/officeDocument/2006/relationships/slide" Target="slides/slide1779.xml"/><Relationship Id="rId1782" Type="http://schemas.openxmlformats.org/officeDocument/2006/relationships/slide" Target="slides/slide1780.xml"/><Relationship Id="rId1783" Type="http://schemas.openxmlformats.org/officeDocument/2006/relationships/slide" Target="slides/slide1781.xml"/><Relationship Id="rId1784" Type="http://schemas.openxmlformats.org/officeDocument/2006/relationships/slide" Target="slides/slide1782.xml"/><Relationship Id="rId1785" Type="http://schemas.openxmlformats.org/officeDocument/2006/relationships/slide" Target="slides/slide1783.xml"/><Relationship Id="rId1786" Type="http://schemas.openxmlformats.org/officeDocument/2006/relationships/slide" Target="slides/slide1784.xml"/><Relationship Id="rId1787" Type="http://schemas.openxmlformats.org/officeDocument/2006/relationships/slide" Target="slides/slide1785.xml"/><Relationship Id="rId1788" Type="http://schemas.openxmlformats.org/officeDocument/2006/relationships/slide" Target="slides/slide1786.xml"/><Relationship Id="rId1789" Type="http://schemas.openxmlformats.org/officeDocument/2006/relationships/slide" Target="slides/slide1787.xml"/><Relationship Id="rId1790" Type="http://schemas.openxmlformats.org/officeDocument/2006/relationships/slide" Target="slides/slide1788.xml"/><Relationship Id="rId1791" Type="http://schemas.openxmlformats.org/officeDocument/2006/relationships/slide" Target="slides/slide1789.xml"/><Relationship Id="rId1792" Type="http://schemas.openxmlformats.org/officeDocument/2006/relationships/slide" Target="slides/slide1790.xml"/><Relationship Id="rId1793" Type="http://schemas.openxmlformats.org/officeDocument/2006/relationships/slide" Target="slides/slide1791.xml"/><Relationship Id="rId1794" Type="http://schemas.openxmlformats.org/officeDocument/2006/relationships/slide" Target="slides/slide1792.xml"/><Relationship Id="rId1795" Type="http://schemas.openxmlformats.org/officeDocument/2006/relationships/slide" Target="slides/slide1793.xml"/><Relationship Id="rId1796" Type="http://schemas.openxmlformats.org/officeDocument/2006/relationships/slide" Target="slides/slide1794.xml"/><Relationship Id="rId1797" Type="http://schemas.openxmlformats.org/officeDocument/2006/relationships/slide" Target="slides/slide1795.xml"/><Relationship Id="rId1798" Type="http://schemas.openxmlformats.org/officeDocument/2006/relationships/slide" Target="slides/slide1796.xml"/><Relationship Id="rId1799" Type="http://schemas.openxmlformats.org/officeDocument/2006/relationships/slide" Target="slides/slide1797.xml"/><Relationship Id="rId1800" Type="http://schemas.openxmlformats.org/officeDocument/2006/relationships/slide" Target="slides/slide1798.xml"/><Relationship Id="rId1801" Type="http://schemas.openxmlformats.org/officeDocument/2006/relationships/slide" Target="slides/slide1799.xml"/><Relationship Id="rId1802" Type="http://schemas.openxmlformats.org/officeDocument/2006/relationships/slide" Target="slides/slide1800.xml"/><Relationship Id="rId1803" Type="http://schemas.openxmlformats.org/officeDocument/2006/relationships/slide" Target="slides/slide1801.xml"/><Relationship Id="rId1804" Type="http://schemas.openxmlformats.org/officeDocument/2006/relationships/slide" Target="slides/slide1802.xml"/><Relationship Id="rId1805" Type="http://schemas.openxmlformats.org/officeDocument/2006/relationships/slide" Target="slides/slide1803.xml"/><Relationship Id="rId1806" Type="http://schemas.openxmlformats.org/officeDocument/2006/relationships/slide" Target="slides/slide1804.xml"/><Relationship Id="rId1807" Type="http://schemas.openxmlformats.org/officeDocument/2006/relationships/slide" Target="slides/slide1805.xml"/><Relationship Id="rId1808" Type="http://schemas.openxmlformats.org/officeDocument/2006/relationships/slide" Target="slides/slide1806.xml"/><Relationship Id="rId1809" Type="http://schemas.openxmlformats.org/officeDocument/2006/relationships/slide" Target="slides/slide1807.xml"/><Relationship Id="rId1810" Type="http://schemas.openxmlformats.org/officeDocument/2006/relationships/slide" Target="slides/slide1808.xml"/><Relationship Id="rId1811" Type="http://schemas.openxmlformats.org/officeDocument/2006/relationships/slide" Target="slides/slide1809.xml"/><Relationship Id="rId1812" Type="http://schemas.openxmlformats.org/officeDocument/2006/relationships/slide" Target="slides/slide1810.xml"/><Relationship Id="rId1813" Type="http://schemas.openxmlformats.org/officeDocument/2006/relationships/slide" Target="slides/slide1811.xml"/><Relationship Id="rId1814" Type="http://schemas.openxmlformats.org/officeDocument/2006/relationships/slide" Target="slides/slide1812.xml"/><Relationship Id="rId1815" Type="http://schemas.openxmlformats.org/officeDocument/2006/relationships/slide" Target="slides/slide1813.xml"/><Relationship Id="rId1816" Type="http://schemas.openxmlformats.org/officeDocument/2006/relationships/slide" Target="slides/slide1814.xml"/><Relationship Id="rId1817" Type="http://schemas.openxmlformats.org/officeDocument/2006/relationships/slide" Target="slides/slide1815.xml"/><Relationship Id="rId1818" Type="http://schemas.openxmlformats.org/officeDocument/2006/relationships/slide" Target="slides/slide1816.xml"/><Relationship Id="rId1819" Type="http://schemas.openxmlformats.org/officeDocument/2006/relationships/slide" Target="slides/slide1817.xml"/><Relationship Id="rId1820" Type="http://schemas.openxmlformats.org/officeDocument/2006/relationships/slide" Target="slides/slide1818.xml"/><Relationship Id="rId1821" Type="http://schemas.openxmlformats.org/officeDocument/2006/relationships/slide" Target="slides/slide1819.xml"/><Relationship Id="rId1822" Type="http://schemas.openxmlformats.org/officeDocument/2006/relationships/slide" Target="slides/slide1820.xml"/><Relationship Id="rId1823" Type="http://schemas.openxmlformats.org/officeDocument/2006/relationships/slide" Target="slides/slide1821.xml"/><Relationship Id="rId1824" Type="http://schemas.openxmlformats.org/officeDocument/2006/relationships/slide" Target="slides/slide1822.xml"/><Relationship Id="rId1825" Type="http://schemas.openxmlformats.org/officeDocument/2006/relationships/slide" Target="slides/slide1823.xml"/><Relationship Id="rId1826" Type="http://schemas.openxmlformats.org/officeDocument/2006/relationships/slide" Target="slides/slide1824.xml"/><Relationship Id="rId1827" Type="http://schemas.openxmlformats.org/officeDocument/2006/relationships/slide" Target="slides/slide1825.xml"/><Relationship Id="rId1828" Type="http://schemas.openxmlformats.org/officeDocument/2006/relationships/slide" Target="slides/slide1826.xml"/><Relationship Id="rId1829" Type="http://schemas.openxmlformats.org/officeDocument/2006/relationships/slide" Target="slides/slide1827.xml"/><Relationship Id="rId1830" Type="http://schemas.openxmlformats.org/officeDocument/2006/relationships/slide" Target="slides/slide1828.xml"/><Relationship Id="rId1831" Type="http://schemas.openxmlformats.org/officeDocument/2006/relationships/slide" Target="slides/slide1829.xml"/><Relationship Id="rId1832" Type="http://schemas.openxmlformats.org/officeDocument/2006/relationships/slide" Target="slides/slide1830.xml"/><Relationship Id="rId1833" Type="http://schemas.openxmlformats.org/officeDocument/2006/relationships/slide" Target="slides/slide1831.xml"/><Relationship Id="rId1834" Type="http://schemas.openxmlformats.org/officeDocument/2006/relationships/slide" Target="slides/slide1832.xml"/><Relationship Id="rId1835" Type="http://schemas.openxmlformats.org/officeDocument/2006/relationships/slide" Target="slides/slide1833.xml"/><Relationship Id="rId1836" Type="http://schemas.openxmlformats.org/officeDocument/2006/relationships/slide" Target="slides/slide1834.xml"/><Relationship Id="rId1837" Type="http://schemas.openxmlformats.org/officeDocument/2006/relationships/slide" Target="slides/slide1835.xml"/><Relationship Id="rId1838" Type="http://schemas.openxmlformats.org/officeDocument/2006/relationships/slide" Target="slides/slide1836.xml"/><Relationship Id="rId1839" Type="http://schemas.openxmlformats.org/officeDocument/2006/relationships/slide" Target="slides/slide1837.xml"/><Relationship Id="rId1840" Type="http://schemas.openxmlformats.org/officeDocument/2006/relationships/slide" Target="slides/slide1838.xml"/><Relationship Id="rId1841" Type="http://schemas.openxmlformats.org/officeDocument/2006/relationships/slide" Target="slides/slide1839.xml"/><Relationship Id="rId1842" Type="http://schemas.openxmlformats.org/officeDocument/2006/relationships/slide" Target="slides/slide1840.xml"/><Relationship Id="rId1843" Type="http://schemas.openxmlformats.org/officeDocument/2006/relationships/slide" Target="slides/slide1841.xml"/><Relationship Id="rId1844" Type="http://schemas.openxmlformats.org/officeDocument/2006/relationships/slide" Target="slides/slide1842.xml"/><Relationship Id="rId1845" Type="http://schemas.openxmlformats.org/officeDocument/2006/relationships/slide" Target="slides/slide1843.xml"/><Relationship Id="rId1846" Type="http://schemas.openxmlformats.org/officeDocument/2006/relationships/slide" Target="slides/slide1844.xml"/><Relationship Id="rId1847" Type="http://schemas.openxmlformats.org/officeDocument/2006/relationships/slide" Target="slides/slide1845.xml"/><Relationship Id="rId1848" Type="http://schemas.openxmlformats.org/officeDocument/2006/relationships/slide" Target="slides/slide1846.xml"/><Relationship Id="rId1849" Type="http://schemas.openxmlformats.org/officeDocument/2006/relationships/slide" Target="slides/slide1847.xml"/><Relationship Id="rId1850" Type="http://schemas.openxmlformats.org/officeDocument/2006/relationships/slide" Target="slides/slide1848.xml"/><Relationship Id="rId1851" Type="http://schemas.openxmlformats.org/officeDocument/2006/relationships/slide" Target="slides/slide1849.xml"/><Relationship Id="rId1852" Type="http://schemas.openxmlformats.org/officeDocument/2006/relationships/slide" Target="slides/slide1850.xml"/><Relationship Id="rId1853" Type="http://schemas.openxmlformats.org/officeDocument/2006/relationships/slide" Target="slides/slide1851.xml"/><Relationship Id="rId1854" Type="http://schemas.openxmlformats.org/officeDocument/2006/relationships/slide" Target="slides/slide1852.xml"/><Relationship Id="rId1855" Type="http://schemas.openxmlformats.org/officeDocument/2006/relationships/slide" Target="slides/slide1853.xml"/><Relationship Id="rId1856" Type="http://schemas.openxmlformats.org/officeDocument/2006/relationships/slide" Target="slides/slide1854.xml"/><Relationship Id="rId1857" Type="http://schemas.openxmlformats.org/officeDocument/2006/relationships/slide" Target="slides/slide1855.xml"/><Relationship Id="rId1858" Type="http://schemas.openxmlformats.org/officeDocument/2006/relationships/slide" Target="slides/slide1856.xml"/><Relationship Id="rId1859" Type="http://schemas.openxmlformats.org/officeDocument/2006/relationships/slide" Target="slides/slide1857.xml"/><Relationship Id="rId1860" Type="http://schemas.openxmlformats.org/officeDocument/2006/relationships/slide" Target="slides/slide1858.xml"/><Relationship Id="rId1861" Type="http://schemas.openxmlformats.org/officeDocument/2006/relationships/slide" Target="slides/slide1859.xml"/><Relationship Id="rId1862" Type="http://schemas.openxmlformats.org/officeDocument/2006/relationships/slide" Target="slides/slide1860.xml"/><Relationship Id="rId1863" Type="http://schemas.openxmlformats.org/officeDocument/2006/relationships/slide" Target="slides/slide1861.xml"/><Relationship Id="rId1864" Type="http://schemas.openxmlformats.org/officeDocument/2006/relationships/slide" Target="slides/slide1862.xml"/><Relationship Id="rId1865" Type="http://schemas.openxmlformats.org/officeDocument/2006/relationships/slide" Target="slides/slide1863.xml"/><Relationship Id="rId1866" Type="http://schemas.openxmlformats.org/officeDocument/2006/relationships/slide" Target="slides/slide1864.xml"/><Relationship Id="rId1867" Type="http://schemas.openxmlformats.org/officeDocument/2006/relationships/slide" Target="slides/slide1865.xml"/><Relationship Id="rId1868" Type="http://schemas.openxmlformats.org/officeDocument/2006/relationships/slide" Target="slides/slide1866.xml"/><Relationship Id="rId1869" Type="http://schemas.openxmlformats.org/officeDocument/2006/relationships/slide" Target="slides/slide1867.xml"/><Relationship Id="rId1870" Type="http://schemas.openxmlformats.org/officeDocument/2006/relationships/slide" Target="slides/slide1868.xml"/><Relationship Id="rId1871" Type="http://schemas.openxmlformats.org/officeDocument/2006/relationships/slide" Target="slides/slide1869.xml"/><Relationship Id="rId1872" Type="http://schemas.openxmlformats.org/officeDocument/2006/relationships/slide" Target="slides/slide1870.xml"/><Relationship Id="rId1873" Type="http://schemas.openxmlformats.org/officeDocument/2006/relationships/slide" Target="slides/slide1871.xml"/><Relationship Id="rId1874" Type="http://schemas.openxmlformats.org/officeDocument/2006/relationships/slide" Target="slides/slide1872.xml"/><Relationship Id="rId1875" Type="http://schemas.openxmlformats.org/officeDocument/2006/relationships/slide" Target="slides/slide1873.xml"/><Relationship Id="rId1876" Type="http://schemas.openxmlformats.org/officeDocument/2006/relationships/slide" Target="slides/slide1874.xml"/><Relationship Id="rId1877" Type="http://schemas.openxmlformats.org/officeDocument/2006/relationships/slide" Target="slides/slide1875.xml"/><Relationship Id="rId1878" Type="http://schemas.openxmlformats.org/officeDocument/2006/relationships/slide" Target="slides/slide1876.xml"/><Relationship Id="rId1879" Type="http://schemas.openxmlformats.org/officeDocument/2006/relationships/slide" Target="slides/slide1877.xml"/><Relationship Id="rId1880" Type="http://schemas.openxmlformats.org/officeDocument/2006/relationships/slide" Target="slides/slide1878.xml"/><Relationship Id="rId1881" Type="http://schemas.openxmlformats.org/officeDocument/2006/relationships/slide" Target="slides/slide1879.xml"/><Relationship Id="rId1882" Type="http://schemas.openxmlformats.org/officeDocument/2006/relationships/slide" Target="slides/slide1880.xml"/><Relationship Id="rId1883" Type="http://schemas.openxmlformats.org/officeDocument/2006/relationships/slide" Target="slides/slide1881.xml"/><Relationship Id="rId1884" Type="http://schemas.openxmlformats.org/officeDocument/2006/relationships/slide" Target="slides/slide1882.xml"/><Relationship Id="rId1885" Type="http://schemas.openxmlformats.org/officeDocument/2006/relationships/slide" Target="slides/slide1883.xml"/><Relationship Id="rId1886" Type="http://schemas.openxmlformats.org/officeDocument/2006/relationships/slide" Target="slides/slide1884.xml"/><Relationship Id="rId1887" Type="http://schemas.openxmlformats.org/officeDocument/2006/relationships/slide" Target="slides/slide1885.xml"/><Relationship Id="rId1888" Type="http://schemas.openxmlformats.org/officeDocument/2006/relationships/slide" Target="slides/slide1886.xml"/><Relationship Id="rId1889" Type="http://schemas.openxmlformats.org/officeDocument/2006/relationships/slide" Target="slides/slide1887.xml"/><Relationship Id="rId1890" Type="http://schemas.openxmlformats.org/officeDocument/2006/relationships/slide" Target="slides/slide1888.xml"/><Relationship Id="rId1891" Type="http://schemas.openxmlformats.org/officeDocument/2006/relationships/slide" Target="slides/slide1889.xml"/><Relationship Id="rId1892" Type="http://schemas.openxmlformats.org/officeDocument/2006/relationships/slide" Target="slides/slide1890.xml"/><Relationship Id="rId1893" Type="http://schemas.openxmlformats.org/officeDocument/2006/relationships/slide" Target="slides/slide1891.xml"/><Relationship Id="rId1894" Type="http://schemas.openxmlformats.org/officeDocument/2006/relationships/slide" Target="slides/slide1892.xml"/><Relationship Id="rId1895" Type="http://schemas.openxmlformats.org/officeDocument/2006/relationships/slide" Target="slides/slide1893.xml"/><Relationship Id="rId1896" Type="http://schemas.openxmlformats.org/officeDocument/2006/relationships/slide" Target="slides/slide1894.xml"/><Relationship Id="rId1897" Type="http://schemas.openxmlformats.org/officeDocument/2006/relationships/slide" Target="slides/slide1895.xml"/><Relationship Id="rId1898" Type="http://schemas.openxmlformats.org/officeDocument/2006/relationships/slide" Target="slides/slide1896.xml"/><Relationship Id="rId1899" Type="http://schemas.openxmlformats.org/officeDocument/2006/relationships/slide" Target="slides/slide1897.xml"/><Relationship Id="rId1900" Type="http://schemas.openxmlformats.org/officeDocument/2006/relationships/slide" Target="slides/slide1898.xml"/><Relationship Id="rId1901" Type="http://schemas.openxmlformats.org/officeDocument/2006/relationships/slide" Target="slides/slide1899.xml"/><Relationship Id="rId1902" Type="http://schemas.openxmlformats.org/officeDocument/2006/relationships/slide" Target="slides/slide1900.xml"/><Relationship Id="rId1903" Type="http://schemas.openxmlformats.org/officeDocument/2006/relationships/slide" Target="slides/slide1901.xml"/><Relationship Id="rId1904" Type="http://schemas.openxmlformats.org/officeDocument/2006/relationships/slide" Target="slides/slide1902.xml"/><Relationship Id="rId1905" Type="http://schemas.openxmlformats.org/officeDocument/2006/relationships/slide" Target="slides/slide1903.xml"/><Relationship Id="rId1906" Type="http://schemas.openxmlformats.org/officeDocument/2006/relationships/slide" Target="slides/slide1904.xml"/><Relationship Id="rId1907" Type="http://schemas.openxmlformats.org/officeDocument/2006/relationships/slide" Target="slides/slide1905.xml"/><Relationship Id="rId1908" Type="http://schemas.openxmlformats.org/officeDocument/2006/relationships/slide" Target="slides/slide1906.xml"/><Relationship Id="rId1909" Type="http://schemas.openxmlformats.org/officeDocument/2006/relationships/slide" Target="slides/slide1907.xml"/><Relationship Id="rId1910" Type="http://schemas.openxmlformats.org/officeDocument/2006/relationships/slide" Target="slides/slide1908.xml"/><Relationship Id="rId1911" Type="http://schemas.openxmlformats.org/officeDocument/2006/relationships/slide" Target="slides/slide1909.xml"/><Relationship Id="rId1912" Type="http://schemas.openxmlformats.org/officeDocument/2006/relationships/slide" Target="slides/slide1910.xml"/><Relationship Id="rId1913" Type="http://schemas.openxmlformats.org/officeDocument/2006/relationships/slide" Target="slides/slide1911.xml"/><Relationship Id="rId1914" Type="http://schemas.openxmlformats.org/officeDocument/2006/relationships/slide" Target="slides/slide1912.xml"/><Relationship Id="rId1915" Type="http://schemas.openxmlformats.org/officeDocument/2006/relationships/slide" Target="slides/slide1913.xml"/><Relationship Id="rId1916" Type="http://schemas.openxmlformats.org/officeDocument/2006/relationships/slide" Target="slides/slide1914.xml"/><Relationship Id="rId1917" Type="http://schemas.openxmlformats.org/officeDocument/2006/relationships/slide" Target="slides/slide1915.xml"/><Relationship Id="rId1918" Type="http://schemas.openxmlformats.org/officeDocument/2006/relationships/slide" Target="slides/slide1916.xml"/><Relationship Id="rId1919" Type="http://schemas.openxmlformats.org/officeDocument/2006/relationships/slide" Target="slides/slide1917.xml"/><Relationship Id="rId1920" Type="http://schemas.openxmlformats.org/officeDocument/2006/relationships/slide" Target="slides/slide1918.xml"/><Relationship Id="rId1921" Type="http://schemas.openxmlformats.org/officeDocument/2006/relationships/slide" Target="slides/slide1919.xml"/><Relationship Id="rId1922" Type="http://schemas.openxmlformats.org/officeDocument/2006/relationships/slide" Target="slides/slide1920.xml"/><Relationship Id="rId1923" Type="http://schemas.openxmlformats.org/officeDocument/2006/relationships/slide" Target="slides/slide1921.xml"/><Relationship Id="rId1924" Type="http://schemas.openxmlformats.org/officeDocument/2006/relationships/slide" Target="slides/slide1922.xml"/><Relationship Id="rId1925" Type="http://schemas.openxmlformats.org/officeDocument/2006/relationships/slide" Target="slides/slide1923.xml"/><Relationship Id="rId1926" Type="http://schemas.openxmlformats.org/officeDocument/2006/relationships/slide" Target="slides/slide1924.xml"/><Relationship Id="rId1927" Type="http://schemas.openxmlformats.org/officeDocument/2006/relationships/slide" Target="slides/slide1925.xml"/><Relationship Id="rId1928" Type="http://schemas.openxmlformats.org/officeDocument/2006/relationships/slide" Target="slides/slide1926.xml"/><Relationship Id="rId1929" Type="http://schemas.openxmlformats.org/officeDocument/2006/relationships/slide" Target="slides/slide1927.xml"/><Relationship Id="rId1930" Type="http://schemas.openxmlformats.org/officeDocument/2006/relationships/slide" Target="slides/slide1928.xml"/><Relationship Id="rId1931" Type="http://schemas.openxmlformats.org/officeDocument/2006/relationships/slide" Target="slides/slide1929.xml"/><Relationship Id="rId1932" Type="http://schemas.openxmlformats.org/officeDocument/2006/relationships/slide" Target="slides/slide1930.xml"/><Relationship Id="rId1933" Type="http://schemas.openxmlformats.org/officeDocument/2006/relationships/slide" Target="slides/slide1931.xml"/><Relationship Id="rId1934" Type="http://schemas.openxmlformats.org/officeDocument/2006/relationships/slide" Target="slides/slide1932.xml"/><Relationship Id="rId1935" Type="http://schemas.openxmlformats.org/officeDocument/2006/relationships/slide" Target="slides/slide1933.xml"/><Relationship Id="rId1936" Type="http://schemas.openxmlformats.org/officeDocument/2006/relationships/slide" Target="slides/slide1934.xml"/><Relationship Id="rId1937" Type="http://schemas.openxmlformats.org/officeDocument/2006/relationships/slide" Target="slides/slide1935.xml"/><Relationship Id="rId1938" Type="http://schemas.openxmlformats.org/officeDocument/2006/relationships/slide" Target="slides/slide1936.xml"/><Relationship Id="rId1939" Type="http://schemas.openxmlformats.org/officeDocument/2006/relationships/slide" Target="slides/slide1937.xml"/><Relationship Id="rId1940" Type="http://schemas.openxmlformats.org/officeDocument/2006/relationships/slide" Target="slides/slide1938.xml"/><Relationship Id="rId1941" Type="http://schemas.openxmlformats.org/officeDocument/2006/relationships/slide" Target="slides/slide1939.xml"/><Relationship Id="rId1942" Type="http://schemas.openxmlformats.org/officeDocument/2006/relationships/slide" Target="slides/slide1940.xml"/><Relationship Id="rId1943" Type="http://schemas.openxmlformats.org/officeDocument/2006/relationships/slide" Target="slides/slide1941.xml"/><Relationship Id="rId1944" Type="http://schemas.openxmlformats.org/officeDocument/2006/relationships/slide" Target="slides/slide1942.xml"/><Relationship Id="rId1945" Type="http://schemas.openxmlformats.org/officeDocument/2006/relationships/slide" Target="slides/slide1943.xml"/><Relationship Id="rId1946" Type="http://schemas.openxmlformats.org/officeDocument/2006/relationships/slide" Target="slides/slide1944.xml"/><Relationship Id="rId1947" Type="http://schemas.openxmlformats.org/officeDocument/2006/relationships/slide" Target="slides/slide1945.xml"/><Relationship Id="rId1948" Type="http://schemas.openxmlformats.org/officeDocument/2006/relationships/slide" Target="slides/slide1946.xml"/><Relationship Id="rId1949" Type="http://schemas.openxmlformats.org/officeDocument/2006/relationships/slide" Target="slides/slide1947.xml"/><Relationship Id="rId1950" Type="http://schemas.openxmlformats.org/officeDocument/2006/relationships/slide" Target="slides/slide1948.xml"/><Relationship Id="rId1951" Type="http://schemas.openxmlformats.org/officeDocument/2006/relationships/slide" Target="slides/slide1949.xml"/><Relationship Id="rId1952" Type="http://schemas.openxmlformats.org/officeDocument/2006/relationships/slide" Target="slides/slide1950.xml"/><Relationship Id="rId1953" Type="http://schemas.openxmlformats.org/officeDocument/2006/relationships/slide" Target="slides/slide1951.xml"/><Relationship Id="rId1954" Type="http://schemas.openxmlformats.org/officeDocument/2006/relationships/slide" Target="slides/slide1952.xml"/><Relationship Id="rId1955" Type="http://schemas.openxmlformats.org/officeDocument/2006/relationships/slide" Target="slides/slide1953.xml"/><Relationship Id="rId1956" Type="http://schemas.openxmlformats.org/officeDocument/2006/relationships/slide" Target="slides/slide1954.xml"/><Relationship Id="rId1957" Type="http://schemas.openxmlformats.org/officeDocument/2006/relationships/slide" Target="slides/slide1955.xml"/><Relationship Id="rId1958" Type="http://schemas.openxmlformats.org/officeDocument/2006/relationships/slide" Target="slides/slide1956.xml"/><Relationship Id="rId1959" Type="http://schemas.openxmlformats.org/officeDocument/2006/relationships/slide" Target="slides/slide1957.xml"/><Relationship Id="rId1960" Type="http://schemas.openxmlformats.org/officeDocument/2006/relationships/slide" Target="slides/slide1958.xml"/><Relationship Id="rId1961" Type="http://schemas.openxmlformats.org/officeDocument/2006/relationships/slide" Target="slides/slide1959.xml"/><Relationship Id="rId1962" Type="http://schemas.openxmlformats.org/officeDocument/2006/relationships/slide" Target="slides/slide1960.xml"/><Relationship Id="rId1963" Type="http://schemas.openxmlformats.org/officeDocument/2006/relationships/slide" Target="slides/slide1961.xml"/><Relationship Id="rId1964" Type="http://schemas.openxmlformats.org/officeDocument/2006/relationships/slide" Target="slides/slide1962.xml"/><Relationship Id="rId1965" Type="http://schemas.openxmlformats.org/officeDocument/2006/relationships/slide" Target="slides/slide1963.xml"/><Relationship Id="rId1966" Type="http://schemas.openxmlformats.org/officeDocument/2006/relationships/slide" Target="slides/slide1964.xml"/><Relationship Id="rId1967" Type="http://schemas.openxmlformats.org/officeDocument/2006/relationships/slide" Target="slides/slide1965.xml"/><Relationship Id="rId1968" Type="http://schemas.openxmlformats.org/officeDocument/2006/relationships/slide" Target="slides/slide1966.xml"/><Relationship Id="rId1969" Type="http://schemas.openxmlformats.org/officeDocument/2006/relationships/slide" Target="slides/slide1967.xml"/><Relationship Id="rId1970" Type="http://schemas.openxmlformats.org/officeDocument/2006/relationships/slide" Target="slides/slide1968.xml"/><Relationship Id="rId1971" Type="http://schemas.openxmlformats.org/officeDocument/2006/relationships/slide" Target="slides/slide1969.xml"/><Relationship Id="rId1972" Type="http://schemas.openxmlformats.org/officeDocument/2006/relationships/slide" Target="slides/slide1970.xml"/><Relationship Id="rId1973" Type="http://schemas.openxmlformats.org/officeDocument/2006/relationships/slide" Target="slides/slide1971.xml"/><Relationship Id="rId1974" Type="http://schemas.openxmlformats.org/officeDocument/2006/relationships/slide" Target="slides/slide1972.xml"/><Relationship Id="rId1975" Type="http://schemas.openxmlformats.org/officeDocument/2006/relationships/slide" Target="slides/slide1973.xml"/><Relationship Id="rId1976" Type="http://schemas.openxmlformats.org/officeDocument/2006/relationships/slide" Target="slides/slide1974.xml"/><Relationship Id="rId1977" Type="http://schemas.openxmlformats.org/officeDocument/2006/relationships/slide" Target="slides/slide1975.xml"/><Relationship Id="rId1978" Type="http://schemas.openxmlformats.org/officeDocument/2006/relationships/slide" Target="slides/slide1976.xml"/><Relationship Id="rId1979" Type="http://schemas.openxmlformats.org/officeDocument/2006/relationships/slide" Target="slides/slide1977.xml"/><Relationship Id="rId1980" Type="http://schemas.openxmlformats.org/officeDocument/2006/relationships/slide" Target="slides/slide1978.xml"/><Relationship Id="rId1981" Type="http://schemas.openxmlformats.org/officeDocument/2006/relationships/slide" Target="slides/slide1979.xml"/><Relationship Id="rId1982" Type="http://schemas.openxmlformats.org/officeDocument/2006/relationships/slide" Target="slides/slide1980.xml"/><Relationship Id="rId1983" Type="http://schemas.openxmlformats.org/officeDocument/2006/relationships/slide" Target="slides/slide1981.xml"/><Relationship Id="rId1984" Type="http://schemas.openxmlformats.org/officeDocument/2006/relationships/slide" Target="slides/slide1982.xml"/><Relationship Id="rId1985" Type="http://schemas.openxmlformats.org/officeDocument/2006/relationships/slide" Target="slides/slide1983.xml"/><Relationship Id="rId198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5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8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8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6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44400" y="2340000"/>
            <a:ext cx="6167160" cy="2232000"/>
          </a:xfrm>
          <a:prstGeom prst="rect">
            <a:avLst/>
          </a:prstGeom>
          <a:noFill/>
          <a:ln w="0">
            <a:noFill/>
          </a:ln>
        </p:spPr>
        <p:txBody>
          <a:bodyPr lIns="25560" rIns="5040" tIns="25560" bIns="255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Patru cupe - să mă pupe!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Three of spades. Razor blades.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Trosc-pleosc!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Indeed, yes!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Poftim.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Eugen…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Eugene…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Aşa... Intru...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Well… plunk…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adică intri, Eugene?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Plunk what, Eugene?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Conu'mare iar nu-i în formă.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old gentleman's not in form today.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Eugen dragă, dacă te-ai aşezat să joci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noi, trebuie să ştii cum să te porţi.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Eugene! If you're going to play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us, you've got to do it right.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întreb: intri, în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Plunk's all right, but then 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Aşa, pur şi simplu, intru!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just plain plunk!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Doamne, iar a roșit.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God, he’s blushing again.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Poate... „intru în filtru”.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Maybe… ”plunk-plunk”.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Absurd. Domnu' Edek, fii drăguț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suflă-i dumneata ceva.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Certainly not. Why don't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help him out, Eddie?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plăcere, dar la „intru” e greu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găsit o rimă.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plunk? That's a tough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word to work with.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aș propune: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„am cârpit-o și-a pleznit-o”.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about: Scram, Sam.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on the lam.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Perfect. Dar, dă-mi voie, ce va să zică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asta? Cine „a pleznit”?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Splendid. But if you'll excuse my asking,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does it mean? Who's on the lam?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aşa, o vorbă.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what they say, that's all.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fă mofturi.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Domnu' Edek e un cunoscător.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make a fuss.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 Eddie is an expert.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„Am cârpit-o şi-a pleznit-o”. Intru…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what they say, that's all.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vezi, dacă vrei, poţi.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See, with a little effort you can do it too.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Ruşinos, conu'mare…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old gentleman is a bit bashful…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Mulţumesc, dragă domnule Edek.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dumneata nu ştiu ce ne-am face.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you, Eddie dear. I don't know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we would do without you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Eu... mă cam cărăbănesc.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nothing… I'd better be leaving.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Cum? Ce-i asta? Ce ţi-a venit?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acuma, în toiul partidei?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 Why? What's got into you?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Right in the middle of our game?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ziua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afternoon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A, tu erai.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it's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Eu. Ce se petrece aici?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e. What's going on here anyway?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ce?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Jucăm cărţi.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mean?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just having our little game.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Văd. Dar cu cine?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see that. But with whom?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cu cine?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Nu-l recunoşti pe unchiul Eugen?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whom? Don't you recognize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Uncle Eugene any more?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de unchiul Eugen întrebam.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unchiul ne socotim mai târziu.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wasn't asking about Uncle Eugene.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settle with him later.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Individul, dumnealui cine-i?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is this individual?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e timpul să vă salut.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Sărut mânuşiţele, stimată doamnă.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just be running along now: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Madam, the pleasure was mine.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Edek, nu pleca!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Edward! Stay!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Afară!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Out! Out!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ţi-am spus, stimată doamnă,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jucăm azi.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Dear lady, didn't I tell you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shouldn't have played today?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Ea, numai ea e de vină!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n-am vrut!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her fault. Entirely her fault.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didn't even want to play.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spus: afară!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said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 sfinte, iaca plec.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Easy, Aces. I'm going!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V-am rugat de nu ştiu câte ori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mai jucaţi. Mamă!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often have I told you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never to let this happen again? Mom!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Nu! Nu!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No! No!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 da! Şi chiar acuma!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yes, oh yes! And right now too!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vrei de la mine?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want of me anyway?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Ştii bine ce!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very well what I want.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 dragă, ţi-e bunică,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aibi un pic de milă!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Arthur, have you no pity for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own grandmother?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căpătat glas, unchiule?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so you're talking back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again are you, Uncle?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Interesant, interesant!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Interesting, interesting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Eu, nu. Zic doar aşa, că dacă Eugenia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uitat niţel de conveniențe...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at all. I simply wanted to say that even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Eugenia may have forgotten herself a bit.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învăţ eu să mai uite!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pe dumneata am să te învăţ. Milă!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I'll just have to remind her.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too, Uncle. Pity!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vorbeşte de milă!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Ce, vouă vă e milă de mine?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can you talk about pity? Do any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you have any pity for me?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Ce, ea mă înţelege pe mine?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mata, unchiule, o meriţi.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 she ever try to understand me? Uncle,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going to get what's coming to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nu eşti la masa de lucru? De ce nu-ţi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scrii mai departe cronica de familie?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aren't you working?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aren't you writing your memoirs?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scriam de dimineaţă,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 au dat buzna la mine-n odaie...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 write a bit this morning, but then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came barging into my room, and…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Eugen, turnătorule!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Eugene! Traitor!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Lăsaţi-mă odată în pace, toţi!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can't you all just leave me in peace?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şi unchiul o să-şi primească pedeapsa.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ieşi din colivie pînă nu-ţi dau drumul eu!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you've got to be punished too.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sit there until I let you out.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Aşa-i trebuie.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Serves him right.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Lasă, lasă, nici dumneata nu scapi.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catafalc!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think you're going to get off free.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Hup! Up you go!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Iarăşi? Nu vreau!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Again? I don't want to!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Gura!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another word!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Mişto poze!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Terrific!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Mulţumesc, Iudă!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you, Judas!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n-aveai carte.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cards were no good anyway.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Eşti o paiaţă!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Fool!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Gura!  Asta ca să te dezveţi să mai fii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iresponsabilă.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Shut up! This ought to cure you of your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disgusting frivolity.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Chibrituri. Are cineva chibrituri?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Matches! Who's got a match?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te rog, măcar fără lumânări!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least spare me the candles, Arthur.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Linişte. Vreți pedeapsă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mai aspru?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Quiet, or I'll think up something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really grim.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eu!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Extra!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Great pictures!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ce se uită Edek?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he looking 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Manual de anatomie.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Ediţie universitară.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Handbook of anatomy.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University edition.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 Artur studiază medicina?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Mr. Arthur studying medicine?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Trei facultăţi deodată.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Plus filozofia.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studying for three different degrees.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 in philosophy.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Filozofia e şi ea cu poze?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don't illustrate philosophy.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Aş. Fără.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don’t.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Păcat. Mi-ar fi plăcut.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Too bad. It might be good.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Arată-mi şi mie.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 me see!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Culcat!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Lie down!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când te gândeşti, eşti cel mai tânăr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dintre noi. Artur, du-te la mănăstire.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think that you're the youngest one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us all! Why don't you enter a monastery?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Bunico, de ce nu vrei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mă înţelegi?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do you simply refuse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understand me, Grandmother?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nu vrei să-l înțelegi,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Eugenio?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do you refuse to understand him,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Eugenia?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pot să trăiesc într-o asemenea lume!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just can't live in a world like this!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care lume?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faceţi aici?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kind of world?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people doing?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ziua, mamă.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Mother.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 asta, bunica-i iar pe catafalc?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Mama! On the catafalque again?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 că ai venit.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ÎI vezi ce face fiul tău?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good thing you've come Now you can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see for yourself how he treats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fac?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Trebuia s-o sancţionez.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I treat you?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had to be disciplined.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educă.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trying to educate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Bunica întrece măsura.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really goes too far.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Care măsură?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Ştie 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What did she do?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She knows.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de ce, una, două, pe catafalc?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why the catafalque?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Măcar să se gândească la eternitate.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Las-o să stea, o face mai înţeleaptă.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remind her of eternity. Let her lie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and look within.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A, Edek!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Ah, Eddie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Salut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Cum, vă cunoaşteţi?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mean you know each other?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Începe.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we go.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Toată lumea îl cunoaşte pe Edek.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ţi se pare aşa curios?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Everybody knows Eddie.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not?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pierd minţile. Vin acasă -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indivizi suspecţi, debandadă, haos,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 going mad. I come home and what do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find? Laxity, chaos, shady characters,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situaţii echivoce şi culmea,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mama, propria mea mamă...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ambiquous relationships. And on top of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that, it turns out that even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nu, de unde toate astea?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are să se aleagă de noi?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No! No! Why does all this have to happen?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is it all going to end?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vrei să mănânci ceva?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Perhaps you'd like something to eat?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să mănânc vreau.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să fiu stăpân pe situaţie.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Eat? No. All I want is to get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situation under control.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mă culc din când în când cu Edek.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aşa, Edek?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sleep with Eddie from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time to time. Don't I, Eddie?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Ce? A, da, sigur.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 Oh yes. Of course.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expresie puțin blândă.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Somewhat of an understatement.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Ce-ai spus, mamă?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that?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did you say, Mother?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plecat…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aduc imediat ceva de mâncare.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off… I'll get you something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eat right away.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Uitați, este și în culori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at that! And all in color!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Artur… Pot s-o scot?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Arthur… May I take this off now?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te-ai indispus, Artur dragă?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wrong, Arthur?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Da' tare mai 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Christ, this thing is hard!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Înţeleg, povestea cu mama.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understand that this business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your mother.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acord cu tine,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sunt de modă veche...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well understand that.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an old-timer.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 nu-i chiar atât de rău. Suflet bun,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chit că nu pare din cale afară de inteligent.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Eddie's not a bad sort. He has a good heart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 if he doesn't look very bright.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Între noi fie vorba,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cretin sadea...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Between you and me,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not quite all there.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vrei, băiete dragă,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iei viaţa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what can you expect,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dear boy?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cum este... Sau să te opui.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Artur, capul sus.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Life must be taken as it is… or must it?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now, Arthur. Chin up!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 are calităţile lui; de altfel,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dragă doamne...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 has his good points, and after all,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goodness we've got to face up to it: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maică-ta nu mai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ce-a fost odată.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mother isn't quite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she used to be.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S-o fi văzut 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 era tânără, înainte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 te naşte tu.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should have seen her when she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was young, before you were born, of course.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ai de gând cu Edek?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planning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do about Eddie anyway?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fiu sincer, e un tip infect.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Până şi unghiile i-s murdare.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Frankly, he's a thoroughly bad sort.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 fingernails are always so dirty.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sunt convins că 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cărţi, trişează.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I'm convinced that he cheats at cards.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Plescăie când mănâncă,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poartă aici ca la el acasă.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smacks his lips when he eats and he goes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around here as if he owned the place.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nu era Ghenia,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dădeam nici bună ziua.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wouldn'teven shake hands with him if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weren't afraid of offending Eugenia.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Ascultă, nu vreau să-ţi sugerez nimic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eu, în locul tău, i-aș veni de hac.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wouldn't want to influence you, but if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were you, I'd get rid of him.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Ce-ar fi să-i dai un brânci pe scări?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about throwing him down the stairs?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Ah, nu asta importă.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Atunci, măcar una peste bot?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Oh, that wouldn't really solve anything.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Or maybe a left hook right in the face?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Alta-i problema.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not the core of the problem.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Una peste bot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strică niciodată.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a small one right in the face?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couldn't do any harm.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vrei, îl anunţ eu,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îl pregătesc.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it's all right with you,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tell him to get ready for one.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Pot să dau jos colivia, Artur?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Dați-o jos, unchiule, nu contează.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May I take down the cage, Arthur?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Take it off, uncle, it doesn't matter.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 Edek e un caracter integru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foarte cumsecade.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 is simple, yes,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simple and very decent.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viaţa mea n-am văzut un om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dintr-o bucată.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never in all my years met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simpler man.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Ce-i cu băiatul?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Nu ştiu, lemn!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What's wrong with him?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I don't know. He just doesn't react anymore.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tu ce-i tot şuşoteşti la ureche?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whispering in his ear?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Nimic. Poveşti.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viaţa albinelor.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Me? Nothing. I've just been telling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him about the life of the bees.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Micul dejun.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Breakfast is ready.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Mother.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Împrumutaţi-mi până marţi chestia asta.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Nu pot, luni am examen.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Could you let me have this until Tuesday?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I'm afraid not. I've got an exam on Monday.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Păcat, are nişte bucăţele, o nostimadă.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Too bad. Some terrific pictures in here.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Mulțumesc, mamă.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Thanks, mother.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dă-te jos.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Parc-ai fi din Edgar Allan Poe.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Mother, get down off that thing, will you?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look like a character out of Edgar Allen Poe.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Out of 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de....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Şi, în general, nu se mai poartă.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just lik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all so terribly old-fashioned.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el?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what will he say?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cafea.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N-o să spună nimic.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drinking coffee now.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won't say anything.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să cobor, Artur?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Arthur, may I get down?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una!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Amară!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all the same to me.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coffee's bitter.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terminat zahărul.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 mâncat Eugen.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all out of sugar.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Eugene ate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pardon, numai gemul l-am mâncat eu,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zahărul l-a mâncat domnul Edek.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beg your pardon. All I ate was the jam.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Eddie who ate up the sugar.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stinge lumânările.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facem economie.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blow those candles out, will you?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We've got to economize.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a câştigat?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Who's winning?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 Eduard are o şansă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de-a dreptul miraculoasă.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is something positively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unnatural about Edward's good luck.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Edek, tu trişezi?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Eu? Aş!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Eddie, have you been cheating?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Me? Never.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Mi-ai dat cuvântul că azi ai să pierzi.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nevoie de bani pentru coşniţă.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 promised you'd lose today.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need the money for groceries.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Eh, ghinion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Tough luck!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Miroase a cafea. Salve, Edek.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smelled coffee. Hello, Eddie.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domnule.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sir.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Mi-ai promis că ai să dormi până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prânz. După masă, patul e ocupat.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thought this was your day to sleep until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noon. The bed will be occupied after lunch.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pot, mi-a venit o idee nouă.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bea cafea aici? A, Artur, tu?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sleep. A new idea came to me. Who's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drinking coffee anyway? Oh, it's you, Arthur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Măcar încheie-te.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De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Can't you at least button your pajamas?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What for?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„de ce?”; ce înseamnă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„de ce”?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for? What do you mean,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for?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Tocmai, de ce? O întrebare atât de simplă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nu eşti în stare să răspunzi.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mean: What for? Such a simple question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can't find an answer.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Fiindcă... nu se face.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 just doesn't appear like that.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Vezi, afirmaţia ta nu înseamnă nimic, nu rezistă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unei analize intelectuale.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see? Your answer is meaningless.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pure convention.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 afirmaţie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pur convențională.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won't stand up under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scrutiny of the intellect.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nu e de ajuns?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Isn't that enough?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mine, nu.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gândesc mai profund.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at all. Not for me. I'm the kind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man who goes deeper.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e cazul să discutăm,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să căutăm imponderabilităţile.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we're going to discuss this, we've got to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take the imponderables into account.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numele lui Dumnezeu, nu poţi să 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închei, tată, întâi şi pe urmă să discutăm?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Lord, Father, can't you button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fly first and then talk it over?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fi o răsturnare a procesului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gândire.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would be a complete reversal of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logical thought process.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Efectul s-ar situa înaintea cauzei.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effect would precede the cause.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Omul nu trebuie să trăiască inconştient,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bazându-se doar pe simple reflexe mecanice.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Man should never act without thinking,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never act like an automaton.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Deci, nu vrei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închei?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take it then that you will not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button your pajamas.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 De altfel nici nu se poate, fiule.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lipsesc nasturii.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son. Anyway, I can't.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buttons.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da, ar fi trebuit să-mi închipui.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might have expected as much.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Greşeşti. Materia se naşte din spirit,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puțin în cazul ăsta.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at all. In this case at least,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matter springs from the mind.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Tocmai, despre „cazul ăsta”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voiam să discut cu tatăl meu.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precisely what I wanted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talk to you about, Father.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târziu, mai târziu.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aruncă nimeni şandramaua?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Later, boy. Later. Isn't anybody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 going to remove that thing?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Formal n-am nimic contra ei.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 putea chiar spune că îmbogăţeşte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have nothing against it 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purely formal grounds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realitatea,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biciuieşte imaginaţia.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Actually it enriches reality,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stimulates the imagination.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aş putea-o folosi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experimentele mele.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could use the space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my experiments.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loc destul în altă parte.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you've got the whole house.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eu aş prefera să-l luaţi de aici.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 n-ar mai avea cum să mă tortureze.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I'd be glad, too, if you got rid of it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Arthur couldn't torture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Tocmai! În casa asta domnesc inerţia,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entropia, anarhia!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see? What's going on in this house?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Chaos, anarchy, entropy.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a murit bunicul?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long has it been since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Grandfather died?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Acuma zece ani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Ten years!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de atunci nu s-a gândit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nimeni să scoată catafalcul.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all that time nobody's ever thought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riddling the house of that catafalque.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Inimaginabil!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 că l-aţi scos măcar pe bunicul!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Incredible! We should be grateful that you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at least took Grandfather out of the house.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putea fi ţinut.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couldn't keep him any longer.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amănuntele mă interesează.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Principiile!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 interested in the details.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the principle of the thing.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Really?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să vorbim de bunicul!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it's not only Grandfather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 douăzecişicinci de ani de când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m-am născut şi până în ziua de azi,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born twenty-five years ago and my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baby carriage is still standing here.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căruciorul meu de copil e tot aici.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nu în pod? Şi asta ce-i?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isn't it up in the attic?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what's this thing?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Rochia de mireasă a mamei!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Mother's wedding dress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nu în şifonier? Pantalonii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călărie ai unchiului Eugen!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isn't it put away in a closet?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Uncle Eugene's riding breeches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tot aici, când ultimul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cal pe care l-a călărit unchiul a crăpat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they lying around here for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the last horse he ever rode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urmaşi, acum patruzeci de ani?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died forty years ago?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Draga mea.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dear.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 ordine, nicio legătură cu ziua de azi.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bun simţ, nici iniţiativă.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order, no sense of reality,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decency, no initiative.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nu poţi să respiri,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mişti, să trăieşti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can't move in this place,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can't breathe, you can't live!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Edek, scumpule, ce frumos bei tu!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beautifully you drink, Eddie!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Dragul meu, tradiţia mă lasă rece.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Revolta ta e ridicolă.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boy, tradition doesn't interest me 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slightest.Your indignation is absurd.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Ştii singur că nu punem niciun preţ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aceste monumente ale trecutului,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very well we attach no importance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these monuments of the past,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aceste reziduuri ale culturii materiale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familiei noastre.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these relics of family tradition.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că totul e inert.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Trăim slobod.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why everything's lying around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this. We live in freedom.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mi-e cafeaua?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Where's my coffee?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nu, nu, tată, nu mă înţelegi deloc.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despre asta e vorba, nu despre asta!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no, Father, you just don't understand me.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not what bothers me. No, that's not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explică-te, dragul meu.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e cafea?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kindly explain yourself more clearly,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will you, boy? Isn't there any more coffee?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fi.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Poimâine.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there won't be any until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day after tomorrow.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tocmai poimâine?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the day after tomorrow?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eu nu ştitu.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should I know?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n-are decât.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right, Never mind.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Ascultaţi, nu mă interesează tradiţia.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Listen to me! It's not this particular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tradition that bothers 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nu mai există nicio tradiţie,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niciun sistem;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a fact that in this family there’s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frame of reference at all.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cioburi, praf,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lucruri moarte!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that's left is bits and pieces,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fragments, rubbish.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Aţi distrus tot,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continuaţi să distrugeţi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destroyed everything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 go on destroying;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nici măcar nu ştiţi de unde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început distrugerea!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gone on so long you've finally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forgotten why you began in the first place.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Adevărat. Stomil, îţi mai aduci aminte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am lichidat noi doi tradiţia?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right. Stomil, do you still remember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we shattered tradition?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M-ai posedat sub ochii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mamei şi ai tatei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How, in protest against tradition,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gave myself to you with Mummy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premiera lui ”Tannhäuser”,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primul rând de fotolii,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Daddy looking on?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first row of the orchestra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semn de nonconformism.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the opening night of Tannhauser.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fost un scandal imens.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 gorgeous scandal that was!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Unde-s timpurile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toate astea mai epatau?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are the days when people were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still shocked by such things?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vremea aceea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mi-ai propus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then you proposed to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c-a fost mai degrabă la Muzeul Naţional,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vernisajul primei expoziţii a Moderniştilor.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I recall it was at the National Museum's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first avantgarde exhibition.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cronici entuziaste am avut!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critics gave us rave reviews.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la operă. La expoziţie, sau n-ai fost tu,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nu eram 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 It was at the opera. At the exhibition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wasn't you, or maybe it wasn't 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Le-ai încurcat.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getting everything mixed up.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Timpuri de revoltă,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salt în modernism.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days of revolt, the time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great leap forward.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Eliberare din lanţurile vechii arte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ale vechiului mod de viaţă!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Liberation from the fetters of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old art and the old way of life.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Individul, înlătură zeii îmbătrâniţi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şi-şi ridică sieşi un piedestal.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Man coming into his own, man overthrowing the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old gods and putting himself on the pedestal.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Pleznesc carcasele,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rup cătuşele.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seed burst open,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chains snapped.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Răzvrătire şi progres -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iată deviza noastră.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Revolution and release.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was our slogan then.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Spargerea vechilor forme.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Jos convenţiile, trăiască dinamica!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Away with outmoded forms, down with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convention! Long live the dynamic!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Viaţă de creaţie,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mereu în afara graniţelor,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Life as creation, an incessant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striving toward new frontiers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mişcare şi aspiraţii: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dincolo de formă, dincolo de formă!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Movement and struggle!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form transcended!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Stomil, ah, cât de tânăr arăţi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clipa asta. Nu te mai recunosc.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Stomil! You've been drinking at the fountain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youth! I hardly recognize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am fost tineri.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we were young once.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spui, Stomil? N-am îmbătrânit deloc,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pierdut nicio clipă idealurile alea.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mean? We haven't grown any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older. We've never betrayed our ideals.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azi, tot așa,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înainte, înainte!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even now our motto is still: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Forward! Ever forward!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A, da. Desigur. Înainte!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 Yes.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Forward!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Ce, ne-am conformat noi prejudecăţilor?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Convenţiilor care îngrădesc umanitatea?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we have any prejudices?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conventions mean anything to us?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luptăm noi mai departe cu vechea epocă?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ne îngăduim azi orice libertate?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Aren't we still fighting against the old?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Aren't we free?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care epocă?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old 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cu aia.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Nu-ţi aduci aminte?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the old times.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you remember?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Ce, ai şi uitat despre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vorbeam?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tell me you've forgotten what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were just talking about?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Toate cătuşele alea, carcasele osificate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 religiei, societăţii, artei?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those fetters, those rusty chains of religion,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morality, society, art.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Arta mai presus de orice, Stomil, arta!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Especially art, Stomil. Art!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da, sigur.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când a fost asta?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of course.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when was all that actually?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Stai, stai, să fac socoteala, aşteaptă...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Ne-am căsătorit în 1900 şi...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a minute. Let me figure it out.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were married in 1900…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o clipă, nu mă încurca...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 s-a născut în... stai...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just let me thin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 was born i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Suntem tineri, mereu tineri...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young. Eternally young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Tata are dreptate.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Cum dreptate?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Father's right.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What do you mean?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ce-a fost nu mai este.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all dead and gone now. All in the past.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tot?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gone?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Îngrădirile, religie, moral, cătuşele,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carcasele şi aşa mai departe.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shackles, the religion, the morals,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handcuffs, the carcasses and so on!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există nimic, din păcate.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They're all gone now, unfortunately.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păcate? Nu ştii ce vorbeşti!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ai fi trăit vremurile acelea,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Unfortunately? You don't know what you're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saying. If you'd lived in those days,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ţi-ai fi dat seama câte am făcut noi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tine.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you'd know how much we've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done for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Habar n-ai cum era viaţa atunci.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no idea what the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world was like then.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Ştii tu câtă îndrăzneală îţi trebuia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dansezi un tango?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you imagine how much courage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took to dance the tango?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Imaginează că numai puţine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femei erau pierdute.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realize that in those days there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were hardly any fallen women?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se admira pictura naturalist.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the only recognized style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painting was naturalism?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Teatrul burghez?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Oroare!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the theater was utterly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bourgeois? Stifling.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în sufragerie n-aveai voie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ţii coatele pe masă?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couldn't even put your elbows down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the dinner table!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Ţin minte atitudinea tineretului.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Abia după o mie nouă sute…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still remember a youth demonstration.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It wasn't until after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nineteen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…nu mai știu cât,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cei mai îndrăzneţi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…I don’t know when…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most advanced spirits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 început să nu mai cedeze locul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oamenilor în vârstă.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stopped giving up their seats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elderly people.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Noi ne-am câştigat cu greu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aceste drepturi şi dacă tu,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we didn't spare ourselves in our struggle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these rights and if you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astăzi, poţi face cu bunica ce vrei,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datorită nouă.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today can push your grandmother around,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its to us your thanks are due.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nu-ţi dai seama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 ne datorezi.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simply can't imagine how much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owe us.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când te gîndeşti că de asta am luptat,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creăm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think how we struggled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to give you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acest viitor liber pe care tu azi îl disprețuiești.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freedom which you now despise!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ce aţi creat? Spelunca asta în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se respectă nimic fiindcă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did you produce? This bawdyhouse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 nothing works because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permis totul, unde, neexistând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 regulă, nu există nicio încălcare?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everyone can do what he pleases, where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are no laws and no violations?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Există o singură regulă: nu te jena,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 ce ai chef.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 only one law: Don't hesitate,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what you feel like.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Fiecare are dreptul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fericirea personală.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 man is entitled to his own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kind of happiness.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Stomil, am găsit, am găsit!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făcut socoteala. 1968.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Stomil, I've got it!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figured it out! It was 1968.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was?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şi uitat.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forgotten.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Aţi otrăvit cu libertăţile astea şi generaţiile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după voi, şi pe cele dinainte.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poisoned the generations before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after you with your freedom.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Priviţi-o pe bunica. I s-au învălmăşit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toate în cap. Asta nu vă spune nimic?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at Grandmother! She's completely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addled. Haven't you noticed?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Presimţeam eu c-o să se lege iar de mine.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just knew he'd drag me into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Mama e complet normală,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vrei să spui?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nothing wrong with Mama.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mean?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Sigur, pe voi destrăbălarea asta senilă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 şochează.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Naturally you're not shocked by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 senile demoralization.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Cândva a fost şi ea o bunică venerabilă,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respectabilă. Acuma?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Once she was a dignified, self-respecting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grandmother. And now?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Poker cu Edek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she plays poker with Eddie!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Pardon, din când în când,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facem şi câte un bridgiuleţ.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beg your pardon.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also play bridge, you know.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discut cu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mocârţanii.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wasn't talking to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Fiecare are dreptul să aleagă cu cine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ce să discute.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Each has the right to do what he wants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with whomever he chooses.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cei în vârstă.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Old people too.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nu e drept.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 presiune în favoarea imoralității.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not a right. It's a moral obligation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immoral.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mă mir de tine,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concepții învechite ai.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astonish me. Your opinions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so terribly outdated.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vremea noastră, consideram orice formă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conformism ca fiind rușinoasă.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we were your age, we considered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 kind of conformity disgraceful.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Revolta! Doar revolta avea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valoare pentru noi.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Rebellion! Rebellion alone had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 value for us.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fel de valoare?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value?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valoare dinamică,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este întotdeauna pozitivă,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dynamic and therefore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positive value,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și atunci când 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efect negativ.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though sometimes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a negative way.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Crezi că eram niște anarhiști orbi?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așa, Eleonora?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trust you don't think we were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merely blind anarchists?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Right, Eleonora?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același timp, noi mergeam spre viitor,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eram mișcare, proces istoric.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were a column marching off to the future,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movement, a historical process.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Revolta este și ea progres,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fază potențială a progresului.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Rebellion is the rock on which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progress builds its temple.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noi am avut meritul nostru istoric!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Believe me: the scope of our rebellion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was prodigious.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Revolta este stânca pe care progresul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își construiește propria biserică.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greater the scope of the rebellion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grander the temple will be.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cât se extinde revolta pe o suprafață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mare,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larger the area covered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the rebellion,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atât clădirea va fi mai spațioasă.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more spacious the building will be.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poți să mă crezi că noi am pregătit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terenul pe o bucată zdravănă.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believe me, we've prepared the ground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a good chunk of it.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și tatăl meu e adeptul constructivității...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N-ar fi mai bine să fim împreună?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too are trying to do something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constructive, why can't we build together?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vorbă. Mai bine să lămurim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de la început.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Impossible.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Let’s start this over.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doar am dat o evaluare obiectivă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rolului nostru istoric,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 said just now was purely objective.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described our historical role,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independent de intențiile noastre individuale.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said nothing of our intentions.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Noi ne-am urmat întotdeauna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propriul drum. Nu-i așa, Eleonora?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have always pursued our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own inclinations. Haven’t we, Eleonora?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prin faptul că ne opunem la tot ce a fost,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deschidem drumul către viitor.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by opposing everything, we paved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way for the future.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fel de viitor?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future?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nu mă mai privește pe mine, e treaba ta. Treaba mea este să sparg cătușele formei.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not my affair. My job was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shatter existing forms.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rămânem totuși dușmani.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other words, we're still enemies?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Edek! Edek!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Vin, babă.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Eddie, Eddie!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Coming, granny.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devii imediat tragic? E suficient să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nu-ţi mai faci probleme din reguli.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take it so tragically? All you need to do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stop worrying about principles.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eu mă mir, de ce tocmai tu, cel mai tânăr,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vrei cu tot dinadinsul reguli?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wonder why you, the youngest of us all,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should be the one to harp on principles.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Totdeauna a fost invers.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used to be the other way around.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Fiindcă eu îmi încep viaţa.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ce fel de viaţă pornesc?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I'm starting out in the world.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what a world!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întâi s-o creez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am în ce porni.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 want a world,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got to make one.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vrei să fii modern?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Tu, la vârsta ta!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you want to be modern?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your age?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asta e: „să fii modern"!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bunica a îmbătrânit într-o lume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just the point. Be modern.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Even Grandmother has grown old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s-a lepădat de reguli.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this world that has lost its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standards.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îmbătrânit în modernismul vostru!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Toți îmbătrâniți în modernism!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how modern your era is. What's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more, you've grown old in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totuşi, aş îndrăzni să adaug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unele cuceriri...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should like to call your attention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certain achievements,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pildă, dreptul de a purta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pantaloni scurţi... E mai aerat!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instance, the right to wear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short pants…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fresh feel of the breeze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Dumneata taci. Nu vezi că acum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nimic nu e posibil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keep quiet, Uncle.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you realize that,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fiindcă e posibil totul?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everything is possible.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Totul e zadarnic.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whole thing is absurd.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Ce vrei tu în fond, tradiţii?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Vreau ordine în lume...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What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you want then? Tradition?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An orderly world!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Atâta tot?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all?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...plus dreptul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 nu te supune ordinii.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…and the right to rebel.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poftim. Şi eu care tot timpul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încercam să te conving să te revolţi!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it. That's what I've been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telling you all along: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înțelegeți, tată, că m-ați lipsit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ultima mea șansă?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you see that you've deprived 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every last chance to revolt?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Ați fost nonconformiști atât de mult timp,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încât în cele din urmă au căzut și ultimele norme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been nonconformists so long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there aren't any conventions left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împotriva cărora mai puteam să mă revolt.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mi-ați lăsat nimic, absolut nimic.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rebel against. You've left nothing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me nothing!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Lipsa normelor a devenit norma voastră.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only norm is the absence of all norms.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mai pot decât să mă revolt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împotriva voastră.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only thing left for me to rebel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against is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rog, poți să o faci,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îți interzic eu cumva?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 right ahead.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I ever tell you not to?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Hai, Artur, dragule,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arată-le tu lor!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the stuff, Arthur.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You'll show them.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că în sfârşit ai să te calmezi.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ultima vreme eşti atât de nervos.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it would calm you down.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You’re so tense nowadays.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Imposibil!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de ce?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Impossible!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mă revolt împotriva voastră?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cine sunteţi voi?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Rebel against you?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anyway?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masă informă, un hibrid, o lume descompusă,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amorfă, fără o coloană vertebrală.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formless mass, an amorphous blob,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atomized world, a mob without shape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Lumea voastră nici măcar nu mai poate fi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distrusă. S-a destrămat de la sine.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structure. Your world can't even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blown up; it’s disintegraged all by itself.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Vasăzică nu mai suntem buni de nimic?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De nimic.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You mean we're no good for anything?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Exactly.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poate, totuşi, încerci?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couldn't you just try?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 nimic de încercat. Sunteţi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o toleranţă monstruoasă.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nothing to try. It's hopeless.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all so disgustingly tolerant.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Mda, într-adevăr e penibil.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that could be irritating, I suppose.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Totuşi n-aş fi vrut să te simţi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 de părăsit.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Still, I don't like to see you feeling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left out.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crezi că mama n-are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inimă în piept.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mustn't think your mother's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heart is made of stone.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Noi toți te iubim, dragule Artur,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am vrea să facem ceva pentru tine.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all love you, Arthur.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want to help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nimic de făcut.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hopeless.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împingeţi spre un anti-conformism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pe loc devine conformist.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nonconformism you're pushing 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into is only a new kind of conformism.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de altă parte, nu pot respecta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conformismele voastre.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can't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conformist forever.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deja o anumită vârstă.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Colegii râd de mine.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got an age. My friends are all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laughing at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arta, Artur, arta?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what about art, Arthur? Art?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asta voiam să spun şi 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Exactly. You've taken the words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out of my mouth.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artă?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Arta, în general.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Toată viaţa mi-am închinat-o artei.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art in general.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devoted my whole life to art.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Arta e revoltă fără de sfârşit.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încerci şi tu?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 is eternal rebellion.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don't you give it a try?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mă baţi la cap, tată,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să fiu medic!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Father, you bore me.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 to be a doctor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ruşine ca asta în familia noastră!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eu care visasem c-o să fie artist.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disgrace to the whole family! I've always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dreamed of his becoming an artist.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îl purtam în pântec, alergam goală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 pădure şi cântam Bach.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I was carrying him in my womb, I ran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through the woods naked, singing Bach.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Totul, degeaba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for nothing!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Cântai fals, probabil, mamă.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you sang out of tune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Mother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te sfătuiesc să nu-ţi pierzi nădejdea.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Subapreciezi arta.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the same, don't give up hope.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still don't understand the value of art.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mi-a venit ideea unui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nou experiment.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just had an idea for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new experiment.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Eugenia, Edek!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 a găsit ceva nou!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Eugenia, Eddie. Stomil has come up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something new.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Iarăşi?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Again?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mi-a venit azi dimineaţă.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Ceva cu totul original.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 It came to me this morning.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absolutely original.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 ne arată imediat.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aşa, dragă?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You'll put it on right away,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won't you, Stomil?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multă plăcere.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ready.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doamne!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Heaven help us!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Eugen dragă, dă masa la o parte,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 loc.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Eugene, move the table.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Make room.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sunt? Mai întâi a fost un fel de țipăt,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această târâre...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am I? First all that shouting and now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they're moving furniture...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 e ceasul?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time is it anyway?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Ala!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uitat să vă spun: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Ala e la noi de la şase dimineaţa.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forgot to tell you, Ala has been here since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six o'clock this morning.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Ala, te invit la reprezentaţie.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Ala, you're just in time for the show.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n-aţi spus nimic?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ştiam, nu vă lăsam să faceţi gălăgie!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why didn't you tell me? If I'd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known, I'd have kept them quiet.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Edek, la perete!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f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ace to the wall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dormit bine?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sleep well?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şi aşa.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so.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Rămâi mai mult la noi?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long can you stay?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ştiu. Am spus mamei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s-ar putea să nu mă mai întorc.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know. I told Mother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might never go back.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Şi ea, ce-a răspuns?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Nimic. Nu era acasă.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And what did she say?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Nothing. She wasn't there.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Atunci, cum puteai să-i spui?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how could you tell 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poate nu i-am spus.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Nu-mi aduc aminte.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I didn't.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remember.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Ai uitat?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E mult de atunci.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You've forgotten?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It was so long ago.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Vrei micul dejun?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Adevărat, cafea nu mai este.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about some breakfast?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Oh! We're out of coffee.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dai voie să mă aşez lângă tine?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MayI sit beside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rog.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not?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Arăţi bine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râzi?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very lovely.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laughing about?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Eu? Ți s-a părut.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Dar râdeai!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Me? Laughing? I'm not laughing.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But you were.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căuta motive să te cerţi cu mine!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trying to pick a fight?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M-am gândit destul de des la tine!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Şi?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I've been thinking about you a lot, Ala.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Go 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Deseori îmi închipuiam că te întâlnesc.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Şi?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I thought about meeting you!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Go 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Ca să stăm unul lângă altul... 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Şi?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And sitting down beside yo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Go 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–... că discutam.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-Şi... şi?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talking with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-Go 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–... despre una, despre alta...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Şi?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one thing and another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Go 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Despre tot felul de lucruri!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Şi! Şi!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About different kinds of things.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Go on! Go on!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Vrei să te căsătorești cu mine?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Şi?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Would you marry me?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Go 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cu tine?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wrong with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urma urmei, ce vrei?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want anyway?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Toţi îmi pun aceeaşi întrebare.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what they all keep asking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Bine. Nici nu ţin să te întreb.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Never mind. I don't need to know.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Luaţi loc, vă rog.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Luaţi loc!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Kindly take your seats.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ake your seats.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Edek, încotro?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Eddie, where are you going?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moment, voiam să...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 back in a minute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Vino imediat încoace!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stay right here!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Ala, ce faceţi acolo?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Poftiţi încoace!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Arthur, Ala, what are you doing?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waiting for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Experiment teatral.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e obsesia tatălui meu.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Experimental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theatre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father’s obsession.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Domnilor şi doamnelor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iată eroii dramei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: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Adam şi Eva în paradis!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Ladies and gentlemen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heroes of the play: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Adam and Eve in paradise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Asta a mai fost!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Când?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We've had that.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When?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începutul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lumii.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the beginning of the world.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 versiunea veche.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mea e nouă.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was the old version.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a new one.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şarpele?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Where's the snake?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Ssst!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Shhh!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Şarpele îl avem în memorie.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Toţi cunoaştem povestea.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snake is in our imagination.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all know the story.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Atenţie, gong!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Attention! Here we go!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deci Adam, şi sunt în rai.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Adam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in Paradise.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Posibile-s toate, neîngrădite, vaste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before me lies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world of possibilities.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iată că începe: din ale mele coaste </a:t>
            </a:r>
            <a:br>
              <a:rPr sz="2400"/>
            </a:b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naşte Eva.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now it starts. From Adam's bone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 steps upon the earth.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ea ce naşte oare? O, soartă!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eşti răspunsul la întrebare!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what will shegive birth? Destiny,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'tis known to you alone.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Adam fu primul,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n-ar fi fost cu putinţă.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Adam was first, but he did not exist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until I also came to be.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n-aş fi fost. Azi umblă mândru, drept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nu-nţelege oare, el care-i înţelept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walks so proudly still. Doesn't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poor man see for all his intellection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cea mai bună stare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cea de ne-fiinţă?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there is no perfection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Except in what is not?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Unde-i întunecimea,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soarele-i pe cer?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does the darkness go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the sun comes out?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spui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 Nu-i rău, nu-i așa?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what do you say? Not bad, eh?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Stomil, vai, cum m-ai speriat!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Stomil, you frightened us so!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Orice experiment trebuie să sperie.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Principiul meu fundamental.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 experiment must shock.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hat's my first principle.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numai asta ai vrut,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reuşit din plin. Îmi bate inima.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that's what you were after, it was 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success all right. My heart's still pounding.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ai făcut, Stomil?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did you do it, Stomil?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declanșat siguranța </a:t>
            </a:r>
            <a:br>
              <a:rPr sz="2400"/>
            </a:b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am tras cu revolverul.</a:t>
            </a:r>
            <a:br>
              <a:rPr sz="2400"/>
            </a:b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blew the fuse </a:t>
            </a:r>
            <a:br>
              <a:rPr sz="2400"/>
            </a:b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fired the revolver.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Extraordinar!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 extraordinar în asta?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Marvelous!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What’s marvelous in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înţelegi?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Deloc.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you understand?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I don' 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Nu-l lua în seamă; Eugen a fost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întotdeauna cam puţintel la minte.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mind him, Stomil.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Eugene has always been slow.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tu, Eugenia?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about you, Eugenia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Huh?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Bunic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te întreb dacă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înţeles experimentul?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understand the experiment, 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Grandmother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surzit-o.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has made her deaf.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mir.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doesn't surprise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Să-ţi explic: înainte de a acţiona,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creăm direct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 me explain.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shock method creates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unitatea momentului acţiunii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 percepţiei. Clar?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immediate unity of action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perception. See?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şi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Cum, ei şi?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but…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but 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legătură are asta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Adam şi Eva?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what's that got to do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Adam and Eve?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Eugen, concentrează-te!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Eugene, do try to concentrate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vorba despre fenomenul teatral.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Dinamica faptului senzorial.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we are dealing with here is a theatrical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phenomenon, the dynamics of perception.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Evidențiez dinamica faptului sexual.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tine n-a avut efect?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highlight the dynamics of the sexual fact.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means something to you, doesn't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fiu sincer, nu prea.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Frankly, I don't think it does.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pot!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give up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Doamne! Dacă n-o să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experimentezi tu, cine are s-o facă?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God! Who's going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experiment if you lose heart?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Faliment, domnilor!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flop, friends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Prefer la cinema!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prefer the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movies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ce urmează?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now what should we do?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Ieşiţi. Ieşiţi afară toţi!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Clear out! All of you. Out!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asta ce mai 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got into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Afară! Să nu vă mai văd aici!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of you! I can't bear the sight of you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te porţi cu propriul tău tată?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that a way to treat your own father?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 fost tată. Nu mai e!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Tatăl am să mi-l fac eu!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used to have a father. Not anymore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have to make myself a father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Tu? Pe mine?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You? You make me?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tine şi pe voi toţi.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creez din nou.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and the whole lot of you.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going to make you all over.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acuma, afară. Ieșiți imediat, toţi!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now get out. This minute!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Îşi permite prea mult.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boy's going just a bit too far.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Nu-l lua în serios,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Slavă Domnului, ne-am luminat.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Never mind, Stomil. Thank God,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enlightened.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plec?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think I should really go?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Haidem. În afara experimentelor tale,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te mai interesează?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not? You're not really interested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anything but your experiments.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Arta! Arta modernă! Daţi-mi-l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dumnezeu şi-l fac experiment!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Ah yes, art! Modern art! Give me God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I'll make an experiment out of Him.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vezi...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see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fară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 out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Mergem?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Cărţile!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forget the cards!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Domnu' Artur, dacă ai nevoie de ceva...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Arthur, If you need anything…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Afară!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 out!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dreptate, Artur. Între noi fie vorba, sunt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nişte oameni de cea mai proastă condiţie.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absolutely right, Arthur. Between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me, they're a bad lot.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Pleacă şi dumneata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too. Out!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sigur că da, plec, plec.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Certainly. Certainly. I'm going.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singur lucru vreau să-ţi spun: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mine poţi conta!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only wanted to tell you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 count on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ce te referi?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mean?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refer, nu mă refer, tu fă cum crezi.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Never mind. Just do what you think right.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ţine minte, mai pot fi de folos.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m-am prostit, ca dânşii.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remember. I can be useful to you.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 as far gone as the rest of them.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sunt un copil din ziua de azi.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an old-timer.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regulă. 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sunt un copil din ziua de azi.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an old-timer.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Lăsați-mă singur, domnule.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now leave me alone, will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Reformă.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Reform.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Renaştere.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Rebirth.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îți voi explica totul.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I'll explain everything.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vrei să spui?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want to say?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Psst, mai încet...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Shh… quiet.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Psst...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Hai, chiar crezi că le pasă de noi?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think they care what we do.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dacă am face nu știu ce,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nu i-ar interesa.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could climb up the walls and sleep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the ceiling for all they care.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Ce-ai pățit?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wrong?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 m-a ciupit de două ori azi.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 pinched me twice today.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Ticălos.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tatăl tău!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rotte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e's your father!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Mulțumesc că mi-ai atras atenția.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 for reminding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că vorbești despre el ca un bătrânel.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Azi nimeni nu mai vorbește așa despre tatăl lui.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sounds so old-fashioned, nobody calls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 father a rotter nowadays.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cum ar trebui?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Nu-l bagă nimeni în seamă.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call him then?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Nothing. You just ignore him.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Aha, deci am greșit.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I was mistaken.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Faptul că sunteți rude e treaba voastră.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 e chiar simpatic.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it's your headache that he's your father.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Personally, I think he's great.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artist.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ce-i rău în asta?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artist!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wrong with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Artiștii – sunt molima, infecția.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au început să descompună epoca noastră.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Artists are a plague. They were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first to contaminate our society.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Pff, mare lucru. Deci, ce vrei? Mi-e frig.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aproape goală.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who cares? What did you want me for?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cold in here. I'm practically naked.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observat?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Hadn't you noticed?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Te-ai gândit la ce te-am întrebat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azi dimineaţă? Eşti de acord?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what do you say?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thought it over?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mă mărit cu tine? Ţi-am mai spus.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văd de ce-i necesar.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mean will I marry you? But I've already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told you. I don't see the point.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Aşadar, nu eşti de acord?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mean the answer is no?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Zău, nu pricep de ce atâta tapaj.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do you get so worked up about it?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rog, dacă ţii neapărat putem să 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căsătorim şi mâine.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mean--I don't care--if it means so much to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you, we can get married tomorrow.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Oricum, tot suntem rude.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already cousins.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eu vreau să nu-ţi fie indiferent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te măriţi cu mine sau nu.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want you to care!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să-ţi dai seama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e un lucru important.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 you to realize that marriage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something very important.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important? După mine,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da, poate nu.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Important?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 I don't get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că, dacă voi avea un copil,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va fi al preotului, ci al tău.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I'm going to have a baby it'll be with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you, not with the minister.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te agiți așa?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what's the problem?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Bine. Dacă lucrul în sine nu e important,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să-l fac eu să devină.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if it's not important in itself, then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we've got to make it important.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for?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Plăcerea o avem din folos, iar folosul,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a obţine un lucru care e mai de preţ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derive pleasure from profit and we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profit from doing things we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decât altele, adică mai dificil,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neobișnuit, mai valoros.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attach importance to--difficult things, the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unusual things that seem rare and precious.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deci să creăm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sistem de valori.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that's why we have to create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system of values.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de ce? Filozofia mă plictiseşte.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bine cu Stomil.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Philosophy bores me.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think I prefer Stomil.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 se pare numai că e plictiseală.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te rog, acoperă-ţi piciorul.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only think that.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Kindly remove that leg.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Nu-ţi place?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don't like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nu are legătură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subiectul nostru.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has nothing whatsoever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do with the subject.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Nu-ţi place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2400"/>
            </a:b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you like it?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altfel, scoate-ți piciorul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 vrei, te rog, poftim.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all right,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show your leg if you want to.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tu îmi dai dreptate –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piciorul tău.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Anyway, your leg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proves my point.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piciorul meu?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leg?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 Mă rog, etalează-ţi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gambele cât vrei, n-ai decât.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 Do you know why you're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showing your leg?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 le expui pentru că, spre deosebire de tatăl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meu, artistul, eu nu mă năpustesc asupra ta.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I don't leap all over you like my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artist father and everybody else does.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îţi dă o stare de nesiguranţă.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Încă de înainte, când ai rămas între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worries you. You were pretty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bewildered this morning when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patru ochi cu mine, te neliniştea ceva.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închipuiai că ştii ce vreau de la tine.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were all alone. You thought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knew what I wanted from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adevărat.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not true.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Aha, nu-i adevărat? Crezi poate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n-am băgat de seamă?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true? Ha. You think I didn't see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upset you were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în loc să te trântesc în pat,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ţi-am propus să ne căsătorim,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I proposed marriage instead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just picking you up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simţit că păşeşti pe teren nesigur.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throwing you down on the bed?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durea capul.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had a headache.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Capul, capul. Dar pe de altă parte,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ştiai ce să crezi.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Headache? Go on. You just couldn't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figure out what was going 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Eşti îngrijorată pentru farmecele tale.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hat you must be losing your charms.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fi fericită dacă barem aş încerca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mă port ca tata. Te-ai linişti imediat.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 suddenly started acting like my father,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would be a relief, wouldn't it?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Deşi, fără doar şi poate,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mă pedepseşti, ai fugi.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 Except you'd run away,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to get even with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şi fugit.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running all right.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Stai, n-am terminat.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Sit down. I haven't finished yet.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gândeai numai la farmecele tale.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primitivism!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you care about is your sex appeal.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so primitive.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nimic altceva nu eşti capabilă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în acelaşi timp, nici nu cunoşti altceva.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can't think about anything else.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don't know anything else!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consideri o gâscă?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suggesting that I'm backward?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 supăra.</a:t>
            </a:r>
            <a:br>
              <a:rPr sz="2400"/>
            </a:b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Poftim?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be angry.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ţi-e prea cald cu pătura?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Aren't you too warm in that blanket?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Melonul e al unchiului Eugen.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Nu-ţi vine bine deloc.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Uncle Eugene's hat doesn't look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very good on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N-are decât.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care.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reguli precise, nu putem realiza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armonia individuală,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Without the right kind of values we can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never hope to create a harmonious world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echilibrul elementelor denumite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îndeobşte răul şi binele.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establish the necessary balance between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those elements commonly termed good and evil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sensul cel mai larg, bineînţeles,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nu numai din punct de vedere moral.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--though of course I use these words in their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larger rather than strictly ethical sense.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asta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primo: trebuie redată noţiunilor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respective semnificaţia practică.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must, one, restore the practical relevance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these concepts and,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Secundo...</a:t>
            </a:r>
            <a:br>
              <a:rPr sz="2400"/>
            </a:b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creez regulile acțiunii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Secundo… </a:t>
            </a:r>
            <a:br>
              <a:rPr sz="2400"/>
            </a:b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to create the rules of action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ce faci?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Arthur, what are you doing?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Oh, scuzaţi!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do excuse me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Edek, ce cauţi aici?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Eddie, what are you doing here?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duceam la bucătărie să beau apă.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Pardon, nu văzusem că vă conversaţi.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just going to the kitchen for water,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pardon, I didn't know you were conversing.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Apă? Ce apă?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Mi-e sete, stimate domn.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Water? Water? What for?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I'm thirsty, sir.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toiul nopţii?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this hour?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middle of the night?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vă deranjează,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să nu beau.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that's the way you feel about it,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go without.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Bea şi cară-te!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Drink and get out!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doriţi.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you wish.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Poftim?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sir?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Bucătăria e la dreapta.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Imposibil!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kitchen is on the right.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Impossible.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Sper că la mine-n casă ştiu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unde-i bucătăria!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believe I know where the kitchen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in my own house.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ziua de azi,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nimic nu e sigur.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just can't be sure of anything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these days.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Tâmpitul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trebui să-l lichidez.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idiot! I'll have to take care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him once and for all.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mine ai lichidat?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finished taking care of me?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Totul, din cauza lui!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all his fault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cauza lui voiai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să-mi suceşti braţul?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suppose it was his fault you nearly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twisted my arm off.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doare tare?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 it hurt very much?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Ce-ţi pasă?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care?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Unde, în ce loc?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does it hurt?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pare rău.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 şi aici...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terribly sorry.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…and here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Zău, n-am vrut.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…şi aici...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Really, I didn't mean to.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…and here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Iartă-mă, n-am vrut...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Forgive me. I didn't mean to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Ţi-ai dat arama pe faţă; o brută ordinară.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Întâi filozofie, pe urmă, ştim noi ce.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you've shown what you really are a brute.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First a lot of talk and then the usual.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Ah, noi, bietele femei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Oare e vina noastră că avem un trup?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poor women!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it our fault we have bodies?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am putea să-l lăsăm undeva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păstrare, ca la garderobă...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we could only check them somewhere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a hat or a coat.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măcar am fi în siguranță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atacurile unor v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ăruri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maybe we'd be safe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out sweet-talking cousins.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Recunosc, nu m-aș fi așteptat la asta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partea ta. Tu, cu intelectul tău...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Frankly, I'm surprised.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with your noble ideals.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fapt, eu...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really, I…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N-o întoarce! Ce, crezi că eu nu simt nevoia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discut lucruri serioase?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excuses! You don't think I like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good conversation too?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liniştit, fără să mă tem că filozofii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se repeadă la picioarele mele.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Calmly, without worrying that philosophers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will come crawling to my feet.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gata. Despre ce vorbeam? Te-ai întrerupt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unde devenise mai interesant.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never mind. What were we talking about?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just beginning to be interesting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Asta-i bună! Crezi într-adevăr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c-am vrut să te violez?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seriously think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wanted to rape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Cum, nu?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Didn't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gând.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vrut doar să-ţi dau o lecţie.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Certainly not.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only teaching you a lesson.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Mulţumesc. O cunoşteam.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Thanks. I know that subject.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Iar n-ai în minte decât un singur lucru,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unul şi acelaşi. Spune, de ce te-ai apărat?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 only think about one thing.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why did you resist?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Eşti indecent.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vulgar.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Raţiunea nu cunoaşte decenţă.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Science knows no shame.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de ce te-ai legat de mine?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M-am sacrificat.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why did you attack me?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sacrificing myself.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m-am sacrificat. Voiam în felul ăsta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să-ţi expun într-o formă mai accesibilă unele idei.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sacrificing myself in my effort to make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certain things clear to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fel de exerciţii practice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pragmatica sexului.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a pure exercise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sexual pragmatics.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Porcul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Şi încă unul ştiinţific!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 aia pragmatică.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Pig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Scientific pig! Pragmatics?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is it anyway?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 asta, o nouă perversitate?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new kind of perversion?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 nimic nou.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Femeile vor merge cu mine.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nothing new about it.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Women will follow 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femei?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women?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Toate. Femeile din lumea întreagă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vor fi aliatele mele.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women. Women throughout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world will be my allies.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femeile trebuie începută agitaţia;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clipa când ele vor înţelege,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once the women are convinced,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bărbaţii nu vor mai avea de ales.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men will soon come around.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femei? Le cunosc? Dar, la urma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urmei, fă ce vrei cu ele. Nici nu-mi pasă.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women? Anybody I know? Anyway,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what you like with them. I don't care.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Ascultă. Istoria lumii e istoria dominaţiei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exercitate brutal asupra femeilor,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Look. The central fact of history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the total enslavement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copiilor şi a artiştilor.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women, children and artists by men.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Credeam că artiştii ţi-s antipatici.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thought you didn't approve of artists.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e o altă poveste. Bărbații nu-i iubesc pe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artiști, pentru că artiștii nu sunt bărbați.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beside the point. Men don't like artists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that artists aren't men.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asta i-a apropiat mereu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femei, din păcate.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that’s exactly what has always brought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them closer to women—unfortunately.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sunt străine onoarea, logica și ideea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progres –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are generally unfamiliar with concepts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like honor, logic, and progress—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toate acele lucruri inventate de bărbați.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everything men have invented.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Partea masculină a umanității a realizat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abia foarte târziu, și cu mari dificultăți,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male half of humanity only realized,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only after great effort and much delay,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în lume există ambiguitate, relativitate,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uitare. Și iluzie trecătoare.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ambiguity, relativity, and oblivion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also exist. As well as fleeting illusions.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Toate acestea sunt exact opusul a ceea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bărbatul, cu craniul său dur de boxer,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of this stands in stark contrast to what man,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his hardened boxer’s skull,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conceput de la început, a scris pe steagul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său și a încercat timp de secole să impună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imagined at the dawn of time, what he wrote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his banners, and tried for centuries to force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femeilor, copiilor și artiștilor: a inventat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lume după chipul și asemănarea lui.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upon women, children, and artists. He created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world in his own image and likeness.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 de mirare că, de cealaltă parte,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instinct natural de autoconservare,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result was that, in self defense, women,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children and artists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format comunitatea femeilor,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copiilor și artiștilor…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closed ranks to form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single community...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Scuze. Ce tot face?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Sorry. What’s he doing?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se spală?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he's washing.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El? Exclus.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am rămas?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Him? Not likely!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Let's get back to the subject.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 cred. Ştiu ce urmăreşti.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mine nu mă duci.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just don't believe you. I see what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getting at. You can't fool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numai atât; să înţelegi în ce constau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interesele tale de femeie.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simply trying to make you aware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your own interests as a woman.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să te fac lucidă.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 to enlighten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Aha, asta înseamnă probabil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e timpul să mă dezbrac.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does that mean?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want me to strip?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fii plicticoasă.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ai să te convingi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don't be tedious. Once you've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finally come to see that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interesele sunt comune,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vei deveni aliata mea.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interests coincide,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you'll be willing to work with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ce visează bărbaţii? La înlăturarea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convenţiilor pe tărâm erotic. Ce-i irită?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men want? They want to abolish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conventions relating to sex. And why?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Faptul că e interzis să depăşeşti calea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mijloc între dorinţă şi împlinirea ei.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make life easier for them, to do away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all barriers between desire and satisfaction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calea de mijloc îi irită.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the in-between that annoys them.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Adevărat. De aceea, una, două,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năpustesc ca animalele.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true. They throw themselves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us like animals.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Adineaori am avut cea mai bună dovadă.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just experienced it myself.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individ, sunt supus impulsurilor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naturale, nu neg.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deny that as an individual I'm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subject to natural drives.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ţelul meu e mai înalt.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have a higher goal.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general vorbesc. Profitând de criza generală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convenţiilor, bărbaţii au făcut totul pentru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Generally speaking, men have done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everything they could to do away with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scăpa complet de ele,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puţin pe tărâm erotic.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last remaining rules governing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sexual behavior.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eu nu cred că femeile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de acord, aşa, total, fără rezerve.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believe that women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really like it,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pe asta îmi bazez planul.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that's the basis of my plan.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sunt de acord.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Minţi. Nu se poate.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like it fine.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a lie. You can’t.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 uite că da. Îmi place. Aş putea să fac orice,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nimic nu mi-ar fi interzis.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 like it. It means I'm free,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do as I please.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Na, de pildă să mă dezbrac.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interzici tu?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instance, if I take my clothes off right now,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can you do about it?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Astâmpără-te, vorbim serios!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Stop it. This is a serious discussion.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 Cine nu-mi dă voie? Tu? Sau mama?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domnul dumnezeu? Ei, spune, cine?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should I? Who's going to stop me?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You? My mother? God?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Îmbracă-te imediat!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Cover yourself this minute!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prin gând nu-mi trece.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will not.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A, domnul Edek, pofteşte te rog!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hi, Eddie. Come on in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Ieşi, că te omor.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 out or I'll kill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scuzați, am crezut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stați de vorbă numai.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Sorry, I thought you’re only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having a conversation.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dezbraci în faţa unui asemenea animal...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ţi-e ruşine?!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Taking your clothes off in front of this…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no shame?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N-o fi băiat subţire,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are ochi frumoşi.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may not be very cultured,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he has marvellous eyes.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Ochişorii ăia libidinoşi, de mistreţ?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Eyes like a pig.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Mie-mi plac.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ÎI omor!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like them.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kill him.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Eşti gelos?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Deloc!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jealous?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Întâi brutal, pe urmă gelos.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şade bine.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First he's brutal. Then he's jealous.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ought to be ashamed of yourself.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Dezbracă-te! De ce nu te dezbraci?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te mai împiedic.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 on then. Undress!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 stopping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Acuma nu mai am chef 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feel like it anymore.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rog, nu te jena.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M-am răzgândit.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Suit yourself.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changed my mind.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vrei? Atunci spune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nu vrei,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you don't. Tell me,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don't you want to anymore!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nici înainte nu voiai?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me why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wanted to before.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Doamne, dar e un fel de maniac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God, what a lunatic!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Răspunde!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me!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să răspund?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ştiu, şi gata.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should I say?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know,I just don't know.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Bine. Tu doar te prefaci că te simți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 în destrăbălare,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Good. It's because you only pretend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like all this absence of rules,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 lipsa oricăror convenţii,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desfrânarea asta?!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debauchery,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promiscuity.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Eu, mă prefac?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 only pretend, do I?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încă cum. De fapt, nu-ți place pentru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nu-ți este favorabil.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course. You really hate it, because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not to your advantage.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Această lipsă de stil la modă te privează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posibilitatea alegerii.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lack of forms and norms cuts down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freedom of choice.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poți decât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dezbraci sau să te îmbraci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nothing left for you to do but take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off your clothes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nu ai altă opțiune.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put them back on again.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adevărat.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de ce te împotrivești?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not true.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why this sudden modesty?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Vorbești logic, deși chiar tu ai spus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logica e o prostie.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you're being logical. You just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said that logic was nonsense.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spus asta?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said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Sigur că da, chiar adineauri.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auzit bine.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only a minute ago.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heard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înțeles greșit.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must have heard wrong.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vorbă. Am auzit clar.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heard you quite clearly.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contează. Esențial e că nu te cred.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are cum să-ți placă...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Doesn’t matter. But I still don't believe you.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convinced that the convention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convenția asta anticonvențională.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tu ai ales-o.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unconventionality goes against your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grain. You didn't make it up.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cine?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did then?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Noi, bărbații. Tu doar o poți juca.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ai de ales.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We, men! You only pretend to like it.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now you're stuck with it,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Nimeni nu recunoaște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plăcere că este condus de alții.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nobody likes to admit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just following the herd.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Ascultă-mă. La urma urmei,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pot să cred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Come on.  I simply refuse to believe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you want to go to bed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vrei toţi bărbaţii din lume.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every man in the world.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rog, poate din cei mai buni ţi-ai alege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Let’s say you choose for yourself the best—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sută, două sute,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zece mii, un milion.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 hundred, two hundred,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ten thousand, a million, perhaps.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chiar toţi, sigur că nu. Să le placi tuturor,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bineînţeles, e altă poveste, dar asta,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But certainly not all of them. You want to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desired by everyone, yes, of course—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ca să ai de unde alege.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different. But you want that so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 exercise the power to choose.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ce altă posibilitate de preselecţie i se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oferă femeii dacă nu o convenţie. Spune, care?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outside of convention, what real power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selection does a woman have? 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independentă. Ştiu ce vreau.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slabă de la natură.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free. I know exactly what I want.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you're weak by nature.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Oricât de mult nu ai vrea să cedezi în </a:t>
            </a:r>
            <a:br>
              <a:rPr sz="2400"/>
            </a:b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fața mea,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Edek nu ar fi venit, </a:t>
            </a:r>
            <a:br>
              <a:rPr sz="2400"/>
            </a:b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much as you don't want to give in </a:t>
            </a:r>
            <a:br>
              <a:rPr sz="2400"/>
            </a:b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me, if Edek hadn't come in,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ai fi avut scăpare. </a:t>
            </a:r>
            <a:br>
              <a:rPr sz="2400"/>
            </a:b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sunt mai puternic decât tine.</a:t>
            </a:r>
            <a:br>
              <a:rPr sz="2400"/>
            </a:b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would have had no escape.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stronger than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înscriu la Judo.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could always take up judo.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Vorbesc metaforic! Oare femeile nu-s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stare să priceapă o generalizare?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a metaphor. Can't you women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 understand a general idea?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Azi se înscriu la Judo o mulţime de femei.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Ah, cum aş vrea să-mi ceri îndurare!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Lots of girls study judo.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I'd have you begging for mercy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Foarte bine. Treptat, treptat, recunoşti tot.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de ce la Judo?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Excellent. You're getting there.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does it have to be judo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ajuns câteva convenţii bine gândite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puse la punct.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conventions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quite effective?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Poftim, îngenunchez aici, la picioarele tale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podea, cu un buchet de flori în mână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I'd be kneeling at your feet with a bouquet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my hand begging you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şi-ţi cer îndurare,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umbră de speranţă.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take pity on me, to grant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 a ray of hope.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tu, fără nici cel mai mic efort,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să ţi se deranjeze coafura, ca la Judo,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Behind a solid wall of conventions,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without any wrestling,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joci cu puterea ta,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dincolo de zidul convenţiei.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without even getting your hair mussed,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you'd have me at your mercy.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mai simplu decât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înscrii la Judo?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Wouldn't that be better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 judo?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Zău? îngenunchezi tu?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Really? Down on your knees?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-Atunci, îngenunchează.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-Cum?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-Okay. Go ahead.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genunchi.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Imposibil.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Down on your knees.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Impossible.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Fiindcă nu există convenţia despre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care-ţi vorbeam.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there are no conventions left.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do you see what a fix you're in?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nu-i nimic de făcut?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There’s nothing we can do about 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is.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creăm convenţii noi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să le restaurăm pe cele vechi.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Establish new conventions or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bring back the old ones.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mă ajuţi,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s-o fac eu.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that's exactly what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going to do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your help.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Totul e gata,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mai trebuie doar ajutorul tău.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Everything's prepared.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I need is your help.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Grozav! Şi o să stai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genunchi?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Great! And you'll really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 down on your knees?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will.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am de făcut?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what can I do to help?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Acceptă să ne căsătorim. Ăsta-i primul pas.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 situaţie ilegală, nimic fluşturatec.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Marry me. That's the first step.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more promiscuity, no more dolce vita.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trebuie nuntă. Şi nu oricare,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nuntă aşa, cu forme-n regulă,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real marriage. Not just dropping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into city hall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între micul dejun şi masa de prânz.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between breakfast and lunch.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cununie adevărată,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tot ceremonialul,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genuine wedding with all the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ceremony with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orgă, cortegiu,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aşa mai departe.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organ playing and bridesmaids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so 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special la cortegiu țin, asta trebuie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să-i ia prin surprindere. Important este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especially counting on the procession.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will take them by surprise.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aibă vreme să-şi vină în fire,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apuce să organizeze o rezistenţă,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Important is from then on, they won't have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time to think, to organize resistance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acţioneze defetist. Îi lovim în plin,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pe neaşteptate.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spread defeatism. It's the first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shot that counts.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Atacul brusc ne va face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stăpâni pe formă,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Catching them off guard like that,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can force them to accept conventions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forma va pune stăpânire asupra lor.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they'll never breakout of again.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Îi atrag la nuntă, iar nunta va arăta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astfel încât nu vor mai avea altă soluţie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going to be the kind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wedding they'll have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decât să capituleze în faţa condiţiilor mele.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take part in, and on my terms.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Fac dintr-înşii cortegiu nupţial,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turn them into a bridal procession,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tata, în sfârșit să se încheie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toţi nasturii!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at long last my father will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forced to button his fly.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ce părere ai? 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say?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Rochie albă o să am?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I'll get to wear a white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wedding gown?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zăpada. Totul, conform tradiţiei.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Gândeşte-te,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White as snow. Everything strictly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according to the rules. And at the same time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felul ăsta vii în ajutorul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tuturor femeilor din lume.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you'll be helping all the women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world.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redau vechile convenţii.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rebirth of convention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will set them free.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intrat cineva?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nimeni.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Was somebody listening?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mi s-a părut.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had the feeling there was.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încheiem discuția.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Ești de acord?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Let's settle this matter once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for all. Do you consent?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Încă nu știu...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 yet.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te-am convins?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 da.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haven't convinced you?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Da? Deci ești de acord?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So? Do you consent?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No...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 sau nu?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mă mai gândesc.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or no?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 have to think about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mai e de gândit?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Totul e clar ca lumina zilei.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what is there to think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about? It's as plain as day.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reconstruiesc lumea și pentru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am nevoie de nunta noastră.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got to rebuild a world, and for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 must have a wedding.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 simplu?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e ceva ce nu înțelegi?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perfectly simple.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don't you understand?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păcate, nu.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whole thing, I guess.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mean?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Așteaptă...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Wait…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Ascultă-mă, nu mai pot aștepta.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pierdem vremea. Du-te și gândește-te.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I can't wait. There just isn't time.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stay here while you go think it over.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Apoi te întorci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și-mi dai răspunsul.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you've made up your mind,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back and give me your answer.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sigur că vei fi de acord.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Ți-am spus tot.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sure to be yes.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explained everything.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nu mai ai nimic de spus?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really have nothing else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want to tell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Hai, du-te. Ne vedem mai târziu.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Run along now. I'll see you later.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alungi?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throwing me out?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doar că trebuie să rezolv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ceva în particular.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I have a little private business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attend to.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pot fi și eu de față?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Can't I stay?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 Este o chestiune de familie.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this is a family matter.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vrei. Dar și eu voi avea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secretele mele, ai să vezi.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right. Then I'll have my little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secrets too. You’ll see.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bine, du-te.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yes, but run along now.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Who's there?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eu?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Unchiul tău, Eugen.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me?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uncle, Eugene.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Parola?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Reformă. Răspuns?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Password?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Reform. Answer?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Renaştere. În regulă. Intră, unchiule.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Rebirth. All right. Enter, uncle.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Uf, am obosit.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Oof. I'm exhausted.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Gata?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everything ready?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adus din pod tot ce s-a găsit.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Molii cu nemiluita.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brought everything I could down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the attic. You should see the moths!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crezi, reuşeşti?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think, it will work?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got to work.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Mi-e frică, mi-e frică. S-au demoralizat cu toții.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Gândește-te, și-au trăit toată viața așa,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worried, worried. They're so demoralized.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Think of it. A whole lifetime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acest bordel… pardon, în această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putreziciune, voiam să spun.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this bawdy-house... Pardon, I meant this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atmosphere of moral disintegration.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Vezi, m-am molipsit și eu. Scuză-mă.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see, it's contagious. Forgive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nimic. Ce face tata?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Forget it. What's my father doing?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în camera lui. Lucrează din nou la un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experiment teatral.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in his room, working on a new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theatre experiment.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Nu-ți pare rău de el, uneori, Artur?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you feel sorry for him sometimes, Arthur?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fond, chiar crede în arta lui.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all, he actually believes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in that art of his.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de ce, unchiule,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acorzi recunoaștere?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why do you discourage him?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spirit de frondă. Îmi place să-i pun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bețe în roate. În rest, sunt sincer.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spite. To get his goat.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the fact is,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Experimentele lui nu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conving deloc. Tu crezi în ele?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those experiments of his don't mean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thing to me. Do you believe in them?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probleme mai mari. Și mama?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got other problems. And Mother?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se vede nimic. Ori a stins lumina,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 a tras perdelele.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Can’t see a thing. Either she's turned off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lights, or she's drawn the curtains.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8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bunica Eugenia?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Grandmother Eugenia?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Probabil e la oglindă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se machiază.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Probably sitting at her mirror,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putting on makeup.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Bine. Poți pleca, unchiule.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Good. You may go now, uncle.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Alte ordine?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 further orders?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Vigilență, tăcere, ochi deschiși, pregătire.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 vigilant. Eyes open, mouth shut,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ready for action.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Dumnezeu să te ocrotească, Artur.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God protect you, Arthur.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totuși se vor întoarce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vremurile bune.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we'll manage to bring the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old days back again yet.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Eu, Artur.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Who's there?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Me. Arthur.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Tată, am de discutat cu tine.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want?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Father, I've got to talk to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Acum, la ora asta?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ocupat, vino mâine.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this time of night? I'm busy.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back tomorrow.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Chestie urgentă.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urgent.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Ți-am spus deja că sunt ocupat.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Discutăm mâine.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I've already told you, I'm busy.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 speak to me tomorrow.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faci, tată, termină, te rog!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Tată, tată…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doing, father? Stop it!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Father, father…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9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Te-ai înnebunit? Ce înseamnă asta?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mad? What's going 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striga.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so loud.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nu dormi?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aren't you in bed?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venit timpul să trec la fapte.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sleep.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time to take action.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Atunci, noapte bună.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that case, good night.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 fi vrut să te întreb: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tine nu te deranjează?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only wanted to ask you, Father,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doesn't it bother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anume?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Acest Edek.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thing with Eddie.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Edek? Da, parcă se învârte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unul pe aici.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Eddie? Oh yes,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 remember the man.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părere ai despre el?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Amuzant, tipul.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think of him?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amusing.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Amuzant? Scârbos!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Amusing? He's repulsive.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Exagerezi, exagerezi.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Foarte interesant individ.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You’re exaggerating.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Eddie's an unusual type.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Dintr-un anumit punct de vedere, e chiar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exemplar excepţional de modern.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a point of view, he’s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expectionally modern.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prin autenticitatea lui.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very modern, authentic type.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Atâta tot?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all?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Suntem încă prea infectați, purtăm stigmatul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conștiinței superioare.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see, our trouble is that we're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still too conscious, too cerebral.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Moștenirea blestemată a unei culturi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secole. Am făcut multe să scăpăm de ea,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Enslaved by centuries of culture.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 we've been doing our best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suntem departe de naturalețe.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throw culture off, but we're still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long way from nature.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 s-a născut în acea stare pură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care ar fi trebuit să rămânem toţi.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 was born the way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all ought to be.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Ceea ce este la dânsul un dar al naturii,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apare la noi numai pe baza unui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comes to him as an innate trait,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can only achieve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efort necurmat, ca un rezultat al artei.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through great effort and artistry.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aceea, ca artist,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şi interesează Edek.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why he interests me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—as an artist.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atrage la fel cum pe peisagişti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îi fascinează o privelişte.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regard him the way a landscape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painter regards the landscape."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Ciudată privelişte!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landscape!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Estetica şi morala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şi-au trăit revoluţiile.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been a complete revolution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aesthetics and morality.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Mereu mă obligi să-ţi amintesc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ceea ce este evident.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keep making me remind you of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things that ought to be self-evident.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Edek ne şochează din când în când,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numai pentru că suntem noi pervertiţi.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Eddie shocks us now and then,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because we're decadent.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Câteodată mă simt în culpă faţă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dânsul, dar nu mărturisesc.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Sometimes I can't help feeling guilty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toward Eddie. But I fight it down.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Atâta tot?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Ţi-am spus-o cu mâna pe inimă.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that's all you have to say?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been perfectly frank with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o iau de la capăt: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ce-l tolerezi în casa 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I'll have to start all over again.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do you tolerate him in your house?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 se pare că mă deranjează?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not?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îmbogăţeşte ambianţa,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aduce culoare.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enriches our environment,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he gives it a new 'tone,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adiere sănătoasă de autenticitate.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îmi împrospătează imaginaţia.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adds a dash of authenticity. He even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stimulates my imagination.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Ştii, noi, artiştii,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avem nevoie de puţin exotism.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artists need an exotic touch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and then.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nu ştii nimic?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ştiu. Nu ştiu nimic.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you really don't know?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I don't know a thing.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adevărat, tată,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ştii foarte bine.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lying.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perfectly well.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Repet, nu ştiu nimic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nici nu vreau să ştiu.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repeat--I don't know.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want to know.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culcă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cu mama.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sleeps with Mother.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părere ai, tata?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What’s your opinion, Father?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admitem că ai dreptate, tat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Let’s admit you’re right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Father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Libertatea sexuală e prima condiţie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libertăţilor individuale.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Sexual freedom is the cornerstone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human freedom.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la asta ce ai de spus?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say to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 adevărat.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culcă cu 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it's the truth!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do sleep together!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Repet, să admitem că da.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circumstanţă.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said we'd assume it's true.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follows? Nothing.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totuşi supoziţia ta se dovedeşte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neconcludentă.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you insist on treating it as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abstract hypothesis?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 te încăpăţânezi să crezi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numai o supoziţie abstractă,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youáre stubbornly insisting that this 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 more than an abstract hypothesis,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joc de cuvinte,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produsul unei speculaţii teoretice?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wordplay, a product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intellectual imagination?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nu? Nu sunt un ramolit de modă veche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pe plan abstract,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not? I'm no old-fashioned stiff.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an intellectual level,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putem accepta orice premisă.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willing to accept any premise—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matter how delicate or absurd.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nu e o premisă abstractă,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adevărul, viaţa!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not an intellectual premise.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the truth.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Înțelegi, tata?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Tată, ai nişte coarne.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understand, Father?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life.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aici până-n tavan.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asta n-ai cum s-o întorci.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fact remains: you wear horns.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Horns that scrape the ceiling.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Coarne, coarne, metafore banale,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Horns, horns! That’s a banal metaphor,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instrumente solide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analiză intelectuală.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the tool of sober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intellectual analysis.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ne coborâm nivelul!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Let’s not lower our standards!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Eşti un încornorat!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Father, you're a cuckold.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Taci din gură!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Îți interzic să vorbești așa.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Hold your tongue. I forbid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talk to me like that.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chiar vorbesc așa.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soț încornorat.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can't stop me.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a cuckold.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cred.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believe it.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aşteptam, vrei să ţi-o dovedesc?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ajuns să deschid uşa asta.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Ha! Now I've got you where I want you.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Want me to prove it? Open her door.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Ţi-e frică? Evident, e mai comod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elaborezi experimente teoretice.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afraid? Of course it's easier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perform theoretical experiments.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experimente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eşti un gigant.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it comes to experiments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a giant.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viaţă un bătrân sub papuc!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real life you're a midget.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Eu, bătrân sub papuc!?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Me? Midget?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bătrân sub papuc!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Agamemnon de vodevil!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hero in pajamas!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pintsized Agamemnon!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îţi arăt eu ţie.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amândoi acolo?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show you.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say they're in there?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Convinge-te cu ochii tăi.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for yourself.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arăt eu lor. Ţi-arăt eu ţie.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toţi vă arăt!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show them. I'll show you.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show the whole lot of you!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Sau, ştii ce,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rezolv asta mâine.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take care of this whole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thing tomorrow.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 nu, acuma, acuma du-te!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you know whatI'll do?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Mâine. Sau prin corespondenţă,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părere ai?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Tomorrow! Or by mail. A letter.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say?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Bărbat de paie!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Phoney!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Ce-ai spus?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did you say?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duc.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clipă...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I g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a second.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Lasă-mă la dânşii!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 me at them.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 asta.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 asta?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You'd better take this.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n-ai să intri dincolo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mâinile goale.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can't go in there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bare-handed.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Te-am prins, fiule.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I see through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repede, du-te mai repede,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tată, nu avem timp.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 in there!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not a minute to lose.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Te-am prins, fiule.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Vrei tragedie.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I understand.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want a tragedy!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tragedie, iar... ce...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tragedy? What do you…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Cabotin mizerabil.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Produs necopt al unei idei nebune!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that's what you're after,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dim little runt of a brainstorm, you…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vrei să...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trying…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Să-l împuşc? Şi pe urmă, pe 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în final să mă sinucid eu, nu?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want me to kill him? And then her?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then myself? Right?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Soţul gelos spălând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ruşinea în sânge.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injured husband wiping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out his shame in blood.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ai citit-o, în ce vechitură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roman sentimental?! Răspunde!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do you get such ideas?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romantic novels?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5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9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title"/>
          </p:nvPr>
        </p:nvSpPr>
        <p:spPr>
          <a:xfrm>
            <a:off x="1066680" y="2133360"/>
            <a:ext cx="701064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suspecta, tată.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Father, you know I never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Ştiam că tinerii pun ideile mai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presus decât viaţa, dar nu-mi închipuiam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always knew the younger generation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cared more about ideas than life,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propriul meu fiu şi-ar sacrifica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tatăl de hatârul ideilor.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never expected my own son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sacrifice his father to an idea.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Stai jos! Iar acum să ne discutăm.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Sit down! And now let’s talk.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Vrei să aduci lumea înapoi la norme.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ce, nu întreb.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want to bring back the old values.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for? Well, never mind that.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treaba ta.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auzit destul, ai vorbit destul.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your business.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let you talk, I've heard you out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nu m-am amestecat cât timp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păstrat moderația. Dar destul e destul.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now you're going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a bit too far.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Te-ai gândit la asta, pot să-ți spun.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Tragedie. Iată ce căutai tu!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fiendishly clever!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you need a tragedy!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Tragedie; cuvântul care, în lumea ideilor pure,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cântăreşte de veacuri cel mai greu.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Tragedy has always been the most perfect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expression of a society with established values.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loc să suferi tu reorganizând lumea,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repezi la de-a gata.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Instead of the art form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wanted the thing itself.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poate să moară un om, că propriul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tău tată poate să înfunde puşcăria –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Or, never mind if somebody's killed, never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mind if your own father goes off to prison.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fleacuri, nu te interesează.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să-ţi atingi ţinta.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all you care about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your idea.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Ţie ţi-ar conveni o tragedie, nu?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could do with a tragedy,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couldn't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află, eşti un formalist ordinar,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pic de scrupule.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want to know what I think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you? A vulgar formalist.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Eu, mama ta, ce-ţi pasă?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Moară toţi, numai respectă-ţi tu convenţia.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mother mean nothing to you.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can all die as long as form wins out.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culmea, nici de tine însuţi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nu-ţi pasă. Fanaticule!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 worst of it is that you don't even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care about yourself. You're a fanatic!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unde ştii? Poate că nu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de dragul convenţiei.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my motives aren't as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formal as you think.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Nu-ţi place Edek?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ÎI urăsc!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dislike Eddie?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hate him.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 Edek reprezintă necesitatea.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 Eddie is necessity.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Adevărul sincer pe care l-am căutat în zadar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atâta timp altundeva,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the pure truth we've been searching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so long because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că ne-am imaginat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va fi diferit.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always thought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somewhere else.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zadar, Edek - este un fapt.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poți urî ceea ce este faptic.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 is a fact. You can't hate facts.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got to accept them.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poţi urî ce e necesar.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să-ţi placă.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cannot hate what is factual.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to love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Cum? Te pomeneşti că trebuie să şi să îngenunchez în fața lui? Necesitatea o creez eu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 Should I kneel before him?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shall create the necessity.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Vai, vai… vorbești mereu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un copil încăpățânat.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Lord.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talk like a petulant child.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place. Dacă e aşa,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rămâne o singură explicaţie. 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doesn’t like him… If that’s the case,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only see one explanation.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limpede! Ascultă,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cumva îl ai pe Oedip?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all clear!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you've got an Oedipus.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Oedip?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Complexul lui Oedip, nu înţelegi?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psihanalist ai fost?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Oedipus complex, understand?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consulted an analyst?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ce-i drept, mama e o femeie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poate să placă, dar altceva am 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 Mother's wonderful,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that's not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Păcat, măcar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ştiam de unde să te apuc.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Too bad. Then at least we'd know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we were at.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Oricum, era mai bine decât nebunia ta.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 chiar ești formalist.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Anything is better than sheer lunacy.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guess you're just a formalist.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sunt formalist.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am not.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 ești. Un formalist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patetic și periculos.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yes you are. And an insufferable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dangerous one at that.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poate că așa se pare,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eu chiar nu mai suport.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may look that way to you, but the truth 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 just can't go on like this.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pot continua să trăiesc ca tine.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live with you people.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Foarte bine. Așa e mai bine.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 să spunem că ești egoist.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see. That's more like it. In other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words, you're an egoist.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Spune-i cum vrei, tată.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Call it whatever you like.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ai câștiga sacrificându-mă?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Sacrificing myself - what good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 that do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Ceva ar fi realizat, împlinit.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Something would be accomplished.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Tragedia este o formă mare,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formă puternică.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Tragedy is a form so vast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powerful that reality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Realitatea nu ar putea scăpa din 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never escape its grip.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crezi asta,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nenorocitule!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poor devil.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really believe that?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 ce  s-ar întâmpla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i-aș împușca?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Suppose I actually killed him.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would be the good of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Ceva ireversibil,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potriva vechilor maeştri.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would be something irrevocable,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masterful, classical.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Aş, o farsă, nimic mai mult!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Azi numai farsa e posibilă.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for a minute. It would be a farce.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In our time only farce is possible.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farsa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fie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frumos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punct de vedere artistic!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Farse can be also be 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artistically beautiful!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mine, nu.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încăpățânare!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for me.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Lord, you can be stubborn!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 vina mea.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găsesc o cale de ieșire.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help it.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got to find a way out.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împotriva realității?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orice preț.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Regardless of reality?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 At any cost.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greu. Aș vrea să te ajut,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 știu cum.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not so easy. I'd like to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help you, but I don't see how.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încercăm, totuși?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Couldn't we give it a try?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să încercăm?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Give what a try?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bine, cu ei...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them…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Încă te amăgești?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still have illusions?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dacă tata are dreptate în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 spus despre farsă...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 if you're right about farce…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doar pentru că sunteți niște lași!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only because you people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such cowards.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tânguiți sub tirania farsei,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complain, but you're stuck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in a farce.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că nimeni n-are curaj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se răzvrătească.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no one has the courage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rebel.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drept vorbind,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mie îmi displace. Dar profund.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tell you the truth, I don't much care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this kind of thing either.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că, aşa, ca idee,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nu-mi dau seama ce îmi displace.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fact, I detest it. Only the more I think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it, the less I know why.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Aşadar... dacă te-aş convinge...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if I could convince you…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Ţi-aş fi recunoscător.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I'd be very grateful.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atuci tata...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you'd…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M-aş duce şi le-aş face un scandal,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mă ţină minte toată viaţa.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 in and make a scene they'd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remember as long as they lived.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Ce-mi lipseşte e numai imperativul logic.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need a rational justification.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N-ai crede cât de bucuros i-aș veni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hac, așa, în sinea mea.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Believe it or not, nothing would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please me more than to settle his hash.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că, logic vorbind,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prea văd de ce aș face-o?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Except that my reason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doesn't tell me why.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Vino să te îmbrăţişez!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 dracu’ raţionament!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Father, let me hug you.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hell with reason!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niciun risc.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cel mai rău caz, îl împuşti.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have we got to lose? If the worst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comes to the worse, you'll shoot him.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Crezi? Eu nu-s convins.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Think so? If I could only be sure.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Convingerea vine pe urmă.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mai important e să iei o hotărâre.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Certainty comes later. The main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thing now is to make up your mind.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ştie, poate ai dreptate...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Hm. Maybe you're right…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Am. Te vei convinge.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Cele ce vor urma vor fi o tragedie!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 I'm right. You'll see.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We'll have our tragedy!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redai puterile. Oricum, entuziasmul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tineresc nu se compară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given me back my strength.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enthusiasm of youth untrammeled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scepticismul epocii.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Eh, tinereţe, tinereţe...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the skepticism of the times.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Ah, youth, youth!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Mergem?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Shall we go in?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Hai. Lângă tine mă simt alt om.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 With you beside me, I feel better.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încă ceva.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Tată, oprește experimentele, te rog.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one more thing. Give up those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experiments of yours, will you?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duc decât la o dezintegrare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mai mare.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only speed up the process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disintegration.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să fac?.Când tragedia nu mai e posibilă,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farsa e plictisitoare,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but what can we do? Tragedy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impossible, farce a bore--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rămâne decât experimentul.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left but experiments?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asta agravează situația.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vei opri?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only make things worse.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Give them up.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știu, nu știu...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Promite-mi.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Promise.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târziu, mai târziu, hai acum.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rămân la uşă şi aştept.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Later. Now we go in.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I’ll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stay at the door and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wait here.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ai nevoie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ajutorul meu, mă strigi.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need any help,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shout.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 o să strige, nu 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anybody yells, it'll be him, not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Întotdeauna am crezut în tine.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Father, I've always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had confidence in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cred. Am fost cel mai bun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trăgător din regimentul meu. Să mergem.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believe you. I was the best shot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my regiment. Farewell!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0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Acolo e bucătăria!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that's the kitchen.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Mi-e sete…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could use a drink.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târziu, după final.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Acuma nu e timp.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Later. When it's all over.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time 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Fie. ÎI împuşc cu gâtul uscat.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A, ticălosule, pe toate ai să mi le plăteşti.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Right! I'll kill him on the spot.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scoudrel! Now he's going to pay!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faci? Cu Edek? De ce nu...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Eddie doing here? Why isn't Eddie?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Ssst! Stăpâneşte-ţi nervii, băiete!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Shhhl Take it easy, boy!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erai, Artur, de ce nu dormi?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it's you, Arthur? Are you still up?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v-am spus că şi aici o să dea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peste noi? De el nu te poţi ascunde.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told you he'd find us. He sticks his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nose into everything.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Tată... cu dânşii?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Father… You… with them!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title"/>
          </p:nvPr>
        </p:nvSpPr>
        <p:spPr>
          <a:xfrm>
            <a:off x="1258560" y="2209680"/>
            <a:ext cx="7010280" cy="24386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a fost să fie...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 vina mea...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how it worked out.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not my fault.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 a sosit la ţanc,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lipsea al patrulea.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 turned up just in time.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needed a fourth.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Tată, cum poţi...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Father, how could you…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Ţi-am spus: în farsă se termină.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told you it would end in a farce.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Domnu' Stomil, e rândul dumitale,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pune cartea.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play, Mr. Stomil.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you got?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Etalez! Un joc nevinovat. Vezi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situaţia. Nu era nimic de făcut.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you are. A harmless pastime. You see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situation. What could I do?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ţi-ai dat cuvântul!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But, Father, you promised!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promis nimic.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aşteptăm.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promised nothing.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We'll just have to wait.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Stomil, nu mai vorbi, concentrează-te.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Stomil, don’t talk, concentrate.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Ruşine!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Shame!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în condiţiile astea nu pot juca!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simply can't play under these conditions.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luaţi- l careva de aici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ăla micu’.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Can't anybody throw this little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twerp out of here?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 enerva, bunicuţo.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Easy, Grandma. Take it easy.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Să-ţi fie ruşine,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s-o sperii pe bunica.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Arthur, you ought to be ashamed,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upsetting your grandmother like this.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vă rugasem, încuiaţi uşa.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told you we should lock the door.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Abia aşteaptă să lege de mine.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mă trimite pe catafalc!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can’t wait for some way to pester me.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He'll put me back up on the catafalque!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Exclus, nu te las până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terminăm pokerul.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no he won't! We've got to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finish this rubber first.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Ajunge!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abia am început!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Stop it!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we've just started.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Domnu' Artur,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bine ai asculta-o pe mama.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Arthur! You'd better listen to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mother.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Are dreptate. Abia am început jocul.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She's right. Look at the score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cards, they're practically blank.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o să mă ascultaţi pe mine,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ceva de spus. Acum, imediat!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you listen to me! I've got something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tell you. Now! This minute!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bine, Artur, chestiunea ne priveşte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noi doi, de ce s-o faci publică...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Arthur, that was strictly between the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two of us. Don't shout it from the rooftops.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N-aţi vrut cu binele,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cu forţa! Gata jocul!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pleaded with you. You wouldn't listen.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I'm going to use force. Stop the game!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spui?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going 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zău, spune şi mata, e frumos?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locul lui tăticul, aş scoate cureaua.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got into you anyway? If I were your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father, I'd give you a good hiding.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Ce, mai ai curaj să vorbeşti?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Tată, pistolul.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shut up.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Father, the revolver.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fel de pistol?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 despre ce vorbește.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revolver? I don’t know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you’re talking abput.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ce, dacă-am făcut o glumă?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guy can still make a joke, can't he?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Pistolul? Dumnezeule mare, Stomil,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da niciun pistol.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revolver? For God's sake, Stomil,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give it to him.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Spune-i ceva, ordonă-i ceva,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urma urmei, eşti tatăl lui!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Talk to him. Do something.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all, you re his father.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Ascultă, Artur, nu mai eşti copil şi-mi pare rău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trebuie să-ţi vorbesc pe tonul ăsta,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see here, Arthur, you're not a child.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sorry to have to speak to you like this,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din consideraţie pentru mama...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out of consideration for mom...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 nebun de legat! Stomil,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l-ai procreat? Ce inconştienţă!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gone mad. Stomil, why on earth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make this child? Criminal negligence!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faci că nu ştii?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pretend you don’t know?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Artur, ce...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here, Mr. Arthur…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n-aud o vorbă.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Toată lumea în salon!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Silence! Into the living room,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everybody.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stăm noi de vorbă.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talk to you later.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vrei, am făcut tot ce am putut.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wrong? I did my best.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Acuma ştiu cât poţi.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best!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vrut să-l potolesc,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m-ai auzit şi tu...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 everything I could to quiet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him down. You saw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neisprăvit. Şi ăsta vrea să fie tată.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Ah, dacă eram eu bărbat...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Idiot. And you call yourself a father.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if I were only a manl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ușor de zis decât de făcut.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Ştii bine că nu se poate.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easier said than done.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it’s not possible.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Cum? Gata?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Has it started yet?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Încă nu.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Aştept răspunsul.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yet.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still waiting for an answer.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Credeam că e gata.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auzit ţipete şi am alergat încoace.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thought it had started. I heard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noise and I came running.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face nimic, bine că ai venit.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Stai aici şi păzeşte-i.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all right. I'm glad you've come.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Stay here and keep an eye on them.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mă întorc imediat.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be back in a second.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Visez?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Am I dreaming?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...şi nu mişcă nimeni.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let anybody make a move.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să trăiţi.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sir.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un complot!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eşti sora unui gangster!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a plot! Mama,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brother's a gangster!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Ghienek, aruncă imediat aia!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Eugene, do put that thing away.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a mai văzut la anii tăi să te joci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de-a hoții și vardiștii?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People don't play cowboys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your age.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Hei, acolo, nicio mişcare!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Stay where you are!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Ghienek, doar sunt sora ta, Eugenia!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Eugene, it's me—your sister Eugenia.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soră când sunt de santinelă.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I'm on duty, I have no sister.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eşti de santinelă? Vino-ţi în fire!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duty? Don't be a fool.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santinelă la Idee!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enlisted in the service of an ideal!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Foarte bine. Văd că pe dumneata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să mă bizui. Scuzaţi-mă o clipă.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Splendid. I see I can rely on you.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going to leave you for a moment.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mie nu-mi spui nimic?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But, Arthur, can't you tell me,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going 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Vei afla totul la timpul potrivit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tell you everything in due time.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Vasăzică aşa...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Eugene, ai trădat.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that's it…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Eugene, you've betrayed us.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Linişte! Nu-i adevărat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trădat pe nimeni.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Silence! That's not true,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haven't betrayed anybody.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Ala, Ala!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Ala! Ala!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Ţi-ai trădat generaţia.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betrayed your generation.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Voi sunteţi trădători. Aţi trădat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vremurile bune de odinioară.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you're the traitors.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all betrayed our good old days.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eu, eu singur le-am rămas credincios.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the only one who hasn't.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Tu, în slujba tinereţii cuprinsă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you are is the tool of a mad pack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young zealots.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demenţă apostolică.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Crezi că merită?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a missionary complex.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 think you're so clever.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folosesc şi te aruncă ca pe câine.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They'll use you and then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kick you out like a dog.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se ştie încă cine cui foloseşte.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We'll see who uses whom.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 parcă mi-a picat din cer.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been waiting a long time for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someone like Arthur to come along.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6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Abia acuma vedem noi cine eşti,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ipocritule.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at least you've shown who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really are, you hypocrite.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Te-ai ascuns de noi.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been wearing a mask.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bine, da, m-am ascuns.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răbdat în tăcere atâţia ani.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 have.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all these years I've suffered.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 puteam suferi din cauza decăderii,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degringoladei voastre, şi tăceam.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hated you for your degradation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kept quiet because I had to,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Eraţi mai puternici.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you were the stronger.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Acuma, în sfârşit, a sosit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momentul să v-o strig de la obraz.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at last I can tell you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 think of you!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satisfacţie!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 pleasure!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vreţi să faceţi cu noi?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going to do to us?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facem din nou respectabili.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Sunteţi o societate decăzută,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going to give you back your dignity.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going to turn you degenerates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facem din nou oameni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convenţii.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back into human beings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decent principles.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siliţi?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force?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nu se poate altfel, vă silim.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we can't do it any other way, yes.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e contra-reformă.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Mântuire 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a counter-reformation.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for you it's salvation.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Mântuire? De ce?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afurisitele alea de libertăţi ale voastre.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Salvation? From what?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your damnable, diabolical freedom.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Unchiule Eugen!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Prezent.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Uncle Eugene!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Unchiule!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Uncle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 nicăieri.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She's gone.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S-o căutăm, trebuie să fie undeva.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for her. She must be somewhere.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eu cred.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Aştept răspunsul ei.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 She's got to be.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still waiting for her answer.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Cum, încă nu-i de acord?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 You mean she hasn’t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consented yet?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accepte.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poate părăsi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clipa decisivă. E pregătit totul.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She's got to. She can't leave me in the lurch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a moment like this.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că-ţi fac observaţii, Artur, dar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n-ai procedat cam superficial?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mean to criticize you, Arthur,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haven't you rushed things a bit?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Trebuia întâi să fii sigur şi pe urmă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ocupi de dânşii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mean, shouldn't you have made sure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her before starting in on these people?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 momentul favorabil.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puteam aştepta.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time was ripe.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couldn't put it off.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Așa-i cu loviturile de stat: totu-i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prinzi ocazia.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that's how it is with a coup d'etat.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Always some unforeseeable factor.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Acuma nu mai putem da îndărăt.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Still, we can't back out 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putea să prevadă?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Eram sigur că o convinsesem.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could have dreamed of such a thing?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so sure I had convinced her.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Ala, Ala din cauza unei verișoare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neroade, să... Imposibil! Ala, Ala!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Ala, Ala! All because of some dumb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cousin. Incredible! Ala, Ala.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cauza femeilor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s-au prăbușit imperii.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Women have been the ruin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kingdoms and empires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Auăleu, nu v-aţi culcat nici unul?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Gosh, are you all still up?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sfârşit! Te-am căutat în toată casa!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last! I've been looking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over for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 asta, unchiul înarmat?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 armă adevărată? Unchi adevărat?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going on? Uncle with a gun?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it real? Is Uncle real?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 priveşte.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ai fost?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none of your business.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have you been?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plimbare.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Ce, nu e voie?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Out for a walk.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Anything wrong with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 voie! E o acţiune sacră.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Yes! At this solemn hour, there is.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Calmează-te. Drepţi! Ei, şi?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Steady, Uncle. You're on duty. Well?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Nimic. E o noapte splendidă.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what? It's a lovely night.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 întreb de vreme.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Te-ai hotărât?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wasn't asking about the weather.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consent?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 fi vrut să mă mai gândesc.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think I need a little more time.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să-mi răspunzi acum, pe loc.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avut timp berechet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need an answer immediately.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had plenty of time.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Bravo!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Norocul ei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Aşadar trecem la fapte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God! Now we can start!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1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Bunico, binecuvântează-ne!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Grandmother, your blessing.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Lăsaţi-mă în pace,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fac nimic.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leave me alone.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haven't done anything to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Bunico, s-a schimbat totul!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însor cu Ala.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Grandmother, everything's changed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now. I'm going to marry Ala.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Binecuvântează drumul pe care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pornim alături în viaţă!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Give us your blessing.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picioare, în picioare toată lumea,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vedeţi că-i un moment solemn?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your feet, everybody! Can't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see this is a solemn occasion?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Dumnezeule mare!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 se însoară?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goodness, is Arthur going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get married?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atâtea fasoane?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that any reason to make such a fuss?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Luaţi-l de aici,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iarăşi o să mă tortureze!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 that boy out of here! He's going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torture me again.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Binecuvântarea, bunico!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Grandmother, your blessing.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Astea-s glume nesărate,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lasă-mă în pace.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tasteless joke. It's gone 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long enough 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terminat cu gluma.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cincizeci de ani glumiţi.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jokes are over now. You've been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having your jokes for fifty years.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Stomil, încheie-te imediat!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logodna fiului tău.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Stomil, button your pajamas immediately!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son has just plighted his troth.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isprăvit cu ţinuta şleampătă.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Ghenia, binecuvântează-i.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day of the wide-open fly is past.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Bless them, Eugenia.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Eleonora, ce să fac?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should I do, Eleanor?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vor ei,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binecuvântează-i.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Give them your blessing if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means so much to them.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fără asta nu pot?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simt cam demoda...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Can't they do without it?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makes me feel so old.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Logodnă, ca pe vremurile bune.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le dai binecuvântarea, sau trag.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good old-fashioned engagement.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Give them your blessing, or I'll shoot.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Număr până la trei. Trei...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going to count to three. Three…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Nemaipomenit! Să nu poată omul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stea în casa lui cum îi place...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incredible. If a man can't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comfortable in his own house...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Two…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binecuvântez, copiii mei...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să vă ia toți dracii!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blessing upon you, dear children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now go to hell!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Ca-n vremurile bune…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like old times…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 s-a încheiat.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Începe o viață nouă!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 has buttoned his fly!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whole new era has begun!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Eleonora, tu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plângi?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Eleonor, are you crying?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Iartă-mă... Totuși 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oricum, e logodna lui Artur...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Forgive me… But Arthur's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getting engaged…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 ce-o fi, e fiul nostru...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after all he is our son ...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Știu, nu-i modern să plângi,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scuză-mă, emoția...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 I'm being terribly old-fashioned,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it's so moving. Forgive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faceți ce vreți!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do what you want, all of you!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Dacă-mi permiteți, aș vrea să-mi exprim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felicitările călduroase cu ocazia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you'll permit me, on this joyous occasion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would like to wish the young couple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fericitului eveniment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în general...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the best for the days to come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especially…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bucătărie!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ieși până nu te chem 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You! To the kitchen! And stay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until you're called.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bucătărie!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the kitchen.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când nunta?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Mâine.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When's the wedding?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Tomorrow.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Ura! Victorie!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Hurray! We' ve won!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Toată lumea la poză!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Photo shoot, everyone!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Rudele mirelui, vă rog.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groom's relatives, please.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Nu mişcaţi!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move!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2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Nu-s eu de vină: naftalina.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help it. It's the moth balls.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Atenţie!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Hold it!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Stomil, mâna!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Stomil, your hand.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mă mănâncă al dracului.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I'm itching all over.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te mănâncă?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Moliile.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should you be itching?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Moths.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nu mai facem nicio fotografie.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Eleonoro, stai jos!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this rate we'll never get a picture.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Sit down, Eleanor.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ies molii din mama.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din mine, din zdrenţele astea.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moths come from Mama.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do not. They come out of this old rag.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Terminaţi cu cearta.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Moliile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 de la pod.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Let's not quarrel.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come from the attic.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Conița m-a chemat?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called, Madame?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Ce? Nu... adică da. Eduard, sărurile.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 What is it now? Oh yes.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salts, Edward!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care doriţi, coniţă?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Păi, sărurile... Ştii dumneata...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salts, Madame?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my salts… you know.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Îndată, coniţă.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Certainly, Madame.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totuşi îmi face plăcere să-l văd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individul ăsta la locul cuvenit.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must admit it's a relief to see that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fellow put in his place.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Aşteaptă, şi o să mai vezi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altele.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vei regreta.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haven't seen anything yet.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won’t regret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N-o să-ţi pară rău.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won't regret a thing.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de nu m-ar strânge aşa.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only this collar weren’t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damn tight!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schimb, te serveşte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 la masa.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the price you've got to pay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having Eddie wait on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Nimic nu-i pe gratis.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Everything has its price.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experimentele mele?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my experiments?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ştiu. Artur nu mi-a dat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 dispoziţie.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couldn't say. Arthur hasn't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announced his decision on that point yet.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crezi, o să-mi aprobe?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 pomenit nimic?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he'll let me go on with them.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hasn't said anything?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 avut timp.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plecat de dimineaţă.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hasn't been time.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went out early this morning.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Încearcă să te pui în situaţia mea.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Perhaps you could put in a good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word for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Intervin eu pe lângă el, eventual.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speak to him when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opportunity arises.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Măcar o dată pe săptămînă.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Mi-e greu să mă dezobișnuiesc așa,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least once a week.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all these years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deodată, după atâția ani.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trebui să mă înțelegeți.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just suddenly stop.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ought to realize that.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Depinde cum te porţi.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will depend entirely on your conductl.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sunt de partea voastră.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mai vreți de la mine?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I'm on your side.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more do you want?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Mi-am pus până și gulerul ăsta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even putting up with this collar.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Nu-ţi promit nimic.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can't promise.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ce-i?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is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Sărurile coniţei, domnule.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salts for Madame, sir..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Eleonora, ce înseamnă asta?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Eleanor, what is the meaning of this?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ştiu. Cerusem sărurile.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imagine.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asked for my smelling salts.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Coniţa nu mai pilește?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Madame no longer drinks?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Ia-o de aici, imediat!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Take it away immediately!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coniţă.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you wish, Madame.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 Dacă a adus deja...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eu nu mă simt prea bine.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 As long as he's brought it 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feel too well.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să fie pentru ultima oară!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let it happen again!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Doamne, ce plictiseală!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God, am I bored!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locuri!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Rudele mirelui…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Back to your places!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groom's relatives…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cavalerul de onoare...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adică 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the best man...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 is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Genia!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rudele miresei.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brides's relatives.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pot să-i dau drumul?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Măcar o clipă.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Can't I unbutton these buttons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just a second?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Exclus, ceremonia nupţială are loc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orele douăsprezece foarte precis.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Certainly not!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wedding is at twelve!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M-oi fi îngrăşat, sau ce-o fi? Ultima oară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l-am purtat acuma patruzeci de ani.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seem to have put on weight. The last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time I wore these things was forty years ago.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Te-au îngrăşat experimentele.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only your experiments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blame for that.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Azi experimentele rentează.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Experimental art pays so well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these days.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asta nu mai e vina mea.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not my fault, is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e gata fotografia? Mă tem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am clipit. Sigur o să ies oribil.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will that picture be ready? I think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blinked. I know I'm going to look awful.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 grijă, aparatul nu funcţionează.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bătrân ce e, s-a stricat.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worry. The camera hasn't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worked for years.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Cum? Atunci de 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mai făcut fotografia?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why take the picture?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convenienţă.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cere tradiţia.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the principle of the thing.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a tradition.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reproşaţi experimentele,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cu ce e mai presus decât ele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begrudge me my innocent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experiments but is an old-fashioned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rabla voastră demodată?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broken-down camera any better?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Iată eşecul contra-reformei voastre.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faceţi altceva decât să distrugeţi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Behold the failure of your counter-reform.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you are doing is destroying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am câştigat noi şi încă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niciun rezultat.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we have won and still without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 result.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Măsoară-ţi cuvintele.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Watch your tongue.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 am să vorbesc,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deşi sunt în mâinile voastre.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bow to superior force, but I can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still say what I think.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voi ce aveţi de răspuns?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say?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Frumos mai arătăm.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Şi-i numai începutul.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say we're in one hell of a mess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this is only the beginning.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să-i faci, deocamdată trebuie să avem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grijă de formă. Conţinutul vine după.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can't be helped. Our first job 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create the form. The content comes later.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 se pare, Eugen dragă,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ceea ce faceţi e o nebunie.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making a colossal mistake,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Eugene.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Formalismul nu vă scoate din haos.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Formalism will never free you from chaos.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bine v-aţi împăca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spiritul epocii.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You'd be better off if you could just accept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spirit of the times.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Taci odată!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Noi nu tolerăm defetismul.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enough out of you.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Defeatism will not be tolerated!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bine. Dar ce, eu protestez?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totuşi să am părerile mele, nu?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right, all right. I can still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an opinion, can't I?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Bineînţeles, de ce nu,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sunt conforme cu ale noastre.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course. As long as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agrees with ours.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Auziţi?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Hear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Clopote...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Clopote de nuntă...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Bells…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Wedding bells…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Aaa... iat-o şi pe fetiţa noastră.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Ah, here comes our dear little bride.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bine-ţi stă...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Ala, it's so becoming….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Bine-ai venit, fetiţo.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dear child!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 nu s-a întors încă?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Isn't Arthur back yet?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sosească dintr-o clipă într-alta.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expecting him any minute.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dus pentru ultimele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formalităţi.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had a few final formalities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attend to.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formalităţi.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These damned formalities.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Geniul vieții nu poate umbla gol.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genius of life cannot go about naked.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îmbrăcat și trebuie avută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grijă de înfățișarea lui.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must be clothed, and its appearance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must be cared for.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 nu ți-a menționat asta?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a vorbit cu tine despre acest subiect?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Didn't Artur mention this to you?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Didn't he talk with you about this subject?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timpul îmi explică.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hours on end.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bine face. Cândva ai să-l înţelegi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ai să-i fii recunoscătoare.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rightly so. Someday you'll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understand and be grateful to him.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 mai prosti aşa, unchiule.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stop making such an ass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yourself, Uncle.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Întreci măsura, Ala dragă.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ziua nunţii tale.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mustn't talk like that, Ala dear.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Today is your wedding day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N-ar trebui ca tocmai azi să ajungem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certuri în familie.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no time for family quarrels.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Avem destul timp mai târziu.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There'll be plenty of time for that later.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nimic, nu-i nimic.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m-am supărat.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worry.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offense.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Bătrân şi prost.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old and so stupid.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Artur nu mă mir.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unchiul?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understand it in Arthur.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you, Uncle…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Ala!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Unchiule, ai încasat-o!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had it coming.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Iart-o, Eugen, e nervoasă.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ştie ce vorbeşte.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Forgive her, Eugene. She's so excited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doesn't know what she's saying.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Orice ar fi, e un moment greu pentru dânsa.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Ţin minte, la cununia mea cu Stomil...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all, this is a big day in her life.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remember the day I was married to Stomil…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mai bine mă retrag.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voi nu vă faceţi iluzii.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tell when I'm not wanted.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don't delude yourselves.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Ştiu că vă place, dar invectivele astea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copilăreşti nu schimbă situaţia.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 laugh at me as much as you like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childish insults won't change a thing.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Stomil, vii cu mine?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să-ţi propun ceva.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Stomil, come with me.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a proposition to make to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numai să nu începi iar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mă îndoctrinezi, ţin să-ţi atrag atenţia,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right. Just don't try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brainwash me!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am şi eu un cuvânt de spus.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also have something to say.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dumneata, mamă,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putea să te retragi.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you might go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a stroll too.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Mi-e tot una. Şi aşa mă plictisesc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moarte.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all the same to me. Either way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be bored to death.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Vino, bunicuțo.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Come, granny.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acum să stăm de vorbă.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Spune-mi ce s-a întâmplat.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There. Now we can talk.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me, what's happened?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văd, te roade ceva.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Something's bothering you.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see that.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roade nimic.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 is bothering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1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Nu-mi place voalul acesta.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veil doesn't fall quite right.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mine nu trebuie să mă amăgeşti.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don't have to take that tone with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ei e altceva. Sunt nişte proşti.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the others it's different.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They're such fools.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vă dispreţuiţi atât unii pe alţii?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do you all despise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each other?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eu nu ştiu. Poate fiindcă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n-avem de ce să ne preţuim.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know. Maybe because we have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reason to respecteach other.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voi înşivă sau pe ceilalţi?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Yourselves or each other?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cam acelaşi lucru.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comes to the same thing.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să-ți piepteni părul.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got to be done all over again.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dumneata ești fericită?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happy, Mother?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Poftim?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beg your pardon?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Te-am întrebat dacă eşti fericită.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ţi se pare ciudat?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asked if you were happy.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so funny about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 întrebare foarte... indiscretă.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 E ruşinos să fii fericit?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a very indiscreet question.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 Is it a disgrace to be happy?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 mama nu e fericită.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îi e rușine de asta.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you're not very happy?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you're ashamed.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Tuturor le e rușine dacă nu sunt fericiți.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People are always ashamed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not being happy.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ca și cum cineva n-ar fi făcut tema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acasă sau ar avea coșuri.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s like having pimples or not doing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homework.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Cei care nu sunt fericiți simt vină,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niște infractori.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makes them feel guilty,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almost criminal.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fi fericit este dreptul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datoria omului eliberat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"It is the right and duty of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to be happy, now that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epoca noastră modernă.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new era has set us free."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m-a învățat Stomil.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 taught me that.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Aha, atunci sigur de asta le e atât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rușine tuturor.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Oh. So that's why everybody's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ashamed nowadays.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ce zice mama despre asta?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how do you feel about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făcut tot ce am putut.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always done as much as I could.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el?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make him happy?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mine. Pentru că asta mi-a cerut.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 Myself. That's the way he wanted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Deci, de fapt, pentru el.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in a way it was for him?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Bineînțeles că pentru el. Dacă l-ai fi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cunoscut când era tânăr...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 it was for him. Oh, if you'd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known him when he was young…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0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să pun masa?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vrei tu, Edi.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 I set the table now?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Sure, Eddie.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Eduard, pune masa.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Edward, you may set the table.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coniță.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madame.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știe?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anume?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know?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 te mai preface.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Nu-s copil. Despre Edek.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be like that. I'm not a baby.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affair with Eddie.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siguranță știe.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 he knows.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ce spune?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what does he say?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păcate, nimic. Se comportă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parcă n-ar observa.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Nothing, unfortunately.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pretends not to notice.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groaznic.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bad.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3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să pun masa acum?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 I set the table now?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Pune masa, Edward.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Edward, set the table.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57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Ah, Edek e atât de simplu...ca viaţa.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Brutal, dar tocmai ăsta e farmecul lui.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Edek is so simple… like life itself.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Crude—but that’s precisely his charm.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N-are complexe.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has no complexes.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înviorător. Şi ştie ce vrea, iar ce vrea...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atât de frumos. Când se aşază, șade...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He’s refreshing. He knows how to want—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truly want—and beautifully so.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şederea întruchipată.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Normal, dar total.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he sits, he sits like sitting itself: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simple, yet perfect.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mănâncă sau bea, stomacul lui 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simfonie a naturii.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he eats or drinks, his stomach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transforms into a symphony of nature.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4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place să-l privesc cum digeră.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Direct. Atoatecuprinzător.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love watching him digest.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does it so simply and sincerely.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plăcerea de a vedea natura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stare elementară.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moments like that, I feel the true delight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contact with nature, with the elements.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observat vreodată ce frumos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îşi îndreaptă pantalonii?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ever noticed how wonderfully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adjusts his trousers?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face gestul ăsta, e pur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simplu majestuos.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almost a royal gesture.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Stomil apreciază autenticitatea.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 admires authenticity too.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 Pe mine, să-ţi spun drept,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fascinează.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know. It doesn't fascinate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 very much.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Fiindcă eşti prea tânără. N-ai descoperit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încă valoarea simplităţii autentice.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too young. You haven't had time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learn the value of genuine simplicity.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Învaţă, e chestie de experienţă.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will. It takes experience.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Încerc. Ce crezi, fac bine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mă mărit cu Artur?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try. Tell me, do you think it's a good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idea for me to marry Arthur?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Ah, Artur e altceva.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 are principii.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Arthur is something else again.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has principles.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Stomil avea principii.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Stomil has principles too.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Dimpotrivă,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 a luptat contra lor.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those were only opinions.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 has always detested principles.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 lui Artur în schimb,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de fier.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Arthur, on the other hand,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has cast-iron principles.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 şi nimic mai mult.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that's all he has.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spui, Ala! Gîndeşte-te, e primul om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de 50 de ani încoace încearcă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Ala, how can you say a thing like that?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Arthur's the first man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respecte principiile.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Nu-ţi place?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fifty years to have principles.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Doesn't that appeal to you?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e atât de original!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Şi-i stă atât de bine!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so original!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it's so becoming to him!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eu îl vreau pe Artur chiar şi cu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principii, dacă nu se poate altfel.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take Arthur with principles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 have to, Mother.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 vreau principii fără Artur.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principles without Arthur--no.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ți-a cerut să te măriți cu el?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Isn't he going to marry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 nu.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Arthur.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cine?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who?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Principiile lui solide.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 principles!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de ce ai spui da?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why did you accept?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că sper.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I still have hope.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Fatal.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Fatal.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să continui?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 I continue?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Dă-i drumul, Edi. Eduard, dă-i drumul.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Adică, Eduard, poţi să continui.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Clatter away, Eddie boy. I mean, yes,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Edward, do continue, Edward.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Edi, pe tine nu te oboseşte?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Toată răsturnarea asta!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me, Eddie, does it depress you?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sorry,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ne-o iei în nume de rău,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ideea e a nebunilor ălora.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all this overthrow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thought up by a bunch of fools?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să mă obosească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: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should it depress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ţi-am spus? În toate e atât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largul lui şi natural ca un fluture!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Didn't I tell you? He's as free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natural as a butterfly.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Edi, ce frumos pui tu masa!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Eddie, you set the table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gracefully.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ce să mă prostesc?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Edek, vino încoace.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should I act like a fool?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Eddie, come here.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Poftim, domnişoară?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your service.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Spune, d-ta ai principii?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me, have you got principles?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Principles? Sure.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cum sunt?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Trăsnet!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kind?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best.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putea să-mi spui măcar unul?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ce am din asta?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me one. Please.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in it for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Poţi sau nu poţi?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can you or can't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10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4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Ducă-se. Moment.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notat. Da!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 have to, I guess. Just a sec.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wrote them down. Here it is!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„Eu te iubesc şi tu le dormi".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"I love you, and you're sound sleep."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mai care?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„Depinde cum se-ntinde".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all?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"You made your bed, now lie in it."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N-o mai întoarce, citeşte.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 citesc.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come on, Eddie. Read.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 read. That's a principle.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Şi, şi?!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read another!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râzi?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so funny?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scrie…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there's one here…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Citește.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Read it!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Faţă de cucoane, d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chestie tare!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can't, not in mixed company.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too good.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1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astea sunt principiile tale?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those are your principles?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Nu-s ale mele, domnişoară. Le-am ciupit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un coleg care lucrează la un cinema.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Actually, no. I borrowed them from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friend who works for the movies.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Şi, singur, n-ai... ciupit nici unul?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haven't got any of your own?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not?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aşa, pe-ale mele le ştiu.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I need them for?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 know my way around.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da, Edi, pe ale tale le ştii!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yes, Eddie. You certainly do.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nu! E prea de tot!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no! That's asking too much.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te asigur,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vei fi mulţumit.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Take my word for it.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You'll be glad once it's 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se întâmplă?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what's wrong?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 să-mi îmbrace aia!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wants to strap me into that thing.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 aia?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is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Corsetul străbunicului.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Foarte important: menţine linia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Great grandfather's corset.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Indispensable.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asigură  o ţinută ireproşabilă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orice situaţie.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Pulls in the waist, guarantees a perfect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figure for every occasion.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nimic în lume! Ghetre, da,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blestematul ăsta de guler, da!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no, no. I'm wearing spats,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got this collar 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Vreţi să mă omorâţi?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trying to do--kill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a spus „A" trebuie să spună şi „B"!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let's not do things by halves.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vreau să spun nimic.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să trăiesc.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gone far enough.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 me live!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Nărav vechi. Hai, Stomil,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lasă-te de mofturi.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falling back into your old habits,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Stomil. Stop making such a fuss.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recunoscut singur: în ultima vreme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te-ai îngrăşat.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admitted yourself you'd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been putting on weight.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să fiu gras! </a:t>
            </a:r>
            <a:br>
              <a:rPr sz="2400"/>
            </a:br>
            <a:r>
              <a:rPr b="0" lang="en-US" sz="24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În acord cu natura!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want to be fat! I want to live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harmony with nature!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Adică, vrei viaţă uşoară.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Atunci acceptă de bună voie. 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you want an easy life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fight it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accept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Nora, apără-mă!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Nora, save me!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ai avea într-adevăr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siluetă mai frumoasă?  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don't think it might improve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looks?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Ce-mi trebuie?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artist liber şi gras!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looks? What for?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 free fat artist.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Mereu scandaluri…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Vasăzică, speri?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These perpetual scenes.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say you still have hope?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Biata mea Ala...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Poor Ala…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ce-o să se întâmple dacă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aşteaptă o deziluzie?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if you're only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deluding yourself?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spun.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măcar mie?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my secret.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won't tell even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 surpriză.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will be a surprise.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Unchiul Eugen e din ce în 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pretențios.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Uncle Eugene is really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overdoing it.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crezi că-l influenţează pe Artur?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think he has any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influence on Arthur?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cred.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degrabă invers.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doubt it. It's probably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other way around.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Păcat. Speram că el e de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vină pentru toate.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Too bad. I thought it was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Uncle's fault.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duc să văd ce fac.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Parcă n-am linişte,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I'd better go see what they're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up to. I have a feeling something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o presimţire rea.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going to happen.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do I.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ai grijă, Ala.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Careful, Ala.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tu poţi întinde coarda prea tare.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unchiul Eugen.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go too far—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Uncle Eugene.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6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Edek, voalul!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Eddie, my veil!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se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întâmplă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acolo?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going 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înt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rziat.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You’re late.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3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Dă-i drumul.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 him go.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 E ultima lui rezistenţă.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 It would have given him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final polish.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spus, dă-i drumul.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said let him go.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8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mulţumesc. Artur, mai ai încă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sentimente omeneşti.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you, Arthur. I'm glad to see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still have human feeling.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Protestez!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protest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ce ai! Ce palid 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Arthur, what's happened?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as pale as a ghost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Cadavru îmbălsămat...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whited skeleton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eu sunt, eu, unchiul Eugen!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recunoşti?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Arthur, it's me, it's your Uncle Eugene!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you know me?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strânge, eu sunt, noi împreună,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strânge...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choking me. You and I….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together… Don't…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Zero împăiat, apendice artificial,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proteză fetidă...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stuffed zero, you synthetic blob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worm-eaten false bottom!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Faceţi ceva, îl omoară!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something! He's choking him!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Escrocherie!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fake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schimb placa?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ţi-a spus s-o pui?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wish me to change the record?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told you to put that on?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 Eugen. Trebuia să-i dau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drumul cum intră domnul Artur.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 Eugene. His orders were to put it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as soon as Mr. Arthur entered the room.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Adevărat... l-am spus...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Deocamdată, fără muzică.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that's right.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won't need music right 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nşelăciune, totul 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înşelăciune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whole thing... a fraud!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beat criţă.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dead drunk.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Calomnie! Calomnie neruşinată!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Acest tânăr îşi cunoaşte datoria!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a slander, an infamous slander.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young man knows his duty.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mie nu-mi vine să cred.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 nu bea niciodată.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believe it either.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 never drinks.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mă pricep, nu?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Take it from me. I'm an expert.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tocmai azi?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why today of all days?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Îşi înmormântează viaţa de holtei.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 last hours as a free man.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Desigur e o neînţelegere,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ne pripim cu concluziile.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must be some misunderstanding.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Let's not jump to conclusions.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va lămuri totul.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truth will soon be known.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 Aşteaptă, Artur îţi va explica tot.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începuse.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 Wait, he'll explain.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was just getting started.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Îşi revine.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e's coming to.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3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 asta?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is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Nu-şi recunoaşte propriul tată,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nenorocire!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doesn't know his own father.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 misfortune!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Femei, linişte. Nu din cine mă trag,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întreb.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Quiet, you females! It's not my parents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asking about.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Mascarada asta ce-i?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the meaning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this masquerade?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Asta? Botine...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These... these are spats.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Ah, adevărat... botine…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of course.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hey're spats.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 e puţin obosit, dar totul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 reveni la normal.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Arthur's a little tired. Conditions will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return to normal in a moment.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2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locuri, atenţie!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Take your places. Attention!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 schimbare de program!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will be no change in the program.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He, he, Artur, dragă,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fost numai o glumă, nu?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 ha, well, Arthur, my boy, you were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joking, weren't you?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Voiai să ne încerci, nu? Şugubăţule!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să ştii,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Putting us to the test, you little devil.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worry.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ţinem bine.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won't abandon out positions.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Încheiaţi, cum trebuie, la toţi nasturii de sus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până jos, odată pentru totdeauna!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we are, all buttoned up from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top to toe, once and for all.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Capul sus, Artur, odihneşte-te puţin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pe urmă, la nuntă!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Cheer up, my boy. A little rest,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then ... on with the wedding!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vezi că s-a pilit ca un porc, mă,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fantomă a trecutului?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Can't you see that he's been pillaged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a pig, ghost of the past?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Sângele meu, sângele meu!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blood, my blood!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Minţi. Tăcere! La treabă,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la treabă!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a lie! Quiet! Come on, Arthur.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time for action now.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singur pas doar...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one last step.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Tată, iartă-mă!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ce mai e, vreo nouă farsă?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Father, forgive me.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this? Some new trick?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Mi-am pierdut minţile!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insane!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există întoarcere,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prezent, nici trecut. Nimic!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no going back, no present,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past. Nothing!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nihilist sau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is he now? A nihilist?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eu? Nici eu nu exist?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about me? Am I nothing?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Iartă-mă şi tu!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too… forgive me!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Laşule, impotentule.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a coward, that's all you are.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nu, nu spune asta, nu ... Nu sunt laş...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numai nu pot să cred...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please don't say that. I'm not afraid,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can't believe anymore.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propria mea viaţă...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există întoarcere... forma veche, nu...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lay down my life but there's no turning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back to the old forms.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ne dă realitatea...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m-am înşelat!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can't create a reality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us. I was wrong.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ce vorbeşti?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crearea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lumii! 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talking about?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creating a world.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despre mine? Despre mine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o să vorbească?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me? Isn't anybody going to say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anything about me?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Trădare!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treason!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unchiul să mă ierte!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Ţi-am înşelat speranţele.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must forgive me too. I raised your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hopes and I ve let you down.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crede-mă, e o aberaţie...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believe me, it's impossible…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vreau să ştiu nimic!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Vino-ţi în fire!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refuse to listen to this kind of talk.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Pull yourself together!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Ridică-te, însoară-te! întemeiază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familie, spală-te pe dinţi,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Stand up and get married.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Raise a family, brush your teeth,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mănâncă cu furculiţa şi cuţitul!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eat with a knife and fork,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Lumea să stea din nou în picioare,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cu capu-n jos! Ai să vezi, vom izbuti.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 the world stand up again, not upside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down! You'll see, we'll make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Vrei să pierzi şi ultima şansă?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re not going to throw away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last chance, are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 şansă.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Ne-am înşelat.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zadarnic.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never was a chance.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were wrong. It's hopeless.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8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Are dreptate Stomil. Eşti beat,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nu-ţi dai seama ce vorbeşti!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Stomil's right. You're drunk.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don't know what you're saying.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sunt beat, fiindcă treaz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m-am lăsat înşelat.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drunk. When I was sober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let myself be deceived,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M-am îmbătat ca să pot vedea limpede.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Unchiule, zău, pileşte-te şi dumneata!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I got drunk to dispel my illusions.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You'd better have a drink too, Uncle.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Eu? Niciodată!...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mult un păhărel...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Me? Certainly not…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perhaps just a little one.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M-am îmbătat de treaz ce eram.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M-am îmbătat de deştept.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had cold sober reasons for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getting drunk. I drank myself sane again.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Lasă basmele.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Te-ai îmbătat de disperare.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Nonsense.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got drunk out of despair.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 Şi de disperare. De disperare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forma nu salvează lumea.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despair too. Despair that form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never save the world.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ce?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Ideea!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what can?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ideal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idee? 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idea?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aş şti!? Convenţiile pleacă întotdeauna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o idee.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Tata 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vea dreptate.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 only know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Conventions always spring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an idea. Father was right.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sunt decât un pârlit de formalist.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 contemptible formalist.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nimic, fiule.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Ştii, eu întotdeauna am fost tolerant.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take it so hard, son. You know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always been indulgent.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 drept, am cam avut de suferit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pe urma ideilor tale.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Frankly, though, I've suffered plenty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your ideas.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fericire totu-i trecător.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mi-e pijamaua?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God, that's all over now.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are my pajamas?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Stai! Nici înapoi la pijama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se poate!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Stop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 reversion to pajamas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equally impossible.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nu se poate?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mai vrei să ne mântuieşti?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still trying to save us?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Credeam că te-ai lecuit.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thought you'd got over that.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Ce? Credeai că mă predau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uşor?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think I was going to cave in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completely just like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Adineaori erai om,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acuma vrei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a minute ago you were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acting like a human being.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iarăşi să fii apostol, drace?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tell me you want to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apostle again.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v-am pus epoleţii demnităţii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pierdute, tot eu vi-i smulg!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gave you the epolons of your lost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dignity, and I'm tearing them off!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Aceeași mână! Vreți pocăință?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Same hand! You want repentance?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am îngenuncheat în fața voastră.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Păcatul meu își avea rădăcina în rațiune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knelt before you here.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sin was rooted in reason—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în fiica desfrânată a acesteia,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abstracția.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abstraction,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lost daughter of reason.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mi-am învins rațiunea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 întuneric —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now I have conquered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reason with darkness.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m-am îmbătat pur și simplu,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didn’t simply drink myself into a stupor—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 într-un mod rațional, chiar dacă intenția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mea a fost una mistică.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 so knowingly, even if my intention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was mystical.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PlaceHolder 1"/>
          <p:cNvSpPr>
            <a:spLocks noGrp="1"/>
          </p:cNvSpPr>
          <p:nvPr>
            <p:ph type="title"/>
          </p:nvPr>
        </p:nvSpPr>
        <p:spPr>
          <a:xfrm>
            <a:off x="1187280" y="2209680"/>
            <a:ext cx="7010640" cy="24386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Beția aprinsă m-a purificat.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fiery ecstasy has purified 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aceea trebuie să-mi iertați, pentru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stau curat în fața voastră.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so, you must forgive me, for now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stand before you cleansed.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v-am îmbrăcat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hainele voastre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the one who clothed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your garments—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tot eu vi le-am smuls de pe voi,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 was the one who tore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them from you,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că s-au dovedit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fi giulgiuri de moarte.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they turned out to be shrouds.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n-am să vă las goi în bătaia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vântului istoriei,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will not leave you naked,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exposed to the winds of history,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dacă aţi blestema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măruntaiele din mine! Edek!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 if you curse me to the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very depths of my soul. Eddie!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4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Prezent.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your service.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Închide uș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Shut the door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Închide-le, Eduș, că e curent.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Eddie, shut the door, there's a draft.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Liniște! Ai grijă să nu iasă nimeni.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făcut, domnu' Artur.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let anybody leave.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Okay, boss.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0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e o violare a libertăţilor cetăţeneşti.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a violation of civil rights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Vreți li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bert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 În fața vieții nimeni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 liber, iar viața e sinteză.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want freedom? There is no freedom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life, and life is synthesis.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Ați fi vrut s-o analizați pînă la moarte!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Noroc că-s eu aici.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You'd analyze yourselves to death.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Luckily, however, you have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ştii că nu ţin cu Stomil,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 ţi se pare că întreci măsura?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Arthur, you know I don't agree with Stomil.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aren't you going a little too far?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Socot de datoria mea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să-ţi atrag atenţia.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feel it's my duty to warn you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spite of everything,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sus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țin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libert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atea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individual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stand by the freedom of the individual.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8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acum să găsim ideea.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what we need is to find an idea.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vorbești cu tatăl tău?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this; any way to treat your father?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mă spăl pe mâini.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wash my hands of the whole business.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culcă-te puţin,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fac o compresă.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Arthur, lie down for a while.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make you a nice cold compress.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iese nimeni de aici pînă nu găsim ideea.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Edek, nu dai drumul nimănui.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Until we come up with an idea, nobody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leaves this room. Eddie. Guard the door!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înţeles.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sir.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Găsiţi-i odată ce vrea,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să ne lase în pace.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Find him an idea, somebody,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he'll leave us alone. If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trebuie să ies de aici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 se arde prăjitura.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go to the kitchen, the cake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will be burned to a crisp.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chiar e mai bine să nu ne opunem...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doi.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it's better not to go against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them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are two of them.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propui, unchiule?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suggest, Uncle?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Ştiu şi eu... poate ideea de dumnezeu?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Search me… God, maybe?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ţine. A fost o dată.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been done. Lost His appeal.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dreptate. Nu mai merge încă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pe vremea mea.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True. Even in my time there wasn't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much you could do with God.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crescut într-o epocă a iluminismului </a:t>
            </a:r>
            <a:br>
              <a:rPr sz="2400"/>
            </a:b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 științei exacte.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grew up in an age of enlightenment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exact science.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dumnezeu l-am propus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ca formă.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only mentioned Him for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sake of form.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ne mai trebuie forme,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idei vii ne trebuie.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Forget about form. What we're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now is a living idea.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sportul?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dată practicam călăria.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about sports?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used to ride horseback.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Azi toată lumea face câte un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antrenament sportiv, dar nu dă rezultate.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Everybody goes in for sports nowadays.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lot of good it does them.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Nu-mi mai vine nimic.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are Stomil o idee.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Sorry.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Stomil has an idea.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1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am spus întotdeauna: experimentul.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Experiment. There's an idea.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fim serioşi.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Please, this is serious.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vorbesc serios. Este vorba despre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deschide un drum.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I'm serious too. Blazing trails,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opening new frontiers!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Omul obține mereu noi realizări,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aceste realizări sunt rezultatul experimentării.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Man is always looking for new worlds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conquer comes from experiment.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respinge și a experimenta.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creezi mereu o viață nouă.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trial and error. But always with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aim in view: The new life, radically new!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Viață nouă! Eu nici măcar nu știu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să fac cu cea veche,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new life! I don't even know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to do with the old one,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tata vorbește aici despre o viață nouă.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chiar e prea de tot.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Father is talking about a new life.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just too much.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vreți voi. Dar deocamdată, totul 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stadiu experimental.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everything is still in the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experimental stage, that's why.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Eleonora, tu n-ai nicio idee?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Eleanor, have you got an idea?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ce idee să te-aştepţi de la femei?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no sense asking a woman.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Odată am avut şi eu, dar am uitat.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o gospodărie întreagă pe cap!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had one once, but I forgot.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a whole household on my head!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Întrebaţi-l pe Edek.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 are judecată sănătoasă.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don't you ask Eddie?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s got a good head on his shoulders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spune ceva, poţi să-l crezi.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he does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say something, you can depend on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PlaceHolder 1"/>
          <p:cNvSpPr>
            <a:spLocks noGrp="1"/>
          </p:cNvSpPr>
          <p:nvPr>
            <p:ph type="title"/>
          </p:nvPr>
        </p:nvSpPr>
        <p:spPr>
          <a:xfrm>
            <a:off x="1187280" y="2133360"/>
            <a:ext cx="701064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Edek e inteligenţa comună.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That's right. Eddie is the collective mind.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8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Progresul, domnu' Artur.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I'd say progress, sir.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Adică?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 aşa, în general, progres...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Meaning what?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just that, sir: progress.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care progres?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what kind of progress?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Ăla... înainte.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Progresul înainte.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progressive kind, the kind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goes right ahead.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Adică... tot în faţă.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mean forward?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aşa. Cu faţa înainte.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Right. With the front moving forward.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Vrei să spui, există un înainte şi în dos?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the front is in back?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Depinde dincotro te uiţi.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Depends on how you look at it.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dos înaintele e tot înainte,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look from back to front,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front is in front,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chit că dinspre dos.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though somehow or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other it's also in back.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Complicat.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doesn't sound very clear to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 progresiv, domnul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it's progressive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sir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să vă anunţ ceva...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something I must tell you…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ne deranja, mamă.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vezi că bărbaţii discută politică?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now, Mother. Can't you see the men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discussing politics?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cuvinţel...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two words…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nu-mi place. Mie îmi trebuie o idee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să-mi dea forma.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I don't like it. I need an idea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naturally, inevitably, leads to form.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progres de felul ăsta nu face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decât să încurce. E amorf.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Progress of this kind does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 but confuse. It's amorphous.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Dragii mei, am ceva să vă anunţ.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Scurt de tot.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Please listen to me, my darlings.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won't take much of your time.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is it now?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ştiu, parcă nu arată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 apele ei.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know. Something's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wrong with Mama.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târziu, sîntem ocupaţi.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eu îţi repet,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Later. We're busy now.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still say we should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degrabă revenim la experimente.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Ideea apare de la sine.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 back to experiments.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the idea will come by itself.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63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6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ce faci?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doing, Mama?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6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Mor.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dying.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9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ce glume-s astea?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Auziţi, mama spune ca moare!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Mother! That's not very funny,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know. Mother says she's dying.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adică, moare! Noi discutăm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probleme importante!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 Dying?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Can't she see we're busy?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Auzi, mamă?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hear that, Mama?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Ajută-mă.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Help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Lasă mofturile, mamă,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azi e ziua nunţii.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don't be silly, Mama. There's going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a wedding today.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Vrei, cu moartea dumitale,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strici totul?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wouldn't want to spoil everything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dying, would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Moarte, ce-i aia moarte?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m-am gîndit niciodată la una ca asta...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Dying? What's all this about death?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never thought about that…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Moarte? Bună idee...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Death? Excellent idea!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Asta-i nebunie curată. Eugenia, fii cuminte,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a mai pomenit, să mori!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ridiculous, Eugenia. Pull yourself together.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Thisis no way to behave.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Bunico, dar e anormal!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wouldn't be normal, Grandmother.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3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Sunteţi cu toţii nişte minţi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cele mai luminate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all so intelligent,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când vrea omul să facă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ceva atât de obişnuit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if somebody wants to do something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simple as dying,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încât să moară, nu vă vine să credeţi.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oameni!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don't know what to make of it.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Really, you are very strange people.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8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Vedeţi?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Face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 ceva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Poate-i de-adevăratelea...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at her. Do something.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she's really…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Ghenca, ajunge cu extravaganţele!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moarte-i asta!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Eugenia, this is carrying eccentricity too far.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sort of thing isn't done in our family.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ceva nu s-a mai pomenit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 familia noastră!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has never happened in our family!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ajunge! Până și ipocrizia are o limită!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enough! It's sheer hypocrisy.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Moartea... formă perfectă.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Death… the supreme form.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5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6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Cheile de la odaia mea le-am lăsat pe masă.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Nu-mi mai trebuie. Acuma plec de tot.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You'll find the key to my room on the table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won't need it anymore. Now I'm leaving.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Cărţile de joc le găsiţi în sertar.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Fiecare c-un semn.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cards are in the drawer.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marked.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Moartea... formă perfectă.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Death … the supreme form!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puţintel neviabilă.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exactly viable, though, is it?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 Din moment ce-i a altuia...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ţi-e şi cu bunica, s-a deşteptat!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not? When it's somebody else's death.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Grandma, you're brilliant!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vă fie ruşine!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vă fie ruşine, la toţi!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ought to be ashamed of yourself!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all ought to be ashamed of yourselves.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Ghenka, măcar supraveghează-ţi ţinuta.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mai bine ştii ce, scoală-te.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Eugenia, lie properly at least.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get up this minute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PlaceHolder 1"/>
          <p:cNvSpPr>
            <a:spLocks noGrp="1"/>
          </p:cNvSpPr>
          <p:nvPr>
            <p:ph type="title"/>
          </p:nvPr>
        </p:nvSpPr>
        <p:spPr>
          <a:xfrm>
            <a:off x="1258560" y="206028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Una ca asta nu se face în public.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Dying is not a way to behave in society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Sfârşiţi odată, nu vedeţi ce se întâmplă?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Stop! Can't you see what's happening?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țin cont de bunele maniere,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din punctul de vedere al experimentului,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care about good manners, but from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standpoint of the experiment,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moartea nu intră în calcul,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este o acțiune definitivă.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death is out of the question—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an irreversible act.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Condiția de bază a experimentului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este repetabilitatea.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fundamental condition of any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experiment is repeatability.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excepția cazului în care este un fel de preludiu experimental, pe care mama îl prezintă.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Unless, of course, it’s some sort of trial étude Mama is performing.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nici atunci nu îl aprobăm.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even then, we do not approve.</a:t>
            </a:r>
            <a:br>
              <a:rPr sz="2400"/>
            </a:b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Veniţi mai aproape, copiii mei.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closer, my children.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2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Edek.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Eddie, you tool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sunteţi?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are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8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Noi suntem… noi.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We’re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us.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1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Îşi bate joc de noi!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spus ceva de râs?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she's insulting us.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I say something funny?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Totuşi, nu mă simt deloc bine.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 feeling so well myself.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că-mi doare capul.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Must be a headache.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Eh, prostii. Cel mai important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să nu porţi gulere strâmte.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 serious, I guess.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Must be these tight clothes.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7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mai încearcă o dată!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Try again, Mama.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0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murit!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She's dead.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3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totuşi ciudat.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 atât de neserioasă.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Strange.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was always so frivolous.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vreau!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dont want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pricep.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understand.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n-am niciun amestec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treaba asta.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want to have anything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do with this.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ştiut… Stomil, de ce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m-ai prevenit niciodată?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never dreamed… Stomil,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didn't you warn me?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Sigur, tot eu, iarăşi. De altfel nu văd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se fi schimbat ceva.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course, it's all my fault. Frankly I don't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see that this changes anything at all.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Gulerul mă strânge la fel.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collar's as tight as ever.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2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Edek, la mine!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Eddie, come here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Eşti tare de pumn?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pack a good punch, don't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Tăricel, domnu'.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bad, sir.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Şi-ai ştii să... în caz că...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if necessary, you could…?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Aţi spus ceva, domnu' Artur?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auzit bine...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ask me a question, Mr. Arthur?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not sure I heard you right.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1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Edek, îmi placi.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Totdeauna mi-ai plăcut.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Eddie, I like you.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always liked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eu îmi făceam socoteala. Eu cu domnu’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putea sta de vorbă.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I've always thought we'd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understand each other someday.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înţelegi?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you do understand?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Edi cunoaşte viaţa.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 understands all right.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duc. Ultimele evenimente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m-au obosit. Trebuie să mă întind.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business has rather upset me.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going to lie down for a while.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rămâi aici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tat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Stay right where you are, Father.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Încetează odată să-mi mai dai ordine,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flecuşteţule. Sunt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obosit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stop ordering me around,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little punk. I'm tired.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va să zică?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do you think you are?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avut vreo aventură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lacheul ăsta?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you've been having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affair with this flunky?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Ah, dumnezeule, nu acum!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în faţa mamei!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God's sake, not now.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with Mama lying there.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Răbdare. Acuma totul e limpede.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Poftiţi după mine spre viitorul fericit.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Patience. Now all is clear.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Follow me to the happy future.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vreau nimic...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Probabil vârsta.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just don't seem to care anymore.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must be getting old.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Stomil, noi nu mai suntem tineri, nu?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părere ai?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just not as young as we used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be, are we, Stomil? What do you think?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Vorbeşte pentru dumneata. Eugenia era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aproape de vârsta dumitale, ipocrit bătrân.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Speak for yourself. You're almost as old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Eugenia was, you old hypocrite.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mă simt perfect. Mă rog,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mici excepţii... Eleonora, unde eşti?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feel fine. By and large.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Eleanor, where are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Aici, Stomil, aici, lângă tine.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Vino mai aproape.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Here, Stomil, right beside you.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here.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te simţi?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Simt un fel de sfârșeală...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do you feel?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feel some kind of ending…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isprăvit cu bâjbâielile.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Uncertainty and indecision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behind us now.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faţa noastră se aşterne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drum limpede.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the road lies before us,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straight and clear.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singură lege,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singură turmă.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now on there will be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one law and one herd.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Iarăşi bate câmpii...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doare capul...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he jabbering about now?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my head!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Confundă codul de legi cu un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manual de creştere a şeptelului.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Something about a new legal code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livestock.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Înțelegeți acum care este concluzia finală?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Ah, nici vorbă să înțelegeți, voi, ființe trupești,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understand now what the final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conclusion is? Ah, of course not —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voi vă preocupați doar de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glandele voastre,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you, beings of flesh, you're only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concerned with your glands,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temeți pentru nemurirea voastră.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fear for your immortality.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eu înțeleg, eu înțeleg!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sunt mântuitorul vostru.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understand! 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ehold your redeemer!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mă ridic deasupra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existenței temporare și vă cuprind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risen above this world,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 will draw you all up after me,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toți în brațe, pentru că mintea mea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eliberat din robia viscerelelor. Eu...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I alone have a brain freed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the snares of the bowels.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Vorbește mai clar, dragul meu nepot.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dear great-nephew,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loc să ne insulți aici,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bine explică ce vrei.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kindly express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yourself more clearly.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și acum nu înțelegeți, </a:t>
            </a:r>
            <a:br>
              <a:rPr sz="2400"/>
            </a:br>
            <a:r>
              <a:rPr b="0" lang="en-US" sz="2400" strike="noStrike" u="none">
                <a:solidFill>
                  <a:srgbClr val="e6e6e6"/>
                </a:solidFill>
                <a:effectLst/>
                <a:uFillTx/>
                <a:latin typeface="Arial"/>
              </a:rPr>
              <a:t>voi vegetație urâtă?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Won't you ever understand, you whose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lives rot away like mushrooms?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Sunteți ca puii de câine orbi,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ați tot învârti în cerc fără sfârșit,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like blind puppies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 walk in circles forever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n-ați avea un stăpân și un conducător!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they had no master to lead them.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formă și idee,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scufundați în haos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Without form or ideas, you would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crumble to chaos and be consumed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ați fi mistuiți de vid,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nu v-aș salva eu.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the void if I weren't on hand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save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Știți ce fac cu voi? Creez un sistem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care rebeliunea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know what I'm going to do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you? I'm going to create a system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unește cu ordinea,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neantul cu existența.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which rebellion will be combined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order, nonbeing with being.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ies din cercul strâmt al opozițiilor!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will transcend all contradictions.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bine ai dispărea de aici.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M-ai decepţionat.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would perhaps be better if you'd just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leave the room. You've disappointed 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Noi doi nu mai avem ce ne spune.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mă întorc la memoriile familiei.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all over between us. I'll probably return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writing my memoirs.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întreb: dacă nu există nimic, dacă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până şi nesupunerea e imposibilă,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 me just ask you this: if nothing exists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if even rebellion is impossible,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se poate crea din nimic,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dăinuie?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what can be raised up out of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nothingness and made to exist?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târziu, ar fi cazul să mâncăm.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late. We could all do with a bite to eat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răspunde nimeni?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Isn't anybody going to answer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Eleonora, ce avem azi la masă?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 mânca ceva ușor.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Eleanor, what are we having for lunch today?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I'd like something light.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stomacul nu-mi este în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cea mai bună stare.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stomach's a bit queasy.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timpul să ne gândim și la asta.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high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time we took better care of it.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Vom avea grijă,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Stomil, vom avea grijă.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right, Stomil. From now 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we'll look after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dreptate, trebuie să trecem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o viață regulată.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right, we need to move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a regular life.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Ei? Tăceți?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 Silence?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acum înainte vom avea grijă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organismul nostru.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now on we will take care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our body.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După-amiaza puțină odihnă și plimbare.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Dimineața experimente.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little nap after lunch, a little stroll after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napping.The morning will be for experiments.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Tăceți?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Silence?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să fie doar mâncăruri fierte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unt sau apă, bine?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everything cooked in butter,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maybe cut out fats entirely.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Desigur, o dietă ușoară.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nu ne strice somnul.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course, a light diet.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it doesn't ruin our sleep.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vă spun eu.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right, I'll tell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fii atent la farfurii.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Careful of the dishes, Arthur.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Există o singură posibilitate: puterea!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only possible answer is power.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putere?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suntem în familie!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Power? What power?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your family, remember?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Bate câmpii.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Nu-l luaţi în seamă.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raving.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pay any attention to him.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puterea poate fi creată din nimic.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puterea există deşi n-a existat nimic.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Power alone can be created from nothing.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Power alone can exist in a vacuum.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Uite, am ajuns sus, deasupra voastră.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văd jos, jos de tot!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I am up here above you,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are beneath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potrivit-o bine, ce să zic!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Brilliant, isn't he?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dă-te jos imediat!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Arthur, come down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Târâţi-vă în praf şi pulbere!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grovel beneath me in dust and ashes.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ÎI lăsăm să ne trateze în felul ăsta?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long are we going to put up with this?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Deocamdată să spună ce vrea.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prânz o să revenim la subiect.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 him talk. We'll take care of him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lunch.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Deși, să fiu sincer, nu știu de la cine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moștenit astfel de înclinații.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beyond me where he gets these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tendencies. Must be his upbringing.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educație frumoasă!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education!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Forţă şi hotărâre,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iată ce trebuie omului.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Everything depends on being strong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decisive.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sunt plin de forţă.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am strong.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Uitați-vă la mine, eu sunt coroana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visurilor voastre!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at me then. I am the answer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your dreams.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Domnule, va fi ordine!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Sir, there will be order.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Tată, tu mereu ai fost rebel,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rebeliunea ta nu a dus decât la haos,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Father, you have always rebelled,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your rebellion consume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până s-a autodistrus. Uitați-vă la mine!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itself in chaos. Now look at me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8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Rebeliunea este și putere,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dar sub formă de ordine,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Power, too, is rebellion. A revolution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form and order,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sus se revoltă împotriva josului,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superioritatea împotriva inferiorității!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revolt of the top against the bottom,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high against the low.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sunt nici sinteză, nici analiză,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acţiune, voinţă, energie.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Neither synthesis nor analysis, I am the act,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will and the way,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forţa. Mai presus de orice,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orice, lângă orice.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am power. I am above, within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beside all things.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Mulțumiți-mi pentru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v-am împlinit tinerețea.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Give thanks to me for fulfilling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dreams of your youth.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Stăpân pe forma pe care o vreau eu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nu una singură, ci o mie de forme posibile;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Master of the form I choose — and not just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one, but a thousand possible forms;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să creez şi să distrug ce vreau, să încarnez,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dezincarnez, să amputez!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create and destroy as I please,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incarnate, disincarnate, amputate!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Totul e în mine, aici!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here within me--everything.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Iată unde a ajuns!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Sad to see a thing like this happen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şi tu, n-o lua în serios.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Joacă de căţelandru.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don't take it so seriously.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Adolescent foolishness.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Vorbe, vorbe, vorbe.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putere are el asupra noastră?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Words, words, words.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power has he got over us?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Adevărat.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temei are să trăncănească aşa?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Right! What does all his talk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amount to anyway?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Între noi există legături de sânge,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o abstracţie oarecare.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united by blood,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by abstractions.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poate să ne facă nimic.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can't do a thing to us.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putere am? Foarte simplu.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pot ucide.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power?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very simple.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kill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interzic... Totul are o limită!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absolutely forbid you. There are limits.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Limitele pot fi depăşite.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m-aţi învăţat chiar voi?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Limits can be transcended.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taught me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Stăpân pe viaţă şi pe moarte,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ce-mi poate da o putere mai mare?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that power over life and death.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greater power can there be?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descoperire simplă și genială.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simple but profoundly important discovery!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Absurd. O să trăiesc cât o să-mi placă.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Adică, pardon cât o să placă...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Nonsense! I'll live as long as I please.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is, I mean, as long as it pleases.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urma urmei cui? Stomil, tu ştii, cui?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 whom, do you, Stomil?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spunem... naturii.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Exact. Naturii sau soartei.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Well… Nature?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Exactly. Nature or fate.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Mie!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Gura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Me!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Shut up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dacă eu sunt soarta ta?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suppose I become your fate?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Eleonora, Stomil,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înseamnă asta?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Eleanor, Stomil,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does this mean?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dezic!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Totuși este fiul vostru!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won't stand for 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your son, after all.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Vezi, Artur? Ți-ai speriat unchiul.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înverzit la față.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Look, Arthur. You've frightened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uncle. He's white as a sheet.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doar stai jos, Stomil, nu te ridica,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imediat aduc o pernă.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get up, Stomil.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get you a pillow.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Moartea stă în voi,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o privighetoare în colivie,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Each one of you has a death shut inside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like a nightingale locked in a cage.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doar de mine depinde să o eliberez.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I have to do is let it out.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Privighetoare, asta a fost frumos.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Nightingale, that was beautiful.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azi am discutat destul,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ve talked long enough.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sistemul a început să prindă viaţă,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timpul să trecem la acţiune.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horizons have been expanded, but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it's time for something concrete.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Ajunge cu teoria, hai să ronţăim ceva;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acord, Eleonora?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Enough theory. Let shave something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eat. What do you say, Eleanor?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voiam de mult, dar nu m-aţi lăsat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scot o vorbă.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wanted to suggest that some time ago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couldn't get a word in edgewise.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ori te dai jos,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 îţi scoţi pantofii!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Enough now, Arthur, come down.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at least take your shoes off.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Adevărat, unchiule, adevărat,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sosit timpul acţiunii.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right, Uncle, it's time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something concrete.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Edek, îngerul meu posomorât,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îngerul abstracției divine, eşti gata?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my somber angel, angel of divine abstraction, are you ready?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Gata, şefule.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Ready, chief.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înhaţă-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Finish me!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vrei să faci?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going to do?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PlaceHolder 1"/>
          <p:cNvSpPr>
            <a:spLocks noGrp="1"/>
          </p:cNvSpPr>
          <p:nvPr>
            <p:ph type="title"/>
          </p:nvPr>
        </p:nvSpPr>
        <p:spPr>
          <a:xfrm>
            <a:off x="1187280" y="2133360"/>
            <a:ext cx="701064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întâi îl lichidăm pe unchiul.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First we're going to rub out Uncle Eugene.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„Îl lichidăm”...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Ţţţt, ce expresie de maidan!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Rub out? Where on earth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pick that up?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Şi-a și găsit momentul.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am tensiune...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now of all times, with my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blood pressure skyrocketing!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tocmai pe mine!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Sistemul meu! Edek, demonstrează-i: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ştie pe ce lume trăieşte.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I'm all just theory, am 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Eddie, show him he's mistaken.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Drept cine mă luaţi,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canalii mărunte?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trash!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take me for?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7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nu-i sistem, e mârşăvie!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isn't a system. It's mob rule.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Edek, fă-ţi datoria.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your duty, Eddie.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vrea de la mine slugoiul ăsta?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Cară-te, ţine-ţi mâinile acasă!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does this ape want of me?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Keep your hands off me!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slugă, e braţul viu al spiritului meu.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Întruparea cuvintelor mele.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not an ape. He's the right arm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my spirit, my word made flesh.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Eleonora, mă sufoc, Eleonora!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Eleanor, I feel awful. Eleanor!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leşinat tata!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Look, your father's fainted.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Dementule, asasinule!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Madman! Murderer!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Nu! Sunt doar un om care nu dă înapoi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faţa acestei unice posibilităţi.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No! A man who has seen the one possibility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doesn't shrink from it.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pur ca natura însăşi.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îngrădeşte nimic. Mă simt slobod!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am pure as nature. I am free.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Free!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Aşteaptă.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Întâi să salvez lumea.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Wait.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First we've got to save the world.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te-am înşelat cu Edek.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been unfaithful to you. With Eddie.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1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ai spus?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te-am înşelat cu Edek.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Ştiam că ţi-e indiferent.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cheated on you with Eddie.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didn't think you'd mind.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te însori cu mine numai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respecţi o convenţie.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all, you only wanted to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marry me out of principle.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Când?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2400"/>
            </a:b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Azi dimineaţă.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When?</a:t>
            </a:r>
            <a:br>
              <a:rPr sz="2400"/>
            </a:b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morning.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n-ar trebui să suferi.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Eu, numai aşa...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didn't think you'd care.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thought…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Uite, sunt gata de nuntă.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Îţi plac?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I’m ready for the wedding.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do I look?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Stai, stai, cum adică...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pe mine? Tu, pe mine?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Wait a second, wait… You?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did that to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uitat să-ţi spun, erai atât de ocupat...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putem pleca.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forgot to tell you You were busy 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can go now?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Vrei neapărat să-mi pun mănuşile?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Mi-s mici. Îţi place cum m-am pieptănat?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Should I wear my gloves? They’re a bit tight.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like the way I've done my hair?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mine?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did that to me?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Ah, tot de asta-i vorba.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N-aș fi crezut că îți pasă atât de mult.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Ah, that's what this is all about. I wouldn't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thought you'd be so concerned.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discutăm despre altceva.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Let’s change the subject, shall we?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ai putut… cum ai putut...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could you… how could you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Spuneai că ai nevoie de mine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de o camaradă. Îţi aminteşti?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 said you only needed me to help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with your plan. Don't you remember?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Te-am înţeles bine?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didn't misunderstand you, did I?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discutat despre tot felul de lucruri,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erai atât de inteligent că mi-ai impus.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we were talking and you said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such clever things, I was impressed.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 n-ar fi cutezat.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 could never have spoken like that.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2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8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Edek!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5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ai, dragule? Ţi-am spus doar,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eram convinsă că ţi-e totuna.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got into you, darling?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told you, I didn't think you'd care.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Zău, mă mir de tine. Atâtea istorii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un fleac.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Frankly, I'm surprised at you making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such a fuss over nothing.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pare rău că ţi-am spus.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I'm sorry I even told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de ce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why?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Ah, tare eşti încăpăţânat!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Ei... am avut motivele mele.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my stubborn darling!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had my reasons.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motive?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reasons?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mai bine să nu discutăm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astea. Te enervează.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Let's forget about it. You're just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getting yourself all worked up.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Vorbeşte!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me!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eu... numai aşa, o bagatelă.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only wanted to…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Motivele?!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reasons…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Zău, nu importă...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the stupidest, silliest little reasons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departe!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 on!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Nu-ţi spun nimic.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Parcă văd cum te bosumfli.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won't tell you.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always get mad.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doamne!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God!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vrei, pun punct şi gata.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Ce-s de vină eu?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want, we'll never say another word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the whole thing. Is it all my fault?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2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mă nedreptăţiţi toţi?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v-am făcut?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are you all against me?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have I done to you?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n-auzi?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Mother, did you hear that?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Ala, ţi-am atras atenţia.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Ala, I warned you.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spune-i 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aşa nu se poate.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tell her she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mustn't do such things.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 ceva, ajută-mă,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pot aşa, spune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something, help me,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 live like this.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her…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se poartă în felul ăsta cu mine,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ce...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can she treat me like this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silly child.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Pleacă de aici, tontule.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 away from me, you fool.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Voiam să vă salvez, eram cât p-aci...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Voi stricaţi totul.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wanted to save you. I was so close…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now you've ruined it all.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Lumea e rea, rea, rea!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Ah, the world is evil, evil, evil.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vino-ncoace.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Sărăcuţul de tine, mi-e tare milă...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to me, Arthur! Oh, my poor boy,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feel so sorry for you.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4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Milă? Îndrăzneşti să spui că ţi-e milă de mine?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Nu-mi trebuie milă!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Sorry for me? You dare to pity me?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need anyone's pity.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mă cunoaşteţi încă,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v-arăt eu vouă!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don't know me yet…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you're going to now.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mi-aţi acceptat ideea,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m-aţi călcat în picioare!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rejected my idea.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You've trampled me under-foot.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împroşcat cu noroi cea mai nobilă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idee din istorie, curvo!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besmirched the noblest idea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all history, you goose!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ştii pe cine ai pierdut.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Şi pentru cine?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can't even begin to imagine who it is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vou've lost. And who did you do it with?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debilul ăsta mintal, pentru simptomul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ăsta degenerat al descompunerii epocii noastre!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this half-witted punk,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garbage dumped out by our times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Plec, dar nici pe voi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 las să vieţuiţi.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go away, but I won t leave you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behind in this world.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aşa nu ştiţi la ce bun.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don't know what you re living for anyway.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ţi-e amantul?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is he, your darling lover?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ţi-e pântecul putred? Vă spintec!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Revolverul! Unde-i revolverul?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Where's that rotten beer belly anyway?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fix that early bird's guts!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’s the revolver?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afurisita asta de ordine nu mai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găseşti nimic.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impossible to find anything with all this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damned order!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n-ai văzut cumva revolverul?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have you seen the revolver?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8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Tare mai era.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was hard.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Artur, fiule…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Arthur, my boy…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3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Ciudat... 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totul a disp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ărut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Strange… everything's disappeared…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vrut... Nu-i adevărat!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didn't want… It's not true!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Te-am iubit, Ala...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loved you, Ala.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nu mi-ai spus mai devreme?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didn't you tell me before?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„Te iubesc şi tu le dormi”.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"I love you and you're sound asleep."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Trezeşte-te,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Stomil. M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oare băiatul!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Wake up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Stomil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Your son is dying!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murit.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He’s dead.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2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e mai bine pentru el.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Încă puţin şi-şi omora unchiul.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Perhaps he's better off.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nearly murdered his uncle.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Iertaţi-l că n-a fost fericit.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Forgive him. He wasn't happy.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port nicio ranchiună.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Oricum, nu-mi mai poate face nimic.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 don't bear him any grudge.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can't hurt me 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vrut să înfrângă nepăsarea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delăsarea.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wanted to overcome carelessness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neglect.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trăit raţional, dar prea pătimaş.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lived rationally, but too passionately.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L-au ucis sentimentele,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trădate de o abstracţiune.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died because his thought had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betrayed his feelings.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Gândea bine, dar prea le punea la inimă.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Ăştia nu apucă să îmbătrânească.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meant well, but he was too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highstrung. His kind never gets old.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Taci, canalie,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pleacă de aici.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Hold your tongue, you scoundrel,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get out of my house.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Fii mulţumit că nu te chem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răspundere.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ought to be glad to get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off so easy.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de ce adică să plec, tocmai acum?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Repet, 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Artur 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gândea bine. Eu rămân aici.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should I leave? I'll say it again: </a:t>
            </a:r>
            <a:br>
              <a:rPr sz="2400"/>
            </a:b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Arthur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meant well. I'm staying.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rândul meu.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ascultaţi de mine.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my turn now. Now you're all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going to listen to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Noi? De tine?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listen? To you?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Şi de ce nu?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Aţi văzut ce lovitură am.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Sure why not? You've seen that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pack a wicked punch.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8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 fie frică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dacă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staţi cuminţi,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Nothing to worry about so long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you keep quiet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zburdaţi şi-mi ascultaţi ordinele! </a:t>
            </a:r>
            <a:br>
              <a:rPr sz="2400"/>
            </a:b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să vă fie bine cu mine.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do what I say. You'll see.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won't have to worry.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sunt un om direct, </a:t>
            </a:r>
            <a:br>
              <a:rPr sz="2400"/>
            </a:b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ot să şi glumesc, şi să mă distrez</a:t>
            </a: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an open, easygoing man.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like a joke, like a good time.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să m-ascultaţi.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listen to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 am mai ajuns.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We're in for it 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Domnu' Ghena, ce-s vorbele astea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necuviincioase?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know, 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Eugene,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talk too much.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Hai, mai bine scoate-mi ghetele...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Take my shoes off for me will you?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7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supun forţei, dar în fundul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sufletului o dispreţuiesc.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submit to brute force.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I'll despise him in my heart.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Dispreţuieşte cât vrei, numai scoate-le.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Hai, mişcă, un, doi.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 ahead and despise me, but now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take my shoes off, and quick.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1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 se păruse că ne călăuzeşte ceva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infraomenesc și că de aceea omenescul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always thought we were slaves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abstractions, but that someday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răzbună, omorându-ne.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văd că e numai Edek.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humanity would take its revenge.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I see that it's only Eddie.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n-o să ne fie aşa de rău.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Ţie are să-ţi dea voie să ţii regim.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it won't be so bad.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certainly won't mind if you diet.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le curăţ?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Should I shine them?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Ia-le cadou de la mine. </a:t>
            </a:r>
            <a:br>
              <a:rPr sz="2400"/>
            </a:b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Oricum mă duc să</a:t>
            </a:r>
            <a:r>
              <a:rPr b="0" lang="ro-RO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schimb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yours.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changing anyway.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8" name="" descr=""/>
          <p:cNvPicPr/>
          <p:nvPr/>
        </p:nvPicPr>
        <p:blipFill>
          <a:blip r:embed="rId1"/>
          <a:stretch/>
        </p:blipFill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9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pic îngust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dar merge.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little </a:t>
            </a:r>
            <a:r>
              <a:rPr b="0" lang="hu-HU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tight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but not bad</a:t>
            </a:r>
            <a:r>
              <a:rPr b="0" lang="ro-RO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1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 Eleonora. Suntem doar o sărmană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pereche de părinţi bătrâni.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Come, Eleanor. We're only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poor old couple now.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să nu-mi plecaţi prea departe.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Aşteptaţi alături să vă chem.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go too far, and be ready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come running when I call.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Ala, vii cu noi?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coming with us, Ala?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Vin. Mă iubea, asta nu mi-o poate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lua nimeni.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coming. He loved me, nobody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take that away from me.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presupunem că a fost dragoste.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may as well assume it was love.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zis ceva, tată?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say something, Father?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nimic special.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Me? No.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0" name=""/>
          <p:cNvSpPr txBox="1"/>
          <p:nvPr/>
        </p:nvSpPr>
        <p:spPr>
          <a:xfrm>
            <a:off x="628560" y="1825200"/>
            <a:ext cx="788688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4144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 se pare, Artur, că nimeni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are nevoie de tine.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got the feeling, Arthur, my boy,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nobody needs you anymore.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Domnu' Eugen, 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dansăm?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Uncle Eugene,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 you like to dance?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dumneata?</a:t>
            </a:r>
            <a:br>
              <a:rPr sz="2400"/>
            </a:b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Ştii ce, zău aş dansa. 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Me? With you?</a:t>
            </a:r>
            <a:br>
              <a:rPr sz="2400"/>
            </a:b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all right, why not?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PlaceHolder 1"/>
          <p:cNvSpPr>
            <a:spLocks noGrp="1"/>
          </p:cNvSpPr>
          <p:nvPr>
            <p:ph type="title"/>
          </p:nvPr>
        </p:nvSpPr>
        <p:spPr>
          <a:xfrm>
            <a:off x="1218960" y="2133360"/>
            <a:ext cx="7010280" cy="243828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KINGA</dc:creator>
  <dc:description/>
  <cp:keywords/>
  <dc:language>en-US</dc:language>
  <cp:lastModifiedBy>Marketing9020</cp:lastModifiedBy>
  <dcterms:modified xsi:type="dcterms:W3CDTF">2025-05-30T13:39:45Z</dcterms:modified>
  <cp:revision>86</cp:revision>
  <dc:subject/>
  <dc:title>Slide 1</dc:title>
</cp:coreProperties>
</file>