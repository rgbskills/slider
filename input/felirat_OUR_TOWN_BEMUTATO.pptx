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Default Extension="fntdata" ContentType="application/x-fontdata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_rels/presentation.xml.rels" ContentType="application/vnd.openxmlformats-package.relationship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s/slide16.xml" ContentType="application/vnd.openxmlformats-officedocument.presentationml.slide+xml"/>
  <Override PartName="/ppt/slides/slide181.xml" ContentType="application/vnd.openxmlformats-officedocument.presentationml.slide+xml"/>
  <Override PartName="/ppt/slides/slide238.xml" ContentType="application/vnd.openxmlformats-officedocument.presentationml.slide+xml"/>
  <Override PartName="/ppt/slides/slide660.xml" ContentType="application/vnd.openxmlformats-officedocument.presentationml.slide+xml"/>
  <Override PartName="/ppt/slides/slide263.xml" ContentType="application/vnd.openxmlformats-officedocument.presentationml.slide+xml"/>
  <Override PartName="/ppt/slides/slide962.xml" ContentType="application/vnd.openxmlformats-officedocument.presentationml.slide+xml"/>
  <Override PartName="/ppt/slides/slide159.xml" ContentType="application/vnd.openxmlformats-officedocument.presentationml.slide+xml"/>
  <Override PartName="/ppt/slides/slide17.xml" ContentType="application/vnd.openxmlformats-officedocument.presentationml.slide+xml"/>
  <Override PartName="/ppt/slides/slide182.xml" ContentType="application/vnd.openxmlformats-officedocument.presentationml.slide+xml"/>
  <Override PartName="/ppt/slides/slide18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9.xml" ContentType="application/vnd.openxmlformats-officedocument.presentationml.slide+xml"/>
  <Override PartName="/ppt/slides/slide239.xml" ContentType="application/vnd.openxmlformats-officedocument.presentationml.slide+xml"/>
  <Override PartName="/ppt/slides/slide938.xml" ContentType="application/vnd.openxmlformats-officedocument.presentationml.slide+xml"/>
  <Override PartName="/ppt/slides/slide79.xml" ContentType="application/vnd.openxmlformats-officedocument.presentationml.slide+xml"/>
  <Override PartName="/ppt/slides/slide575.xml" ContentType="application/vnd.openxmlformats-officedocument.presentationml.slide+xml"/>
  <Override PartName="/ppt/slides/slide265.xml" ContentType="application/vnd.openxmlformats-officedocument.presentationml.slide+xml"/>
  <Override PartName="/ppt/slides/slide964.xml" ContentType="application/vnd.openxmlformats-officedocument.presentationml.slide+xml"/>
  <Override PartName="/ppt/slides/slide266.xml" ContentType="application/vnd.openxmlformats-officedocument.presentationml.slide+xml"/>
  <Override PartName="/ppt/slides/slide100.xml" ContentType="application/vnd.openxmlformats-officedocument.presentationml.slide+xml"/>
  <Override PartName="/ppt/slides/slide260.xml" ContentType="application/vnd.openxmlformats-officedocument.presentationml.slide+xml"/>
  <Override PartName="/ppt/slides/slide14.xml" ContentType="application/vnd.openxmlformats-officedocument.presentationml.slide+xml"/>
  <Override PartName="/ppt/slides/slide261.xml" ContentType="application/vnd.openxmlformats-officedocument.presentationml.slide+xml"/>
  <Override PartName="/ppt/slides/slide960.xml" ContentType="application/vnd.openxmlformats-officedocument.presentationml.slide+xml"/>
  <Override PartName="/ppt/slides/slide102.xml" ContentType="application/vnd.openxmlformats-officedocument.presentationml.slide+xml"/>
  <Override PartName="/ppt/slides/slide1589.xml" ContentType="application/vnd.openxmlformats-officedocument.presentationml.slide+xml"/>
  <Override PartName="/ppt/slides/slide433.xml" ContentType="application/vnd.openxmlformats-officedocument.presentationml.slide+xml"/>
  <Override PartName="/ppt/slides/slide15.xml" ContentType="application/vnd.openxmlformats-officedocument.presentationml.slide+xml"/>
  <Override PartName="/ppt/slides/slide986.xml" ContentType="application/vnd.openxmlformats-officedocument.presentationml.slide+xml"/>
  <Override PartName="/ppt/slides/slide1339.xml" ContentType="application/vnd.openxmlformats-officedocument.presentationml.slide+xml"/>
  <Override PartName="/ppt/slides/slide534.xml" ContentType="application/vnd.openxmlformats-officedocument.presentationml.slide+xml"/>
  <Override PartName="/ppt/slides/slide180.xml" ContentType="application/vnd.openxmlformats-officedocument.presentationml.slide+xml"/>
  <Override PartName="/ppt/slides/slide237.xml" ContentType="application/vnd.openxmlformats-officedocument.presentationml.slide+xml"/>
  <Override PartName="/ppt/slides/slide936.xml" ContentType="application/vnd.openxmlformats-officedocument.presentationml.slide+xml"/>
  <Override PartName="/ppt/slides/slide270.xml" ContentType="application/vnd.openxmlformats-officedocument.presentationml.slide+xml"/>
  <Override PartName="/ppt/slides/slide750.xml" ContentType="application/vnd.openxmlformats-officedocument.presentationml.slide+xml"/>
  <Override PartName="/ppt/slides/slide23.xml" ContentType="application/vnd.openxmlformats-officedocument.presentationml.slide+xml"/>
  <Override PartName="/ppt/slides/slide500.xml" ContentType="application/vnd.openxmlformats-officedocument.presentationml.slide+xml"/>
  <Override PartName="/ppt/slides/slide272.xml" ContentType="application/vnd.openxmlformats-officedocument.presentationml.slide+xml"/>
  <Override PartName="/ppt/slides/slide128.xml" ContentType="application/vnd.openxmlformats-officedocument.presentationml.slide+xml"/>
  <Override PartName="/ppt/slides/slide971.xml" ContentType="application/vnd.openxmlformats-officedocument.presentationml.slide+xml"/>
  <Override PartName="/ppt/slides/slide1415.xml" ContentType="application/vnd.openxmlformats-officedocument.presentationml.slide+xml"/>
  <Override PartName="/ppt/slides/slide972.xml" ContentType="application/vnd.openxmlformats-officedocument.presentationml.slide+xml"/>
  <Override PartName="/ppt/slides/slide1427.xml" ContentType="application/vnd.openxmlformats-officedocument.presentationml.slide+xml"/>
  <Override PartName="/ppt/slides/slide973.xml" ContentType="application/vnd.openxmlformats-officedocument.presentationml.slide+xml"/>
  <Override PartName="/ppt/slides/slide934.xml" ContentType="application/vnd.openxmlformats-officedocument.presentationml.slide+xml"/>
  <Override PartName="/ppt/slides/slide974.xml" ContentType="application/vnd.openxmlformats-officedocument.presentationml.slide+xml"/>
  <Override PartName="/ppt/slides/slide110.xml" ContentType="application/vnd.openxmlformats-officedocument.presentationml.slide+xml"/>
  <Override PartName="/ppt/slides/slide1012.xml" ContentType="application/vnd.openxmlformats-officedocument.presentationml.slide+xml"/>
  <Override PartName="/ppt/slides/slide335.xml" ContentType="application/vnd.openxmlformats-officedocument.presentationml.slide+xml"/>
  <Override PartName="/ppt/slides/slide259.xml" ContentType="application/vnd.openxmlformats-officedocument.presentationml.slide+xml"/>
  <Override PartName="/ppt/slides/slide1207.xml" ContentType="application/vnd.openxmlformats-officedocument.presentationml.slide+xml"/>
  <Override PartName="/ppt/slides/slide262.xml" ContentType="application/vnd.openxmlformats-officedocument.presentationml.slide+xml"/>
  <Override PartName="/ppt/slides/slide1358.xml" ContentType="application/vnd.openxmlformats-officedocument.presentationml.slide+xml"/>
  <Override PartName="/ppt/slides/slide659.xml" ContentType="application/vnd.openxmlformats-officedocument.presentationml.slide+xml"/>
  <Override PartName="/ppt/slides/slide1471.xml" ContentType="application/vnd.openxmlformats-officedocument.presentationml.slide+xml"/>
  <Override PartName="/ppt/slides/slide681.xml" ContentType="application/vnd.openxmlformats-officedocument.presentationml.slide+xml"/>
  <Override PartName="/ppt/slides/slide281.xml" ContentType="application/vnd.openxmlformats-officedocument.presentationml.slide+xml"/>
  <Override PartName="/ppt/slides/slide980.xml" ContentType="application/vnd.openxmlformats-officedocument.presentationml.slide+xml"/>
  <Override PartName="/ppt/slides/slide1323.xml" ContentType="application/vnd.openxmlformats-officedocument.presentationml.slide+xml"/>
  <Override PartName="/ppt/slides/slide330.xml" ContentType="application/vnd.openxmlformats-officedocument.presentationml.slide+xml"/>
  <Override PartName="/ppt/slides/slide1027.xml" ContentType="application/vnd.openxmlformats-officedocument.presentationml.slide+xml"/>
  <Override PartName="/ppt/slides/slide282.xml" ContentType="application/vnd.openxmlformats-officedocument.presentationml.slide+xml"/>
  <Override PartName="/ppt/slides/slide150.xml" ContentType="application/vnd.openxmlformats-officedocument.presentationml.slide+xml"/>
  <Override PartName="/ppt/slides/slide981.xml" ContentType="application/vnd.openxmlformats-officedocument.presentationml.slide+xml"/>
  <Override PartName="/ppt/slides/slide179.xml" ContentType="application/vnd.openxmlformats-officedocument.presentationml.slide+xml"/>
  <Override PartName="/ppt/slides/slide1615.xml" ContentType="application/vnd.openxmlformats-officedocument.presentationml.slide+xml"/>
  <Override PartName="/ppt/slides/slide284.xml" ContentType="application/vnd.openxmlformats-officedocument.presentationml.slide+xml"/>
  <Override PartName="/ppt/slides/slide1204.xml" ContentType="application/vnd.openxmlformats-officedocument.presentationml.slide+xml"/>
  <Override PartName="/ppt/slides/slide983.xml" ContentType="application/vnd.openxmlformats-officedocument.presentationml.slide+xml"/>
  <Override PartName="/ppt/slides/slide186.xml" ContentType="application/vnd.openxmlformats-officedocument.presentationml.slide+xml"/>
  <Override PartName="/ppt/slides/slide285.xml" ContentType="application/vnd.openxmlformats-officedocument.presentationml.slide+xml"/>
  <Override PartName="/ppt/slides/slide3.xml" ContentType="application/vnd.openxmlformats-officedocument.presentationml.slide+xml"/>
  <Override PartName="/ppt/slides/slide345.xml" ContentType="application/vnd.openxmlformats-officedocument.presentationml.slide+xml"/>
  <Override PartName="/ppt/slides/slide1044.xml" ContentType="application/vnd.openxmlformats-officedocument.presentationml.slide+xml"/>
  <Override PartName="/ppt/slides/slide830.xml" ContentType="application/vnd.openxmlformats-officedocument.presentationml.slide+xml"/>
  <Override PartName="/ppt/slides/slide667.xml" ContentType="application/vnd.openxmlformats-officedocument.presentationml.slide+xml"/>
  <Override PartName="/ppt/slides/slide1441.xml" ContentType="application/vnd.openxmlformats-officedocument.presentationml.slide+xml"/>
  <Override PartName="/ppt/slides/slide1367.xml" ContentType="application/vnd.openxmlformats-officedocument.presentationml.slide+xml"/>
  <Override PartName="/ppt/slides/slide38.xml" ContentType="application/vnd.openxmlformats-officedocument.presentationml.slide+xml"/>
  <Override PartName="/ppt/slides/slide1202.xml" ContentType="application/vnd.openxmlformats-officedocument.presentationml.slide+xml"/>
  <Override PartName="/ppt/slides/slide654.xml" ContentType="application/vnd.openxmlformats-officedocument.presentationml.slide+xml"/>
  <Override PartName="/ppt/slides/slide291.xml" ContentType="application/vnd.openxmlformats-officedocument.presentationml.slide+xml"/>
  <Override PartName="/ppt/slides/slide826.xml" ContentType="application/vnd.openxmlformats-officedocument.presentationml.slide+xml"/>
  <Override PartName="/ppt/slides/slide770.xml" ContentType="application/vnd.openxmlformats-officedocument.presentationml.slide+xml"/>
  <Override PartName="/ppt/slides/slide993.xml" ContentType="application/vnd.openxmlformats-officedocument.presentationml.slide+xml"/>
  <Override PartName="/ppt/slides/slide507.xml" ContentType="application/vnd.openxmlformats-officedocument.presentationml.slide+xml"/>
  <Override PartName="/ppt/slides/slide311.xml" ContentType="application/vnd.openxmlformats-officedocument.presentationml.slide+xml"/>
  <Override PartName="/ppt/slides/slide669.xml" ContentType="application/vnd.openxmlformats-officedocument.presentationml.slide+xml"/>
  <Override PartName="/ppt/slides/slide957.xml" ContentType="application/vnd.openxmlformats-officedocument.presentationml.slide+xml"/>
  <Override PartName="/ppt/slides/slide1176.xml" ContentType="application/vnd.openxmlformats-officedocument.presentationml.slide+xml"/>
  <Override PartName="/ppt/slides/slide295.xml" ContentType="application/vnd.openxmlformats-officedocument.presentationml.slide+xml"/>
  <Override PartName="/ppt/slides/slide994.xml" ContentType="application/vnd.openxmlformats-officedocument.presentationml.slide+xml"/>
  <Override PartName="/ppt/slides/slide1258.xml" ContentType="application/vnd.openxmlformats-officedocument.presentationml.slide+xml"/>
  <Override PartName="/ppt/slides/slide1014.xml" ContentType="application/vnd.openxmlformats-officedocument.presentationml.slide+xml"/>
  <Override PartName="/ppt/slides/slide130.xml" ContentType="application/vnd.openxmlformats-officedocument.presentationml.slide+xml"/>
  <Override PartName="/ppt/slides/slide1607.xml" ContentType="application/vnd.openxmlformats-officedocument.presentationml.slide+xml"/>
  <Override PartName="/ppt/slides/slide1037.xml" ContentType="application/vnd.openxmlformats-officedocument.presentationml.slide+xml"/>
  <Override PartName="/ppt/slides/slide338.xml" ContentType="application/vnd.openxmlformats-officedocument.presentationml.slide+xml"/>
  <Override PartName="/ppt/slides/slide1375.xml" ContentType="application/vnd.openxmlformats-officedocument.presentationml.slide+xml"/>
  <Override PartName="/ppt/slides/slide676.xml" ContentType="application/vnd.openxmlformats-officedocument.presentationml.slide+xml"/>
  <Override PartName="/ppt/slides/slide141.xml" ContentType="application/vnd.openxmlformats-officedocument.presentationml.slide+xml"/>
  <Override PartName="/ppt/slides/slide682.xml" ContentType="application/vnd.openxmlformats-officedocument.presentationml.slide+xml"/>
  <Override PartName="/ppt/slides/slide1528.xml" ContentType="application/vnd.openxmlformats-officedocument.presentationml.slide+xml"/>
  <Override PartName="/ppt/slides/slide840.xml" ContentType="application/vnd.openxmlformats-officedocument.presentationml.slide+xml"/>
  <Override PartName="/ppt/slides/slide1038.xml" ContentType="application/vnd.openxmlformats-officedocument.presentationml.slide+xml"/>
  <Override PartName="/ppt/slides/slide511.xml" ContentType="application/vnd.openxmlformats-officedocument.presentationml.slide+xml"/>
  <Override PartName="/ppt/slides/slide1453.xml" ContentType="application/vnd.openxmlformats-officedocument.presentationml.slide+xml"/>
  <Override PartName="/ppt/slides/slide1376.xml" ContentType="application/vnd.openxmlformats-officedocument.presentationml.slide+xml"/>
  <Override PartName="/ppt/slides/slide1016.xml" ContentType="application/vnd.openxmlformats-officedocument.presentationml.slide+xml"/>
  <Override PartName="/ppt/slides/slide928.xml" ContentType="application/vnd.openxmlformats-officedocument.presentationml.slide+xml"/>
  <Override PartName="/ppt/slides/slide1349.xml" ContentType="application/vnd.openxmlformats-officedocument.presentationml.slide+xml"/>
  <Override PartName="/ppt/slides/slide1307.xml" ContentType="application/vnd.openxmlformats-officedocument.presentationml.slide+xml"/>
  <Override PartName="/ppt/slides/slide1039.xml" ContentType="application/vnd.openxmlformats-officedocument.presentationml.slide+xml"/>
  <Override PartName="/ppt/slides/slide1236.xml" ContentType="application/vnd.openxmlformats-officedocument.presentationml.slide+xml"/>
  <Override PartName="/ppt/slides/slide1211.xml" ContentType="application/vnd.openxmlformats-officedocument.presentationml.slide+xml"/>
  <Override PartName="/ppt/slides/slide1121.xml" ContentType="application/vnd.openxmlformats-officedocument.presentationml.slide+xml"/>
  <Override PartName="/ppt/slides/slide589.xml" ContentType="application/vnd.openxmlformats-officedocument.presentationml.slide+xml"/>
  <Override PartName="/ppt/slides/slide1235.xml" ContentType="application/vnd.openxmlformats-officedocument.presentationml.slide+xml"/>
  <Override PartName="/ppt/slides/slide995.xml" ContentType="application/vnd.openxmlformats-officedocument.presentationml.slide+xml"/>
  <Override PartName="/ppt/slides/slide1377.xml" ContentType="application/vnd.openxmlformats-officedocument.presentationml.slide+xml"/>
  <Override PartName="/ppt/slides/slide408.xml" ContentType="application/vnd.openxmlformats-officedocument.presentationml.slide+xml"/>
  <Override PartName="/ppt/slides/slide1212.xml" ContentType="application/vnd.openxmlformats-officedocument.presentationml.slide+xml"/>
  <Override PartName="/ppt/slides/slide462.xml" ContentType="application/vnd.openxmlformats-officedocument.presentationml.slide+xml"/>
  <Override PartName="/ppt/slides/slide144.xml" ContentType="application/vnd.openxmlformats-officedocument.presentationml.slide+xml"/>
  <Override PartName="/ppt/slides/slide520.xml" ContentType="application/vnd.openxmlformats-officedocument.presentationml.slide+xml"/>
  <Override PartName="/ppt/slides/slide1312.xml" ContentType="application/vnd.openxmlformats-officedocument.presentationml.slide+xml"/>
  <Override PartName="/ppt/slides/slide780.xml" ContentType="application/vnd.openxmlformats-officedocument.presentationml.slide+xml"/>
  <Override PartName="/ppt/slides/slide1213.xml" ContentType="application/vnd.openxmlformats-officedocument.presentationml.slide+xml"/>
  <Override PartName="/ppt/slides/slide1379.xml" ContentType="application/vnd.openxmlformats-officedocument.presentationml.slide+xml"/>
  <Override PartName="/ppt/slides/slide145.xml" ContentType="application/vnd.openxmlformats-officedocument.presentationml.slide+xml"/>
  <Override PartName="/ppt/slides/slide679.xml" ContentType="application/vnd.openxmlformats-officedocument.presentationml.slide+xml"/>
  <Override PartName="/ppt/slides/slide516.xml" ContentType="application/vnd.openxmlformats-officedocument.presentationml.slide+xml"/>
  <Override PartName="/ppt/slides/slide1219.xml" ContentType="application/vnd.openxmlformats-officedocument.presentationml.slide+xml"/>
  <Override PartName="/ppt/slides/slide1216.xml" ContentType="application/vnd.openxmlformats-officedocument.presentationml.slide+xml"/>
  <Override PartName="/ppt/slides/slide1082.xml" ContentType="application/vnd.openxmlformats-officedocument.presentationml.slide+xml"/>
  <Override PartName="/ppt/slides/slide185.xml" ContentType="application/vnd.openxmlformats-officedocument.presentationml.slide+xml"/>
  <Override PartName="/ppt/slides/slide1123.xml" ContentType="application/vnd.openxmlformats-officedocument.presentationml.slide+xml"/>
  <Override PartName="/ppt/slides/slide324.xml" ContentType="application/vnd.openxmlformats-officedocument.presentationml.slide+xml"/>
  <Override PartName="/ppt/slides/slide328.xml" ContentType="application/vnd.openxmlformats-officedocument.presentationml.slide+xml"/>
  <Override PartName="/ppt/slides/slide148.xml" ContentType="application/vnd.openxmlformats-officedocument.presentationml.slide+xml"/>
  <Override PartName="/ppt/slides/slide1628.xml" ContentType="application/vnd.openxmlformats-officedocument.presentationml.slide+xml"/>
  <Override PartName="/ppt/slides/slide931.xml" ContentType="application/vnd.openxmlformats-officedocument.presentationml.slide+xml"/>
  <Override PartName="/ppt/slides/slide92.xml" ContentType="application/vnd.openxmlformats-officedocument.presentationml.slide+xml"/>
  <Override PartName="/ppt/slides/slide1024.xml" ContentType="application/vnd.openxmlformats-officedocument.presentationml.slide+xml"/>
  <Override PartName="/ppt/slides/slide325.xml" ContentType="application/vnd.openxmlformats-officedocument.presentationml.slide+xml"/>
  <Override PartName="/ppt/slides/slide147.xml" ContentType="application/vnd.openxmlformats-officedocument.presentationml.slide+xml"/>
  <Override PartName="/ppt/slides/slide149.xml" ContentType="application/vnd.openxmlformats-officedocument.presentationml.slide+xml"/>
  <Override PartName="/ppt/slides/slide93.xml" ContentType="application/vnd.openxmlformats-officedocument.presentationml.slide+xml"/>
  <Override PartName="/ppt/slides/slide207.xml" ContentType="application/vnd.openxmlformats-officedocument.presentationml.slide+xml"/>
  <Override PartName="/ppt/slides/slide375.xml" ContentType="application/vnd.openxmlformats-officedocument.presentationml.slide+xml"/>
  <Override PartName="/ppt/slides/slide906.xml" ContentType="application/vnd.openxmlformats-officedocument.presentationml.slide+xml"/>
  <Override PartName="/ppt/slides/slide579.xml" ContentType="application/vnd.openxmlformats-officedocument.presentationml.slide+xml"/>
  <Override PartName="/ppt/slides/slide540.xml" ContentType="application/vnd.openxmlformats-officedocument.presentationml.slide+xml"/>
  <Override PartName="/ppt/slides/slide436.xml" ContentType="application/vnd.openxmlformats-officedocument.presentationml.slide+xml"/>
  <Override PartName="/ppt/slides/slide1223.xml" ContentType="application/vnd.openxmlformats-officedocument.presentationml.slide+xml"/>
  <Override PartName="/ppt/slides/slide1446.xml" ContentType="application/vnd.openxmlformats-officedocument.presentationml.slide+xml"/>
  <Override PartName="/ppt/slides/slide209.xml" ContentType="application/vnd.openxmlformats-officedocument.presentationml.slide+xml"/>
  <Override PartName="/ppt/slides/slide506.xml" ContentType="application/vnd.openxmlformats-officedocument.presentationml.slide+xml"/>
  <Override PartName="/ppt/slides/slide1284.xml" ContentType="application/vnd.openxmlformats-officedocument.presentationml.slide+xml"/>
  <Override PartName="/ppt/slides/slide119.xml" ContentType="application/vnd.openxmlformats-officedocument.presentationml.slide+xml"/>
  <Override PartName="/ppt/slides/slide1224.xml" ContentType="application/vnd.openxmlformats-officedocument.presentationml.slide+xml"/>
  <Override PartName="/ppt/slides/slide8.xml" ContentType="application/vnd.openxmlformats-officedocument.presentationml.slide+xml"/>
  <Override PartName="/ppt/slides/slide151.xml" ContentType="application/vnd.openxmlformats-officedocument.presentationml.slide+xml"/>
  <Override PartName="/ppt/slides/slide153.xml" ContentType="application/vnd.openxmlformats-officedocument.presentationml.slide+xml"/>
  <Override PartName="/ppt/slides/slide204.xml" ContentType="application/vnd.openxmlformats-officedocument.presentationml.slide+xml"/>
  <Override PartName="/ppt/slides/slide1602.xml" ContentType="application/vnd.openxmlformats-officedocument.presentationml.slide+xml"/>
  <Override PartName="/ppt/slides/slide1210.xml" ContentType="application/vnd.openxmlformats-officedocument.presentationml.slide+xml"/>
  <Override PartName="/ppt/slides/slide740.xml" ContentType="application/vnd.openxmlformats-officedocument.presentationml.slide+xml"/>
  <Override PartName="/ppt/slides/slide526.xml" ContentType="application/vnd.openxmlformats-officedocument.presentationml.slide+xml"/>
  <Override PartName="/ppt/slides/slide1034.xml" ContentType="application/vnd.openxmlformats-officedocument.presentationml.slide+xml"/>
  <Override PartName="/ppt/slides/slide155.xml" ContentType="application/vnd.openxmlformats-officedocument.presentationml.slide+xml"/>
  <Override PartName="/ppt/slides/slide963.xml" ContentType="application/vnd.openxmlformats-officedocument.presentationml.slide+xml"/>
  <Override PartName="/ppt/slides/slide1220.xml" ContentType="application/vnd.openxmlformats-officedocument.presentationml.slide+xml"/>
  <Override PartName="/ppt/slides/slide1060.xml" ContentType="application/vnd.openxmlformats-officedocument.presentationml.slide+xml"/>
  <Override PartName="/ppt/slides/slide1539.xml" ContentType="application/vnd.openxmlformats-officedocument.presentationml.slide+xml"/>
  <Override PartName="/ppt/slides/slide1013.xml" ContentType="application/vnd.openxmlformats-officedocument.presentationml.slide+xml"/>
  <Override PartName="/ppt/slides/slide347.xml" ContentType="application/vnd.openxmlformats-officedocument.presentationml.slide+xml"/>
  <Override PartName="/ppt/slides/slide1605.xml" ContentType="application/vnd.openxmlformats-officedocument.presentationml.slide+xml"/>
  <Override PartName="/ppt/slides/slide350.xml" ContentType="application/vnd.openxmlformats-officedocument.presentationml.slide+xml"/>
  <Override PartName="/ppt/slides/slide334.xml" ContentType="application/vnd.openxmlformats-officedocument.presentationml.slide+xml"/>
  <Override PartName="/ppt/slides/slide633.xml" ContentType="application/vnd.openxmlformats-officedocument.presentationml.slide+xml"/>
  <Override PartName="/ppt/slides/slide1199.xml" ContentType="application/vnd.openxmlformats-officedocument.presentationml.slide+xml"/>
  <Override PartName="/ppt/slides/slide1203.xml" ContentType="application/vnd.openxmlformats-officedocument.presentationml.slide+xml"/>
  <Override PartName="/ppt/slides/slide580.xml" ContentType="application/vnd.openxmlformats-officedocument.presentationml.slide+xml"/>
  <Override PartName="/ppt/slides/slide743.xml" ContentType="application/vnd.openxmlformats-officedocument.presentationml.slide+xml"/>
  <Override PartName="/ppt/slides/slide843.xml" ContentType="application/vnd.openxmlformats-officedocument.presentationml.slide+xml"/>
  <Override PartName="/ppt/slides/slide595.xml" ContentType="application/vnd.openxmlformats-officedocument.presentationml.slide+xml"/>
  <Override PartName="/ppt/slides/slide844.xml" ContentType="application/vnd.openxmlformats-officedocument.presentationml.slide+xml"/>
  <Override PartName="/ppt/slides/slide217.xml" ContentType="application/vnd.openxmlformats-officedocument.presentationml.slide+xml"/>
  <Override PartName="/ppt/slides/slide1509.xml" ContentType="application/vnd.openxmlformats-officedocument.presentationml.slide+xml"/>
  <Override PartName="/ppt/slides/slide587.xml" ContentType="application/vnd.openxmlformats-officedocument.presentationml.slide+xml"/>
  <Override PartName="/ppt/slides/slide1543.xml" ContentType="application/vnd.openxmlformats-officedocument.presentationml.slide+xml"/>
  <Override PartName="/ppt/slides/slide1489.xml" ContentType="application/vnd.openxmlformats-officedocument.presentationml.slide+xml"/>
  <Override PartName="/ppt/slides/slide1526.xml" ContentType="application/vnd.openxmlformats-officedocument.presentationml.slide+xml"/>
  <Override PartName="/ppt/slides/slide1399.xml" ContentType="application/vnd.openxmlformats-officedocument.presentationml.slide+xml"/>
  <Override PartName="/ppt/slides/slide782.xml" ContentType="application/vnd.openxmlformats-officedocument.presentationml.slide+xml"/>
  <Override PartName="/ppt/slides/slide1368.xml" ContentType="application/vnd.openxmlformats-officedocument.presentationml.slide+xml"/>
  <Override PartName="/ppt/slides/slide162.xml" ContentType="application/vnd.openxmlformats-officedocument.presentationml.slide+xml"/>
  <Override PartName="/ppt/slides/slide1515.xml" ContentType="application/vnd.openxmlformats-officedocument.presentationml.slide+xml"/>
  <Override PartName="/ppt/slides/slide1544.xml" ContentType="application/vnd.openxmlformats-officedocument.presentationml.slide+xml"/>
  <Override PartName="/ppt/slides/slide828.xml" ContentType="application/vnd.openxmlformats-officedocument.presentationml.slide+xml"/>
  <Override PartName="/ppt/slides/slide11.xml" ContentType="application/vnd.openxmlformats-officedocument.presentationml.slide+xml"/>
  <Override PartName="/ppt/slides/slide1527.xml" ContentType="application/vnd.openxmlformats-officedocument.presentationml.slide+xml"/>
  <Override PartName="/ppt/slides/slide163.xml" ContentType="application/vnd.openxmlformats-officedocument.presentationml.slide+xml"/>
  <Override PartName="/ppt/slides/slide920.xml" ContentType="application/vnd.openxmlformats-officedocument.presentationml.slide+xml"/>
  <Override PartName="/ppt/slides/slide160.xml" ContentType="application/vnd.openxmlformats-officedocument.presentationml.slide+xml"/>
  <Override PartName="/ppt/slides/slide1546.xml" ContentType="application/vnd.openxmlformats-officedocument.presentationml.slide+xml"/>
  <Override PartName="/ppt/slides/slide847.xml" ContentType="application/vnd.openxmlformats-officedocument.presentationml.slide+xml"/>
  <Override PartName="/ppt/slides/slide717.xml" ContentType="application/vnd.openxmlformats-officedocument.presentationml.slide+xml"/>
  <Override PartName="/ppt/slides/slide165.xml" ContentType="application/vnd.openxmlformats-officedocument.presentationml.slide+xml"/>
  <Override PartName="/ppt/slides/slide1563.xml" ContentType="application/vnd.openxmlformats-officedocument.presentationml.slide+xml"/>
  <Override PartName="/ppt/slides/slide848.xml" ContentType="application/vnd.openxmlformats-officedocument.presentationml.slide+xml"/>
  <Override PartName="/ppt/slides/slide952.xml" ContentType="application/vnd.openxmlformats-officedocument.presentationml.slide+xml"/>
  <Override PartName="/ppt/slides/slide201.xml" ContentType="application/vnd.openxmlformats-officedocument.presentationml.slide+xml"/>
  <Override PartName="/ppt/slides/slide1047.xml" ContentType="application/vnd.openxmlformats-officedocument.presentationml.slide+xml"/>
  <Override PartName="/ppt/slides/slide138.xml" ContentType="application/vnd.openxmlformats-officedocument.presentationml.slide+xml"/>
  <Override PartName="/ppt/slides/slide1564.xml" ContentType="application/vnd.openxmlformats-officedocument.presentationml.slide+xml"/>
  <Override PartName="/ppt/slides/slide292.xml" ContentType="application/vnd.openxmlformats-officedocument.presentationml.slide+xml"/>
  <Override PartName="/ppt/slides/slide1254.xml" ContentType="application/vnd.openxmlformats-officedocument.presentationml.slide+xml"/>
  <Override PartName="/ppt/slides/slide349.xml" ContentType="application/vnd.openxmlformats-officedocument.presentationml.slide+xml"/>
  <Override PartName="/ppt/slides/slide1448.xml" ContentType="application/vnd.openxmlformats-officedocument.presentationml.slide+xml"/>
  <Override PartName="/ppt/slides/slide1255.xml" ContentType="application/vnd.openxmlformats-officedocument.presentationml.slide+xml"/>
  <Override PartName="/ppt/slides/slide1239.xml" ContentType="application/vnd.openxmlformats-officedocument.presentationml.slide+xml"/>
  <Override PartName="/ppt/slides/slide39.xml" ContentType="application/vnd.openxmlformats-officedocument.presentationml.slide+xml"/>
  <Override PartName="/ppt/slides/slide590.xml" ContentType="application/vnd.openxmlformats-officedocument.presentationml.slide+xml"/>
  <Override PartName="/ppt/slides/slide1273.xml" ContentType="application/vnd.openxmlformats-officedocument.presentationml.slide+xml"/>
  <Override PartName="/ppt/slides/slide1017.xml" ContentType="application/vnd.openxmlformats-officedocument.presentationml.slide+xml"/>
  <Override PartName="/ppt/slides/slide1593.xml" ContentType="application/vnd.openxmlformats-officedocument.presentationml.slide+xml"/>
  <Override PartName="/ppt/slides/slide227.xml" ContentType="application/vnd.openxmlformats-officedocument.presentationml.slide+xml"/>
  <Override PartName="/ppt/slides/slide1625.xml" ContentType="application/vnd.openxmlformats-officedocument.presentationml.slide+xml"/>
  <Override PartName="/ppt/slides/slide357.xml" ContentType="application/vnd.openxmlformats-officedocument.presentationml.slide+xml"/>
  <Override PartName="/ppt/slides/slide417.xml" ContentType="application/vnd.openxmlformats-officedocument.presentationml.slide+xml"/>
  <Override PartName="/ppt/slides/slide1519.xml" ContentType="application/vnd.openxmlformats-officedocument.presentationml.slide+xml"/>
  <Override PartName="/ppt/slides/slide592.xml" ContentType="application/vnd.openxmlformats-officedocument.presentationml.slide+xml"/>
  <Override PartName="/ppt/slides/slide870.xml" ContentType="application/vnd.openxmlformats-officedocument.presentationml.slide+xml"/>
  <Override PartName="/ppt/slides/slide1553.xml" ContentType="application/vnd.openxmlformats-officedocument.presentationml.slide+xml"/>
  <Override PartName="/ppt/slides/slide854.xml" ContentType="application/vnd.openxmlformats-officedocument.presentationml.slide+xml"/>
  <Override PartName="/ppt/slides/slide544.xml" ContentType="application/vnd.openxmlformats-officedocument.presentationml.slide+xml"/>
  <Override PartName="/ppt/slides/slide504.xml" ContentType="application/vnd.openxmlformats-officedocument.presentationml.slide+xml"/>
  <Override PartName="/ppt/slides/slide172.xml" ContentType="application/vnd.openxmlformats-officedocument.presentationml.slide+xml"/>
  <Override PartName="/ppt/slides/slide855.xml" ContentType="application/vnd.openxmlformats-officedocument.presentationml.slide+xml"/>
  <Override PartName="/ppt/slides/slide229.xml" ContentType="application/vnd.openxmlformats-officedocument.presentationml.slide+xml"/>
  <Override PartName="/ppt/slides/slide519.xml" ContentType="application/vnd.openxmlformats-officedocument.presentationml.slide+xml"/>
  <Override PartName="/ppt/slides/slide1468.xml" ContentType="application/vnd.openxmlformats-officedocument.presentationml.slide+xml"/>
  <Override PartName="/ppt/slides/slide59.xml" ContentType="application/vnd.openxmlformats-officedocument.presentationml.slide+xml"/>
  <Override PartName="/ppt/slides/slide1256.xml" ContentType="application/vnd.openxmlformats-officedocument.presentationml.slide+xml"/>
  <Override PartName="/ppt/slides/slide139.xml" ContentType="application/vnd.openxmlformats-officedocument.presentationml.slide+xml"/>
  <Override PartName="/ppt/slides/slide838.xml" ContentType="application/vnd.openxmlformats-officedocument.presentationml.slide+xml"/>
  <Override PartName="/ppt/slides/slide1537.xml" ContentType="application/vnd.openxmlformats-officedocument.presentationml.slide+xml"/>
  <Override PartName="/ppt/slides/slide286.xml" ContentType="application/vnd.openxmlformats-officedocument.presentationml.slide+xml"/>
  <Override PartName="/ppt/slides/slide545.xml" ContentType="application/vnd.openxmlformats-officedocument.presentationml.slide+xml"/>
  <Override PartName="/ppt/slides/slide576.xml" ContentType="application/vnd.openxmlformats-officedocument.presentationml.slide+xml"/>
  <Override PartName="/ppt/slides/slide1205.xml" ContentType="application/vnd.openxmlformats-officedocument.presentationml.slide+xml"/>
  <Override PartName="/ppt/slides/slide856.xml" ContentType="application/vnd.openxmlformats-officedocument.presentationml.slide+xml"/>
  <Override PartName="/ppt/slides/slide816.xml" ContentType="application/vnd.openxmlformats-officedocument.presentationml.slide+xml"/>
  <Override PartName="/ppt/slides/slide635.xml" ContentType="application/vnd.openxmlformats-officedocument.presentationml.slide+xml"/>
  <Override PartName="/ppt/slides/slide546.xml" ContentType="application/vnd.openxmlformats-officedocument.presentationml.slide+xml"/>
  <Override PartName="/ppt/slides/slide1246.xml" ContentType="application/vnd.openxmlformats-officedocument.presentationml.slide+xml"/>
  <Override PartName="/ppt/slides/slide1160.xml" ContentType="application/vnd.openxmlformats-officedocument.presentationml.slide+xml"/>
  <Override PartName="/ppt/slides/slide20.xml" ContentType="application/vnd.openxmlformats-officedocument.presentationml.slide+xml"/>
  <Override PartName="/ppt/slides/slide440.xml" ContentType="application/vnd.openxmlformats-officedocument.presentationml.slide+xml"/>
  <Override PartName="/ppt/slides/slide666.xml" ContentType="application/vnd.openxmlformats-officedocument.presentationml.slide+xml"/>
  <Override PartName="/ppt/slides/slide564.xml" ContentType="application/vnd.openxmlformats-officedocument.presentationml.slide+xml"/>
  <Override PartName="/ppt/slides/slide1547.xml" ContentType="application/vnd.openxmlformats-officedocument.presentationml.slide+xml"/>
  <Override PartName="/ppt/slides/slide422.xml" ContentType="application/vnd.openxmlformats-officedocument.presentationml.slide+xml"/>
  <Override PartName="/ppt/slides/slide247.xml" ContentType="application/vnd.openxmlformats-officedocument.presentationml.slide+xml"/>
  <Override PartName="/ppt/slides/slide1263.xml" ContentType="application/vnd.openxmlformats-officedocument.presentationml.slide+xml"/>
  <Override PartName="/ppt/slides/slide932.xml" ContentType="application/vnd.openxmlformats-officedocument.presentationml.slide+xml"/>
  <Override PartName="/ppt/slides/slide176.xml" ContentType="application/vnd.openxmlformats-officedocument.presentationml.slide+xml"/>
  <Override PartName="/ppt/slides/slide565.xml" ContentType="application/vnd.openxmlformats-officedocument.presentationml.slide+xml"/>
  <Override PartName="/ppt/slides/slide1264.xml" ContentType="application/vnd.openxmlformats-officedocument.presentationml.slide+xml"/>
  <Override PartName="/ppt/slides/slide56.xml" ContentType="application/vnd.openxmlformats-officedocument.presentationml.slide+xml"/>
  <Override PartName="/ppt/slides/slide1249.xml" ContentType="application/vnd.openxmlformats-officedocument.presentationml.slide+xml"/>
  <Override PartName="/ppt/slides/slide35.xml" ContentType="application/vnd.openxmlformats-officedocument.presentationml.slide+xml"/>
  <Override PartName="/ppt/slides/slide1584.xml" ContentType="application/vnd.openxmlformats-officedocument.presentationml.slide+xml"/>
  <Override PartName="/ppt/slides/slide1053.xml" ContentType="application/vnd.openxmlformats-officedocument.presentationml.slide+xml"/>
  <Override PartName="/ppt/slides/slide727.xml" ContentType="application/vnd.openxmlformats-officedocument.presentationml.slide+xml"/>
  <Override PartName="/ppt/slides/slide410.xml" ContentType="application/vnd.openxmlformats-officedocument.presentationml.slide+xml"/>
  <Override PartName="/ppt/slides/slide380.xml" ContentType="application/vnd.openxmlformats-officedocument.presentationml.slide+xml"/>
  <Override PartName="/ppt/slides/slide498.xml" ContentType="application/vnd.openxmlformats-officedocument.presentationml.slide+xml"/>
  <Override PartName="/ppt/slides/slide4.xml" ContentType="application/vnd.openxmlformats-officedocument.presentationml.slide+xml"/>
  <Override PartName="/ppt/slides/slide1315.xml" ContentType="application/vnd.openxmlformats-officedocument.presentationml.slide+xml"/>
  <Override PartName="/ppt/slides/slide224.xml" ContentType="application/vnd.openxmlformats-officedocument.presentationml.slide+xml"/>
  <Override PartName="/ppt/slides/slide1622.xml" ContentType="application/vnd.openxmlformats-officedocument.presentationml.slide+xml"/>
  <Override PartName="/ppt/slides/slide707.xml" ContentType="application/vnd.openxmlformats-officedocument.presentationml.slide+xml"/>
  <Override PartName="/ppt/slides/slide365.xml" ContentType="application/vnd.openxmlformats-officedocument.presentationml.slide+xml"/>
  <Override PartName="/ppt/slides/slide5.xml" ContentType="application/vnd.openxmlformats-officedocument.presentationml.slide+xml"/>
  <Override PartName="/ppt/slides/slide393.xml" ContentType="application/vnd.openxmlformats-officedocument.presentationml.slide+xml"/>
  <Override PartName="/ppt/slides/slide1572.xml" ContentType="application/vnd.openxmlformats-officedocument.presentationml.slide+xml"/>
  <Override PartName="/ppt/slides/slide873.xml" ContentType="application/vnd.openxmlformats-officedocument.presentationml.slide+xml"/>
  <Override PartName="/ppt/slides/slide881.xml" ContentType="application/vnd.openxmlformats-officedocument.presentationml.slide+xml"/>
  <Override PartName="/ppt/slides/slide125.xml" ContentType="application/vnd.openxmlformats-officedocument.presentationml.slide+xml"/>
  <Override PartName="/ppt/slides/slide890.xml" ContentType="application/vnd.openxmlformats-officedocument.presentationml.slide+xml"/>
  <Override PartName="/ppt/slides/slide874.xml" ContentType="application/vnd.openxmlformats-officedocument.presentationml.slide+xml"/>
  <Override PartName="/ppt/slides/slide1500.xml" ContentType="application/vnd.openxmlformats-officedocument.presentationml.slide+xml"/>
  <Override PartName="/ppt/slides/slide947.xml" ContentType="application/vnd.openxmlformats-officedocument.presentationml.slide+xml"/>
  <Override PartName="/ppt/slides/slide670.xml" ContentType="application/vnd.openxmlformats-officedocument.presentationml.slide+xml"/>
  <Override PartName="/ppt/slides/slide1574.xml" ContentType="application/vnd.openxmlformats-officedocument.presentationml.slide+xml"/>
  <Override PartName="/ppt/slides/slide615.xml" ContentType="application/vnd.openxmlformats-officedocument.presentationml.slide+xml"/>
  <Override PartName="/ppt/slides/slide30.xml" ContentType="application/vnd.openxmlformats-officedocument.presentationml.slide+xml"/>
  <Override PartName="/ppt/slides/slide415.xml" ContentType="application/vnd.openxmlformats-officedocument.presentationml.slide+xml"/>
  <Override PartName="/ppt/slides/slide1064.xml" ContentType="application/vnd.openxmlformats-officedocument.presentationml.slide+xml"/>
  <Override PartName="/ppt/slides/slide1354.xml" ContentType="application/vnd.openxmlformats-officedocument.presentationml.slide+xml"/>
  <Override PartName="/ppt/slides/slide1033.xml" ContentType="application/vnd.openxmlformats-officedocument.presentationml.slide+xml"/>
  <Override PartName="/ppt/slides/slide356.xml" ContentType="application/vnd.openxmlformats-officedocument.presentationml.slide+xml"/>
  <Override PartName="/ppt/slides/slide1057.xml" ContentType="application/vnd.openxmlformats-officedocument.presentationml.slide+xml"/>
  <Override PartName="/ppt/slides/slide582.xml" ContentType="application/vnd.openxmlformats-officedocument.presentationml.slide+xml"/>
  <Override PartName="/ppt/slides/slide195.xml" ContentType="application/vnd.openxmlformats-officedocument.presentationml.slide+xml"/>
  <Override PartName="/ppt/slides/slide1182.xml" ContentType="application/vnd.openxmlformats-officedocument.presentationml.slide+xml"/>
  <Override PartName="/ppt/slides/slide904.xml" ContentType="application/vnd.openxmlformats-officedocument.presentationml.slide+xml"/>
  <Override PartName="/ppt/slides/slide233.xml" ContentType="application/vnd.openxmlformats-officedocument.presentationml.slide+xml"/>
  <Override PartName="/ppt/slides/slide1603.xml" ContentType="application/vnd.openxmlformats-officedocument.presentationml.slide+xml"/>
  <Override PartName="/ppt/slides/slide368.xml" ContentType="application/vnd.openxmlformats-officedocument.presentationml.slide+xml"/>
  <Override PartName="/ppt/slides/slide1569.xml" ContentType="application/vnd.openxmlformats-officedocument.presentationml.slide+xml"/>
  <Override PartName="/ppt/slides/slide458.xml" ContentType="application/vnd.openxmlformats-officedocument.presentationml.slide+xml"/>
  <Override PartName="/ppt/slides/slide329.xml" ContentType="application/vnd.openxmlformats-officedocument.presentationml.slide+xml"/>
  <Override PartName="/ppt/slides/slide1274.xml" ContentType="application/vnd.openxmlformats-officedocument.presentationml.slide+xml"/>
  <Override PartName="/ppt/slides/slide1067.xml" ContentType="application/vnd.openxmlformats-officedocument.presentationml.slide+xml"/>
  <Override PartName="/ppt/slides/slide202.xml" ContentType="application/vnd.openxmlformats-officedocument.presentationml.slide+xml"/>
  <Override PartName="/ppt/slides/slide901.xml" ContentType="application/vnd.openxmlformats-officedocument.presentationml.slide+xml"/>
  <Override PartName="/ppt/slides/slide613.xml" ContentType="application/vnd.openxmlformats-officedocument.presentationml.slide+xml"/>
  <Override PartName="/ppt/slides/slide206.xml" ContentType="application/vnd.openxmlformats-officedocument.presentationml.slide+xml"/>
  <Override PartName="/ppt/slides/slide1604.xml" ContentType="application/vnd.openxmlformats-officedocument.presentationml.slide+xml"/>
  <Override PartName="/ppt/slides/slide1022.xml" ContentType="application/vnd.openxmlformats-officedocument.presentationml.slide+xml"/>
  <Override PartName="/ppt/slides/slide1068.xml" ContentType="application/vnd.openxmlformats-officedocument.presentationml.slide+xml"/>
  <Override PartName="/ppt/slides/slide1032.xml" ContentType="application/vnd.openxmlformats-officedocument.presentationml.slide+xml"/>
  <Override PartName="/ppt/slides/slide902.xml" ContentType="application/vnd.openxmlformats-officedocument.presentationml.slide+xml"/>
  <Override PartName="/ppt/slides/slide1601.xml" ContentType="application/vnd.openxmlformats-officedocument.presentationml.slide+xml"/>
  <Override PartName="/ppt/slides/slide1046.xml" ContentType="application/vnd.openxmlformats-officedocument.presentationml.slide+xml"/>
  <Override PartName="/ppt/slides/slide200.xml" ContentType="application/vnd.openxmlformats-officedocument.presentationml.slide+xml"/>
  <Override PartName="/ppt/slides/slide228.xml" ContentType="application/vnd.openxmlformats-officedocument.presentationml.slide+xml"/>
  <Override PartName="/ppt/slides/slide914.xml" ContentType="application/vnd.openxmlformats-officedocument.presentationml.slide+xml"/>
  <Override PartName="/ppt/slides/slide593.xml" ContentType="application/vnd.openxmlformats-officedocument.presentationml.slide+xml"/>
  <Override PartName="/ppt/slides/slide315.xml" ContentType="application/vnd.openxmlformats-officedocument.presentationml.slide+xml"/>
  <Override PartName="/ppt/slides/slide1610.xml" ContentType="application/vnd.openxmlformats-officedocument.presentationml.slide+xml"/>
  <Override PartName="/ppt/slides/slide213.xml" ContentType="application/vnd.openxmlformats-officedocument.presentationml.slide+xml"/>
  <Override PartName="/ppt/slides/slide1051.xml" ContentType="application/vnd.openxmlformats-officedocument.presentationml.slide+xml"/>
  <Override PartName="/ppt/slides/slide804.xml" ContentType="application/vnd.openxmlformats-officedocument.presentationml.slide+xml"/>
  <Override PartName="/ppt/slides/slide1611.xml" ContentType="application/vnd.openxmlformats-officedocument.presentationml.slide+xml"/>
  <Override PartName="/ppt/slides/slide523.xml" ContentType="application/vnd.openxmlformats-officedocument.presentationml.slide+xml"/>
  <Override PartName="/ppt/slides/slide1056.xml" ContentType="application/vnd.openxmlformats-officedocument.presentationml.slide+xml"/>
  <Override PartName="/ppt/slides/slide411.xml" ContentType="application/vnd.openxmlformats-officedocument.presentationml.slide+xml"/>
  <Override PartName="/ppt/slides/slide210.xml" ContentType="application/vnd.openxmlformats-officedocument.presentationml.slide+xml"/>
  <Override PartName="/ppt/slides/slide783.xml" ContentType="application/vnd.openxmlformats-officedocument.presentationml.slide+xml"/>
  <Override PartName="/ppt/slides/slide488.xml" ContentType="application/vnd.openxmlformats-officedocument.presentationml.slide+xml"/>
  <Override PartName="/ppt/slides/slide1059.xml" ContentType="application/vnd.openxmlformats-officedocument.presentationml.slide+xml"/>
  <Override PartName="/ppt/slides/slide924.xml" ContentType="application/vnd.openxmlformats-officedocument.presentationml.slide+xml"/>
  <Override PartName="/ppt/slides/slide222.xml" ContentType="application/vnd.openxmlformats-officedocument.presentationml.slide+xml"/>
  <Override PartName="/ppt/slides/slide1366.xml" ContentType="application/vnd.openxmlformats-officedocument.presentationml.slide+xml"/>
  <Override PartName="/ppt/slides/slide503.xml" ContentType="application/vnd.openxmlformats-officedocument.presentationml.slide+xml"/>
  <Override PartName="/ppt/slides/slide698.xml" ContentType="application/vnd.openxmlformats-officedocument.presentationml.slide+xml"/>
  <Override PartName="/ppt/slides/slide1163.xml" ContentType="application/vnd.openxmlformats-officedocument.presentationml.slide+xml"/>
  <Override PartName="/ppt/slides/slide1065.xml" ContentType="application/vnd.openxmlformats-officedocument.presentationml.slide+xml"/>
  <Override PartName="/ppt/slides/slide152.xml" ContentType="application/vnd.openxmlformats-officedocument.presentationml.slide+xml"/>
  <Override PartName="/ppt/slides/slide996.xml" ContentType="application/vnd.openxmlformats-officedocument.presentationml.slide+xml"/>
  <Override PartName="/ppt/slides/slide366.xml" ContentType="application/vnd.openxmlformats-officedocument.presentationml.slide+xml"/>
  <Override PartName="/ppt/slides/slide381.xml" ContentType="application/vnd.openxmlformats-officedocument.presentationml.slide+xml"/>
  <Override PartName="/ppt/slides/slide226.xml" ContentType="application/vnd.openxmlformats-officedocument.presentationml.slide+xml"/>
  <Override PartName="/ppt/slides/slide925.xml" ContentType="application/vnd.openxmlformats-officedocument.presentationml.slide+xml"/>
  <Override PartName="/ppt/slides/slide230.xml" ContentType="application/vnd.openxmlformats-officedocument.presentationml.slide+xml"/>
  <Override PartName="/ppt/slides/slide220.xml" ContentType="application/vnd.openxmlformats-officedocument.presentationml.slide+xml"/>
  <Override PartName="/ppt/slides/slide694.xml" ContentType="application/vnd.openxmlformats-officedocument.presentationml.slide+xml"/>
  <Override PartName="/ppt/slides/slide378.xml" ContentType="application/vnd.openxmlformats-officedocument.presentationml.slide+xml"/>
  <Override PartName="/ppt/slides/slide785.xml" ContentType="application/vnd.openxmlformats-officedocument.presentationml.slide+xml"/>
  <Override PartName="/ppt/slides/slide379.xml" ContentType="application/vnd.openxmlformats-officedocument.presentationml.slide+xml"/>
  <Override PartName="/ppt/slides/slide374.xml" ContentType="application/vnd.openxmlformats-officedocument.presentationml.slide+xml"/>
  <Override PartName="/ppt/slides/slide231.xml" ContentType="application/vnd.openxmlformats-officedocument.presentationml.slide+xml"/>
  <Override PartName="/ppt/slides/slide604.xml" ContentType="application/vnd.openxmlformats-officedocument.presentationml.slide+xml"/>
  <Override PartName="/ppt/slides/slide346.xml" ContentType="application/vnd.openxmlformats-officedocument.presentationml.slide+xml"/>
  <Override PartName="/ppt/slides/slide1136.xml" ContentType="application/vnd.openxmlformats-officedocument.presentationml.slide+xml"/>
  <Override PartName="/ppt/slides/slide1630.xml" ContentType="application/vnd.openxmlformats-officedocument.presentationml.slide+xml"/>
  <Override PartName="/ppt/slides/slide1348.xml" ContentType="application/vnd.openxmlformats-officedocument.presentationml.slide+xml"/>
  <Override PartName="/ppt/slides/slide779.xml" ContentType="application/vnd.openxmlformats-officedocument.presentationml.slide+xml"/>
  <Override PartName="/ppt/slides/slide537.xml" ContentType="application/vnd.openxmlformats-officedocument.presentationml.slide+xml"/>
  <Override PartName="/ppt/slides/slide861.xml" ContentType="application/vnd.openxmlformats-officedocument.presentationml.slide+xml"/>
  <Override PartName="/ppt/slides/slide390.xml" ContentType="application/vnd.openxmlformats-officedocument.presentationml.slide+xml"/>
  <Override PartName="/ppt/slides/slide377.xml" ContentType="application/vnd.openxmlformats-officedocument.presentationml.slide+xml"/>
  <Override PartName="/ppt/slides/slide240.xml" ContentType="application/vnd.openxmlformats-officedocument.presentationml.slide+xml"/>
  <Override PartName="/ppt/slides/slide1089.xml" ContentType="application/vnd.openxmlformats-officedocument.presentationml.slide+xml"/>
  <Override PartName="/ppt/slides/slide942.xml" ContentType="application/vnd.openxmlformats-officedocument.presentationml.slide+xml"/>
  <Override PartName="/ppt/slides/slide705.xml" ContentType="application/vnd.openxmlformats-officedocument.presentationml.slide+xml"/>
  <Override PartName="/ppt/slides/slide244.xml" ContentType="application/vnd.openxmlformats-officedocument.presentationml.slide+xml"/>
  <Override PartName="/ppt/slides/slide944.xml" ContentType="application/vnd.openxmlformats-officedocument.presentationml.slide+xml"/>
  <Override PartName="/ppt/slides/slide975.xml" ContentType="application/vnd.openxmlformats-officedocument.presentationml.slide+xml"/>
  <Override PartName="/ppt/slides/slide246.xml" ContentType="application/vnd.openxmlformats-officedocument.presentationml.slide+xml"/>
  <Override PartName="/ppt/slides/slide251.xml" ContentType="application/vnd.openxmlformats-officedocument.presentationml.slide+xml"/>
  <Override PartName="/ppt/slides/slide1275.xml" ContentType="application/vnd.openxmlformats-officedocument.presentationml.slide+xml"/>
  <Override PartName="/ppt/slides/slide1421.xml" ContentType="application/vnd.openxmlformats-officedocument.presentationml.slide+xml"/>
  <Override PartName="/ppt/slides/slide308.xml" ContentType="application/vnd.openxmlformats-officedocument.presentationml.slide+xml"/>
  <Override PartName="/ppt/slides/slide1535.xml" ContentType="application/vnd.openxmlformats-officedocument.presentationml.slide+xml"/>
  <Override PartName="/ppt/slides/slide10.xml" ContentType="application/vnd.openxmlformats-officedocument.presentationml.slide+xml"/>
  <Override PartName="/ppt/slides/slide1007.xml" ContentType="application/vnd.openxmlformats-officedocument.presentationml.slide+xml"/>
  <Override PartName="/ppt/slides/slide1579.xml" ContentType="application/vnd.openxmlformats-officedocument.presentationml.slide+xml"/>
  <Override PartName="/ppt/slides/slide951.xml" ContentType="application/vnd.openxmlformats-officedocument.presentationml.slide+xml"/>
  <Override PartName="/ppt/slides/slide1411.xml" ContentType="application/vnd.openxmlformats-officedocument.presentationml.slide+xml"/>
  <Override PartName="/ppt/slides/slide198.xml" ContentType="application/vnd.openxmlformats-officedocument.presentationml.slide+xml"/>
  <Override PartName="/ppt/slides/slide254.xml" ContentType="application/vnd.openxmlformats-officedocument.presentationml.slide+xml"/>
  <Override PartName="/ppt/slides/slide953.xml" ContentType="application/vnd.openxmlformats-officedocument.presentationml.slide+xml"/>
  <Override PartName="/ppt/slides/slide897.xml" ContentType="application/vnd.openxmlformats-officedocument.presentationml.slide+xml"/>
  <Override PartName="/ppt/slides/slide954.xml" ContentType="application/vnd.openxmlformats-officedocument.presentationml.slide+xml"/>
  <Override PartName="/ppt/slides/slide256.xml" ContentType="application/vnd.openxmlformats-officedocument.presentationml.slide+xml"/>
  <Override PartName="/ppt/slides/slide956.xml" ContentType="application/vnd.openxmlformats-officedocument.presentationml.slide+xml"/>
  <Override PartName="/ppt/slides/slide680.xml" ContentType="application/vnd.openxmlformats-officedocument.presentationml.slide+xml"/>
  <Override PartName="/ppt/slides/slide731.xml" ContentType="application/vnd.openxmlformats-officedocument.presentationml.slide+xml"/>
  <Override PartName="/ppt/slides/slide1062.xml" ContentType="application/vnd.openxmlformats-officedocument.presentationml.slide+xml"/>
  <Override PartName="/ppt/slides/slide958.xml" ContentType="application/vnd.openxmlformats-officedocument.presentationml.slide+xml"/>
  <Override PartName="/ppt/slides/slide352.xml" ContentType="application/vnd.openxmlformats-officedocument.presentationml.slide+xml"/>
  <Override PartName="/ppt/slides/slide1364.xml" ContentType="application/vnd.openxmlformats-officedocument.presentationml.slide+xml"/>
  <Override PartName="/ppt/slides/slide154.xml" ContentType="application/vnd.openxmlformats-officedocument.presentationml.slide+xml"/>
  <Override PartName="/ppt/slides/slide665.xml" ContentType="application/vnd.openxmlformats-officedocument.presentationml.slide+xml"/>
  <Override PartName="/ppt/slides/slide1617.xml" ContentType="application/vnd.openxmlformats-officedocument.presentationml.slide+xml"/>
  <Override PartName="/ppt/slides/slide1555.xml" ContentType="application/vnd.openxmlformats-officedocument.presentationml.slide+xml"/>
  <Override PartName="/ppt/slides/slide267.xml" ContentType="application/vnd.openxmlformats-officedocument.presentationml.slide+xml"/>
  <Override PartName="/ppt/slides/slide966.xml" ContentType="application/vnd.openxmlformats-officedocument.presentationml.slide+xml"/>
  <Override PartName="/ppt/slides/slide1190.xml" ContentType="application/vnd.openxmlformats-officedocument.presentationml.slide+xml"/>
  <Override PartName="/ppt/slides/slide104.xml" ContentType="application/vnd.openxmlformats-officedocument.presentationml.slide+xml"/>
  <Override PartName="/ppt/slides/slide1045.xml" ContentType="application/vnd.openxmlformats-officedocument.presentationml.slide+xml"/>
  <Override PartName="/ppt/slides/slide969.xml" ContentType="application/vnd.openxmlformats-officedocument.presentationml.slide+xml"/>
  <Override PartName="/ppt/slides/slide105.xml" ContentType="application/vnd.openxmlformats-officedocument.presentationml.slide+xml"/>
  <Override PartName="/ppt/slides/slide1560.xml" ContentType="application/vnd.openxmlformats-officedocument.presentationml.slide+xml"/>
  <Override PartName="/ppt/slides/slide690.xml" ContentType="application/vnd.openxmlformats-officedocument.presentationml.slide+xml"/>
  <Override PartName="/ppt/slides/slide674.xml" ContentType="application/vnd.openxmlformats-officedocument.presentationml.slide+xml"/>
  <Override PartName="/ppt/slides/slide192.xml" ContentType="application/vnd.openxmlformats-officedocument.presentationml.slide+xml"/>
  <Override PartName="/ppt/slides/slide1050.xml" ContentType="application/vnd.openxmlformats-officedocument.presentationml.slide+xml"/>
  <Override PartName="/ppt/slides/slide968.xml" ContentType="application/vnd.openxmlformats-officedocument.presentationml.slide+xml"/>
  <Override PartName="/ppt/slides/slide106.xml" ContentType="application/vnd.openxmlformats-officedocument.presentationml.slide+xml"/>
  <Override PartName="/ppt/slides/slide1328.xml" ContentType="application/vnd.openxmlformats-officedocument.presentationml.slide+xml"/>
  <Override PartName="/ppt/slides/slide675.xml" ContentType="application/vnd.openxmlformats-officedocument.presentationml.slide+xml"/>
  <Override PartName="/ppt/slides/slide277.xml" ContentType="application/vnd.openxmlformats-officedocument.presentationml.slide+xml"/>
  <Override PartName="/ppt/slides/slide1233.xml" ContentType="application/vnd.openxmlformats-officedocument.presentationml.slide+xml"/>
  <Override PartName="/ppt/slides/slide114.xml" ContentType="application/vnd.openxmlformats-officedocument.presentationml.slide+xml"/>
  <Override PartName="/ppt/slides/slide1393.xml" ContentType="application/vnd.openxmlformats-officedocument.presentationml.slide+xml"/>
  <Override PartName="/ppt/slides/slide1512.xml" ContentType="application/vnd.openxmlformats-officedocument.presentationml.slide+xml"/>
  <Override PartName="/ppt/slides/slide684.xml" ContentType="application/vnd.openxmlformats-officedocument.presentationml.slide+xml"/>
  <Override PartName="/ppt/slides/slide232.xml" ContentType="application/vnd.openxmlformats-officedocument.presentationml.slide+xml"/>
  <Override PartName="/ppt/slides/slide875.xml" ContentType="application/vnd.openxmlformats-officedocument.presentationml.slide+xml"/>
  <Override PartName="/ppt/slides/slide278.xml" ContentType="application/vnd.openxmlformats-officedocument.presentationml.slide+xml"/>
  <Override PartName="/ppt/slides/slide1137.xml" ContentType="application/vnd.openxmlformats-officedocument.presentationml.slide+xml"/>
  <Override PartName="/ppt/slides/slide811.xml" ContentType="application/vnd.openxmlformats-officedocument.presentationml.slide+xml"/>
  <Override PartName="/ppt/slides/slide115.xml" ContentType="application/vnd.openxmlformats-officedocument.presentationml.slide+xml"/>
  <Override PartName="/ppt/slides/slide97.xml" ContentType="application/vnd.openxmlformats-officedocument.presentationml.slide+xml"/>
  <Override PartName="/ppt/slides/slide1614.xml" ContentType="application/vnd.openxmlformats-officedocument.presentationml.slide+xml"/>
  <Override PartName="/ppt/slides/slide1098.xml" ContentType="application/vnd.openxmlformats-officedocument.presentationml.slide+xml"/>
  <Override PartName="/ppt/slides/slide279.xml" ContentType="application/vnd.openxmlformats-officedocument.presentationml.slide+xml"/>
  <Override PartName="/ppt/slides/slide494.xml" ContentType="application/vnd.openxmlformats-officedocument.presentationml.slide+xml"/>
  <Override PartName="/ppt/slides/slide1353.xml" ContentType="application/vnd.openxmlformats-officedocument.presentationml.slide+xml"/>
  <Override PartName="/ppt/slides/slide113.xml" ContentType="application/vnd.openxmlformats-officedocument.presentationml.slide+xml"/>
  <Override PartName="/ppt/slides/slide1609.xml" ContentType="application/vnd.openxmlformats-officedocument.presentationml.slide+xml"/>
  <Override PartName="/ppt/slides/slide978.xml" ContentType="application/vnd.openxmlformats-officedocument.presentationml.slide+xml"/>
  <Override PartName="/ppt/slides/slide742.xml" ContentType="application/vnd.openxmlformats-officedocument.presentationml.slide+xml"/>
  <Override PartName="/ppt/slides/slide376.xml" ContentType="application/vnd.openxmlformats-officedocument.presentationml.slide+xml"/>
  <Override PartName="/ppt/slides/slide287.xml" ContentType="application/vnd.openxmlformats-officedocument.presentationml.slide+xml"/>
  <Override PartName="/ppt/slides/slide301.xml" ContentType="application/vnd.openxmlformats-officedocument.presentationml.slide+xml"/>
  <Override PartName="/ppt/slides/slide820.xml" ContentType="application/vnd.openxmlformats-officedocument.presentationml.slide+xml"/>
  <Override PartName="/ppt/slides/slide893.xml" ContentType="application/vnd.openxmlformats-officedocument.presentationml.slide+xml"/>
  <Override PartName="/ppt/slides/slide989.xml" ContentType="application/vnd.openxmlformats-officedocument.presentationml.slide+xml"/>
  <Override PartName="/ppt/slides/slide807.xml" ContentType="application/vnd.openxmlformats-officedocument.presentationml.slide+xml"/>
  <Override PartName="/ppt/slides/slide288.xml" ContentType="application/vnd.openxmlformats-officedocument.presentationml.slide+xml"/>
  <Override PartName="/ppt/slides/slide603.xml" ContentType="application/vnd.openxmlformats-officedocument.presentationml.slide+xml"/>
  <Override PartName="/ppt/slides/slide122.xml" ContentType="application/vnd.openxmlformats-officedocument.presentationml.slide+xml"/>
  <Override PartName="/ppt/slides/slide1261.xml" ContentType="application/vnd.openxmlformats-officedocument.presentationml.slide+xml"/>
  <Override PartName="/ppt/slides/slide987.xml" ContentType="application/vnd.openxmlformats-officedocument.presentationml.slide+xml"/>
  <Override PartName="/ppt/slides/slide805.xml" ContentType="application/vnd.openxmlformats-officedocument.presentationml.slide+xml"/>
  <Override PartName="/ppt/slides/slide1507.xml" ContentType="application/vnd.openxmlformats-officedocument.presentationml.slide+xml"/>
  <Override PartName="/ppt/slides/slide289.xml" ContentType="application/vnd.openxmlformats-officedocument.presentationml.slide+xml"/>
  <Override PartName="/ppt/slides/slide1627.xml" ContentType="application/vnd.openxmlformats-officedocument.presentationml.slide+xml"/>
  <Override PartName="/ppt/slides/slide123.xml" ContentType="application/vnd.openxmlformats-officedocument.presentationml.slide+xml"/>
  <Override PartName="/ppt/slides/slide912.xml" ContentType="application/vnd.openxmlformats-officedocument.presentationml.slide+xml"/>
  <Override PartName="/ppt/slides/slide1449.xml" ContentType="application/vnd.openxmlformats-officedocument.presentationml.slide+xml"/>
  <Override PartName="/ppt/slides/slide1505.xml" ContentType="application/vnd.openxmlformats-officedocument.presentationml.slide+xml"/>
  <Override PartName="/ppt/slides/slide536.xml" ContentType="application/vnd.openxmlformats-officedocument.presentationml.slide+xml"/>
  <Override PartName="/ppt/slides/slide806.xml" ContentType="application/vnd.openxmlformats-officedocument.presentationml.slide+xml"/>
  <Override PartName="/ppt/slides/slide126.xml" ContentType="application/vnd.openxmlformats-officedocument.presentationml.slide+xml"/>
  <Override PartName="/ppt/slides/slide965.xml" ContentType="application/vnd.openxmlformats-officedocument.presentationml.slide+xml"/>
  <Override PartName="/ppt/slides/slide1524.xml" ContentType="application/vnd.openxmlformats-officedocument.presentationml.slide+xml"/>
  <Override PartName="/ppt/slides/slide297.xml" ContentType="application/vnd.openxmlformats-officedocument.presentationml.slide+xml"/>
  <Override PartName="/ppt/slides/slide1365.xml" ContentType="application/vnd.openxmlformats-officedocument.presentationml.slide+xml"/>
  <Override PartName="/ppt/slides/slide429.xml" ContentType="application/vnd.openxmlformats-officedocument.presentationml.slide+xml"/>
  <Override PartName="/ppt/slides/slide1545.xml" ContentType="application/vnd.openxmlformats-officedocument.presentationml.slide+xml"/>
  <Override PartName="/ppt/slides/slide550.xml" ContentType="application/vnd.openxmlformats-officedocument.presentationml.slide+xml"/>
  <Override PartName="/ppt/slides/slide760.xml" ContentType="application/vnd.openxmlformats-officedocument.presentationml.slide+xml"/>
  <Override PartName="/ppt/slides/slide739.xml" ContentType="application/vnd.openxmlformats-officedocument.presentationml.slide+xml"/>
  <Override PartName="/ppt/slides/slide1513.xml" ContentType="application/vnd.openxmlformats-officedocument.presentationml.slide+xml"/>
  <Override PartName="/ppt/slides/slide999.xml" ContentType="application/vnd.openxmlformats-officedocument.presentationml.slide+xml"/>
  <Override PartName="/ppt/slides/slide573.xml" ContentType="application/vnd.openxmlformats-officedocument.presentationml.slide+xml"/>
  <Override PartName="/ppt/slides/slide1516.xml" ContentType="application/vnd.openxmlformats-officedocument.presentationml.slide+xml"/>
  <Override PartName="/ppt/slides/slide756.xml" ContentType="application/vnd.openxmlformats-officedocument.presentationml.slide+xml"/>
  <Override PartName="/ppt/slides/slide143.xml" ContentType="application/vnd.openxmlformats-officedocument.presentationml.slide+xml"/>
  <Override PartName="/ppt/slides/slide817.xml" ContentType="application/vnd.openxmlformats-officedocument.presentationml.slide+xml"/>
  <Override PartName="/ppt/slides/slide205.xml" ContentType="application/vnd.openxmlformats-officedocument.presentationml.slide+xml"/>
  <Override PartName="/ppt/slides/slide1454.xml" ContentType="application/vnd.openxmlformats-officedocument.presentationml.slide+xml"/>
  <Override PartName="/ppt/slides/slide132.xml" ContentType="application/vnd.openxmlformats-officedocument.presentationml.slide+xml"/>
  <Override PartName="/ppt/slides/slide997.xml" ContentType="application/vnd.openxmlformats-officedocument.presentationml.slide+xml"/>
  <Override PartName="/ppt/slides/slide1378.xml" ContentType="application/vnd.openxmlformats-officedocument.presentationml.slide+xml"/>
  <Override PartName="/ppt/slides/slide1514.xml" ContentType="application/vnd.openxmlformats-officedocument.presentationml.slide+xml"/>
  <Override PartName="/ppt/slides/slide990.xml" ContentType="application/vnd.openxmlformats-officedocument.presentationml.slide+xml"/>
  <Override PartName="/ppt/slides/slide135.xml" ContentType="application/vnd.openxmlformats-officedocument.presentationml.slide+xml"/>
  <Override PartName="/ppt/slides/slide1600.xml" ContentType="application/vnd.openxmlformats-officedocument.presentationml.slide+xml"/>
  <Override PartName="/ppt/slides/slide834.xml" ContentType="application/vnd.openxmlformats-officedocument.presentationml.slide+xml"/>
  <Override PartName="/ppt/slides/slide112.xml" ContentType="application/vnd.openxmlformats-officedocument.presentationml.slide+xml"/>
  <Override PartName="/ppt/slides/slide818.xml" ContentType="application/vnd.openxmlformats-officedocument.presentationml.slide+xml"/>
  <Override PartName="/ppt/slides/slide1244.xml" ContentType="application/vnd.openxmlformats-officedocument.presentationml.slide+xml"/>
  <Override PartName="/ppt/slides/slide1019.xml" ContentType="application/vnd.openxmlformats-officedocument.presentationml.slide+xml"/>
  <Override PartName="/ppt/slides/slide133.xml" ContentType="application/vnd.openxmlformats-officedocument.presentationml.slide+xml"/>
  <Override PartName="/ppt/slides/slide835.xml" ContentType="application/vnd.openxmlformats-officedocument.presentationml.slide+xml"/>
  <Override PartName="/ppt/slides/slide489.xml" ContentType="application/vnd.openxmlformats-officedocument.presentationml.slide+xml"/>
  <Override PartName="/ppt/slides/slide1534.xml" ContentType="application/vnd.openxmlformats-officedocument.presentationml.slide+xml"/>
  <Override PartName="/ppt/slides/slide84.xml" ContentType="application/vnd.openxmlformats-officedocument.presentationml.slide+xml"/>
  <Override PartName="/ppt/slides/slide300.xml" ContentType="application/vnd.openxmlformats-officedocument.presentationml.slide+xml"/>
  <Override PartName="/ppt/slides/slide467.xml" ContentType="application/vnd.openxmlformats-officedocument.presentationml.slide+xml"/>
  <Override PartName="/ppt/slides/slide943.xml" ContentType="application/vnd.openxmlformats-officedocument.presentationml.slide+xml"/>
  <Override PartName="/ppt/slides/slide340.xml" ContentType="application/vnd.openxmlformats-officedocument.presentationml.slide+xml"/>
  <Override PartName="/ppt/slides/slide935.xml" ContentType="application/vnd.openxmlformats-officedocument.presentationml.slide+xml"/>
  <Override PartName="/ppt/slides/slide1000.xml" ContentType="application/vnd.openxmlformats-officedocument.presentationml.slide+xml"/>
  <Override PartName="/ppt/slides/slide468.xml" ContentType="application/vnd.openxmlformats-officedocument.presentationml.slide+xml"/>
  <Override PartName="/ppt/slides/slide309.xml" ContentType="application/vnd.openxmlformats-officedocument.presentationml.slide+xml"/>
  <Override PartName="/ppt/slides/slide302.xml" ContentType="application/vnd.openxmlformats-officedocument.presentationml.slide+xml"/>
  <Override PartName="/ppt/slides/slide493.xml" ContentType="application/vnd.openxmlformats-officedocument.presentationml.slide+xml"/>
  <Override PartName="/ppt/slides/slide305.xml" ContentType="application/vnd.openxmlformats-officedocument.presentationml.slide+xml"/>
  <Override PartName="/ppt/slides/slide1483.xml" ContentType="application/vnd.openxmlformats-officedocument.presentationml.slide+xml"/>
  <Override PartName="/ppt/slides/slide1001.xml" ContentType="application/vnd.openxmlformats-officedocument.presentationml.slide+xml"/>
  <Override PartName="/ppt/slides/slide219.xml" ContentType="application/vnd.openxmlformats-officedocument.presentationml.slide+xml"/>
  <Override PartName="/ppt/slides/slide32.xml" ContentType="application/vnd.openxmlformats-officedocument.presentationml.slide+xml"/>
  <Override PartName="/ppt/slides/slide312.xml" ContentType="application/vnd.openxmlformats-officedocument.presentationml.slide+xml"/>
  <Override PartName="/ppt/slides/slide803.xml" ContentType="application/vnd.openxmlformats-officedocument.presentationml.slide+xml"/>
  <Override PartName="/ppt/slides/slide512.xml" ContentType="application/vnd.openxmlformats-officedocument.presentationml.slide+xml"/>
  <Override PartName="/ppt/slides/slide478.xml" ContentType="application/vnd.openxmlformats-officedocument.presentationml.slide+xml"/>
  <Override PartName="/ppt/slides/slide609.xml" ContentType="application/vnd.openxmlformats-officedocument.presentationml.slide+xml"/>
  <Override PartName="/ppt/slides/slide94.xml" ContentType="application/vnd.openxmlformats-officedocument.presentationml.slide+xml"/>
  <Override PartName="/ppt/slides/slide98.xml" ContentType="application/vnd.openxmlformats-officedocument.presentationml.slide+xml"/>
  <Override PartName="/ppt/slides/slide310.xml" ContentType="application/vnd.openxmlformats-officedocument.presentationml.slide+xml"/>
  <Override PartName="/ppt/slides/slide801.xml" ContentType="application/vnd.openxmlformats-officedocument.presentationml.slide+xml"/>
  <Override PartName="/ppt/slides/slide594.xml" ContentType="application/vnd.openxmlformats-officedocument.presentationml.slide+xml"/>
  <Override PartName="/ppt/slides/slide1004.xml" ContentType="application/vnd.openxmlformats-officedocument.presentationml.slide+xml"/>
  <Override PartName="/ppt/slides/slide644.xml" ContentType="application/vnd.openxmlformats-officedocument.presentationml.slide+xml"/>
  <Override PartName="/ppt/slides/slide1005.xml" ContentType="application/vnd.openxmlformats-officedocument.presentationml.slide+xml"/>
  <Override PartName="/ppt/slides/slide193.xml" ContentType="application/vnd.openxmlformats-officedocument.presentationml.slide+xml"/>
  <Override PartName="/ppt/slides/slide1002.xml" ContentType="application/vnd.openxmlformats-officedocument.presentationml.slide+xml"/>
  <Override PartName="/ppt/slides/slide303.xml" ContentType="application/vnd.openxmlformats-officedocument.presentationml.slide+xml"/>
  <Override PartName="/ppt/slides/slide248.xml" ContentType="application/vnd.openxmlformats-officedocument.presentationml.slide+xml"/>
  <Override PartName="/ppt/slides/slide245.xml" ContentType="application/vnd.openxmlformats-officedocument.presentationml.slide+xml"/>
  <Override PartName="/ppt/slides/slide1168.xml" ContentType="application/vnd.openxmlformats-officedocument.presentationml.slide+xml"/>
  <Override PartName="/ppt/slides/slide271.xml" ContentType="application/vnd.openxmlformats-officedocument.presentationml.slide+xml"/>
  <Override PartName="/ppt/slides/slide307.xml" ContentType="application/vnd.openxmlformats-officedocument.presentationml.slide+xml"/>
  <Override PartName="/ppt/slides/slide320.xml" ContentType="application/vnd.openxmlformats-officedocument.presentationml.slide+xml"/>
  <Override PartName="/ppt/slides/slide1003.xml" ContentType="application/vnd.openxmlformats-officedocument.presentationml.slide+xml"/>
  <Override PartName="/ppt/slides/slide651.xml" ContentType="application/vnd.openxmlformats-officedocument.presentationml.slide+xml"/>
  <Override PartName="/ppt/slides/slide304.xml" ContentType="application/vnd.openxmlformats-officedocument.presentationml.slide+xml"/>
  <Override PartName="/ppt/slides/slide1029.xml" ContentType="application/vnd.openxmlformats-officedocument.presentationml.slide+xml"/>
  <Override PartName="/ppt/slides/slide316.xml" ContentType="application/vnd.openxmlformats-officedocument.presentationml.slide+xml"/>
  <Override PartName="/ppt/slides/slide313.xml" ContentType="application/vnd.openxmlformats-officedocument.presentationml.slide+xml"/>
  <Override PartName="/ppt/slides/slide1363.xml" ContentType="application/vnd.openxmlformats-officedocument.presentationml.slide+xml"/>
  <Override PartName="/ppt/slides/slide1178.xml" ContentType="application/vnd.openxmlformats-officedocument.presentationml.slide+xml"/>
  <Override PartName="/ppt/slides/slide1620.xml" ContentType="application/vnd.openxmlformats-officedocument.presentationml.slide+xml"/>
  <Override PartName="/ppt/slides/slide1179.xml" ContentType="application/vnd.openxmlformats-officedocument.presentationml.slide+xml"/>
  <Override PartName="/ppt/slides/slide701.xml" ContentType="application/vnd.openxmlformats-officedocument.presentationml.slide+xml"/>
  <Override PartName="/ppt/slides/slide1025.xml" ContentType="application/vnd.openxmlformats-officedocument.presentationml.slide+xml"/>
  <Override PartName="/ppt/slides/slide1026.xml" ContentType="application/vnd.openxmlformats-officedocument.presentationml.slide+xml"/>
  <Override PartName="/ppt/slides/slide1426.xml" ContentType="application/vnd.openxmlformats-officedocument.presentationml.slide+xml"/>
  <Override PartName="/ppt/slides/slide1058.xml" ContentType="application/vnd.openxmlformats-officedocument.presentationml.slide+xml"/>
  <Override PartName="/ppt/slides/slide327.xml" ContentType="application/vnd.openxmlformats-officedocument.presentationml.slide+xml"/>
  <Override PartName="/ppt/slides/slide1035.xml" ContentType="application/vnd.openxmlformats-officedocument.presentationml.slide+xml"/>
  <Override PartName="/ppt/slides/slide1036.xml" ContentType="application/vnd.openxmlformats-officedocument.presentationml.slide+xml"/>
  <Override PartName="/ppt/slides/slide337.xml" ContentType="application/vnd.openxmlformats-officedocument.presentationml.slide+xml"/>
  <Override PartName="/ppt/slides/slide977.xml" ContentType="application/vnd.openxmlformats-officedocument.presentationml.slide+xml"/>
  <Override PartName="/ppt/slides/slide24.xml" ContentType="application/vnd.openxmlformats-officedocument.presentationml.slide+xml"/>
  <Override PartName="/ppt/slides/slide646.xml" ContentType="application/vnd.openxmlformats-officedocument.presentationml.slide+xml"/>
  <Override PartName="/ppt/slides/slide25.xml" ContentType="application/vnd.openxmlformats-officedocument.presentationml.slide+xml"/>
  <Override PartName="/ppt/slides/slide358.xml" ContentType="application/vnd.openxmlformats-officedocument.presentationml.slide+xml"/>
  <Override PartName="/ppt/slides/slide710.xml" ContentType="application/vnd.openxmlformats-officedocument.presentationml.slide+xml"/>
  <Override PartName="/ppt/slides/slide1008.xml" ContentType="application/vnd.openxmlformats-officedocument.presentationml.slide+xml"/>
  <Override PartName="/ppt/slides/slide22.xml" ContentType="application/vnd.openxmlformats-officedocument.presentationml.slide+xml"/>
  <Override PartName="/ppt/slides/slide26.xml" ContentType="application/vnd.openxmlformats-officedocument.presentationml.slide+xml"/>
  <Override PartName="/ppt/slides/slide28.xml" ContentType="application/vnd.openxmlformats-officedocument.presentationml.slide+xml"/>
  <Override PartName="/ppt/slides/slide34.xml" ContentType="application/vnd.openxmlformats-officedocument.presentationml.slide+xml"/>
  <Override PartName="/ppt/slides/slide31.xml" ContentType="application/vnd.openxmlformats-officedocument.presentationml.slide+xml"/>
  <Override PartName="/ppt/slides/slide915.xml" ContentType="application/vnd.openxmlformats-officedocument.presentationml.slide+xml"/>
  <Override PartName="/ppt/slides/slide1230.xml" ContentType="application/vnd.openxmlformats-officedocument.presentationml.slide+xml"/>
  <Override PartName="/ppt/slides/slide36.xml" ContentType="application/vnd.openxmlformats-officedocument.presentationml.slide+xml"/>
  <Override PartName="/ppt/slides/slide623.xml" ContentType="application/vnd.openxmlformats-officedocument.presentationml.slide+xml"/>
  <Override PartName="/ppt/slides/slide1266.xml" ContentType="application/vnd.openxmlformats-officedocument.presentationml.slide+xml"/>
  <Override PartName="/ppt/slides/slide927.xml" ContentType="application/vnd.openxmlformats-officedocument.presentationml.slide+xml"/>
  <Override PartName="/ppt/slides/slide567.xml" ContentType="application/vnd.openxmlformats-officedocument.presentationml.slide+xml"/>
  <Override PartName="/ppt/slides/slide117.xml" ContentType="application/vnd.openxmlformats-officedocument.presentationml.slide+xml"/>
  <Override PartName="/ppt/slides/slide1101.xml" ContentType="application/vnd.openxmlformats-officedocument.presentationml.slide+xml"/>
  <Override PartName="/ppt/slides/slide1267.xml" ContentType="application/vnd.openxmlformats-officedocument.presentationml.slide+xml"/>
  <Override PartName="/ppt/slides/slide568.xml" ContentType="application/vnd.openxmlformats-officedocument.presentationml.slide+xml"/>
  <Override PartName="/ppt/slides/slide403.xml" ContentType="application/vnd.openxmlformats-officedocument.presentationml.slide+xml"/>
  <Override PartName="/ppt/slides/slide1268.xml" ContentType="application/vnd.openxmlformats-officedocument.presentationml.slide+xml"/>
  <Override PartName="/ppt/slides/slide569.xml" ContentType="application/vnd.openxmlformats-officedocument.presentationml.slide+xml"/>
  <Override PartName="/ppt/slides/slide37.xml" ContentType="application/vnd.openxmlformats-officedocument.presentationml.slide+xml"/>
  <Override PartName="/ppt/slides/slide43.xml" ContentType="application/vnd.openxmlformats-officedocument.presentationml.slide+xml"/>
  <Override PartName="/ppt/slides/slide1078.xml" ContentType="application/vnd.openxmlformats-officedocument.presentationml.slide+xml"/>
  <Override PartName="/ppt/slides/slide1107.xml" ContentType="application/vnd.openxmlformats-officedocument.presentationml.slide+xml"/>
  <Override PartName="/ppt/slides/slide40.xml" ContentType="application/vnd.openxmlformats-officedocument.presentationml.slide+xml"/>
  <Override PartName="/ppt/slides/slide44.xml" ContentType="application/vnd.openxmlformats-officedocument.presentationml.slide+xml"/>
  <Override PartName="/ppt/slides/slide1108.xml" ContentType="application/vnd.openxmlformats-officedocument.presentationml.slide+xml"/>
  <Override PartName="/ppt/slides/slide409.xml" ContentType="application/vnd.openxmlformats-officedocument.presentationml.slide+xml"/>
  <Override PartName="/ppt/slides/slide1562.xml" ContentType="application/vnd.openxmlformats-officedocument.presentationml.slide+xml"/>
  <Override PartName="/ppt/slides/slide41.xml" ContentType="application/vnd.openxmlformats-officedocument.presentationml.slide+xml"/>
  <Override PartName="/ppt/slides/slide275.xml" ContentType="application/vnd.openxmlformats-officedocument.presentationml.slide+xml"/>
  <Override PartName="/ppt/slides/slide1105.xml" ContentType="application/vnd.openxmlformats-officedocument.presentationml.slide+xml"/>
  <Override PartName="/ppt/slides/slide1109.xml" ContentType="application/vnd.openxmlformats-officedocument.presentationml.slide+xml"/>
  <Override PartName="/ppt/slides/slide42.xml" ContentType="application/vnd.openxmlformats-officedocument.presentationml.slide+xml"/>
  <Override PartName="/ppt/slides/slide1295.xml" ContentType="application/vnd.openxmlformats-officedocument.presentationml.slide+xml"/>
  <Override PartName="/ppt/slides/slide1106.xml" ContentType="application/vnd.openxmlformats-officedocument.presentationml.slide+xml"/>
  <Override PartName="/ppt/slides/slide407.xml" ContentType="application/vnd.openxmlformats-officedocument.presentationml.slide+xml"/>
  <Override PartName="/ppt/slides/slide691.xml" ContentType="application/vnd.openxmlformats-officedocument.presentationml.slide+xml"/>
  <Override PartName="/ppt/slides/slide1296.xml" ContentType="application/vnd.openxmlformats-officedocument.presentationml.slide+xml"/>
  <Override PartName="/ppt/slides/slide46.xml" ContentType="application/vnd.openxmlformats-officedocument.presentationml.slide+xml"/>
  <Override PartName="/ppt/slides/slide82.xml" ContentType="application/vnd.openxmlformats-officedocument.presentationml.slide+xml"/>
  <Override PartName="/ppt/slides/slide47.xml" ContentType="application/vnd.openxmlformats-officedocument.presentationml.slide+xml"/>
  <Override PartName="/ppt/slides/slide1180.xml" ContentType="application/vnd.openxmlformats-officedocument.presentationml.slide+xml"/>
  <Override PartName="/ppt/slides/slide48.xml" ContentType="application/vnd.openxmlformats-officedocument.presentationml.slide+xml"/>
  <Override PartName="/ppt/slides/slide1198.xml" ContentType="application/vnd.openxmlformats-officedocument.presentationml.slide+xml"/>
  <Override PartName="/ppt/slides/slide1110.xml" ContentType="application/vnd.openxmlformats-officedocument.presentationml.slide+xml"/>
  <Override PartName="/ppt/slides/slide90.xml" ContentType="application/vnd.openxmlformats-officedocument.presentationml.slide+xml"/>
  <Override PartName="/ppt/slides/slide1276.xml" ContentType="application/vnd.openxmlformats-officedocument.presentationml.slide+xml"/>
  <Override PartName="/ppt/slides/slide1406.xml" ContentType="application/vnd.openxmlformats-officedocument.presentationml.slide+xml"/>
  <Override PartName="/ppt/slides/slide1402.xml" ContentType="application/vnd.openxmlformats-officedocument.presentationml.slide+xml"/>
  <Override PartName="/ppt/slides/slide577.xml" ContentType="application/vnd.openxmlformats-officedocument.presentationml.slide+xml"/>
  <Override PartName="/ppt/slides/slide412.xml" ContentType="application/vnd.openxmlformats-officedocument.presentationml.slide+xml"/>
  <Override PartName="/ppt/slides/slide578.xml" ContentType="application/vnd.openxmlformats-officedocument.presentationml.slide+xml"/>
  <Override PartName="/ppt/slides/slide1063.xml" ContentType="application/vnd.openxmlformats-officedocument.presentationml.slide+xml"/>
  <Override PartName="/ppt/slides/slide1278.xml" ContentType="application/vnd.openxmlformats-officedocument.presentationml.slide+xml"/>
  <Override PartName="/ppt/slides/slide535.xml" ContentType="application/vnd.openxmlformats-officedocument.presentationml.slide+xml"/>
  <Override PartName="/ppt/slides/slide1113.xml" ContentType="application/vnd.openxmlformats-officedocument.presentationml.slide+xml"/>
  <Override PartName="/ppt/slides/slide218.xml" ContentType="application/vnd.openxmlformats-officedocument.presentationml.slide+xml"/>
  <Override PartName="/ppt/slides/slide1157.xml" ContentType="application/vnd.openxmlformats-officedocument.presentationml.slide+xml"/>
  <Override PartName="/ppt/slides/slide469.xml" ContentType="application/vnd.openxmlformats-officedocument.presentationml.slide+xml"/>
  <Override PartName="/ppt/slides/slide372.xml" ContentType="application/vnd.openxmlformats-officedocument.presentationml.slide+xml"/>
  <Override PartName="/ppt/slides/slide1279.xml" ContentType="application/vnd.openxmlformats-officedocument.presentationml.slide+xml"/>
  <Override PartName="/ppt/slides/slide1114.xml" ContentType="application/vnd.openxmlformats-officedocument.presentationml.slide+xml"/>
  <Override PartName="/ppt/slides/slide941.xml" ContentType="application/vnd.openxmlformats-officedocument.presentationml.slide+xml"/>
  <Override PartName="/ppt/slides/slide1129.xml" ContentType="application/vnd.openxmlformats-officedocument.presentationml.slide+xml"/>
  <Override PartName="/ppt/slides/slide54.xml" ContentType="application/vnd.openxmlformats-officedocument.presentationml.slide+xml"/>
  <Override PartName="/ppt/slides/slide51.xml" ContentType="application/vnd.openxmlformats-officedocument.presentationml.slide+xml"/>
  <Override PartName="/ppt/slides/slide55.xml" ContentType="application/vnd.openxmlformats-officedocument.presentationml.slide+xml"/>
  <Override PartName="/ppt/slides/slide52.xml" ContentType="application/vnd.openxmlformats-officedocument.presentationml.slide+xml"/>
  <Override PartName="/ppt/slides/slide837.xml" ContentType="application/vnd.openxmlformats-officedocument.presentationml.slide+xml"/>
  <Override PartName="/ppt/slides/slide663.xml" ContentType="application/vnd.openxmlformats-officedocument.presentationml.slide+xml"/>
  <Override PartName="/ppt/slides/slide129.xml" ContentType="application/vnd.openxmlformats-officedocument.presentationml.slide+xml"/>
  <Override PartName="/ppt/slides/slide1125.xml" ContentType="application/vnd.openxmlformats-officedocument.presentationml.slide+xml"/>
  <Override PartName="/ppt/slides/slide424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764.xml" ContentType="application/vnd.openxmlformats-officedocument.presentationml.slide+xml"/>
  <Override PartName="/ppt/slides/slide1424.xml" ContentType="application/vnd.openxmlformats-officedocument.presentationml.slide+xml"/>
  <Override PartName="/ppt/slides/slide63.xml" ContentType="application/vnd.openxmlformats-officedocument.presentationml.slide+xml"/>
  <Override PartName="/ppt/slides/slide1127.xml" ContentType="application/vnd.openxmlformats-officedocument.presentationml.slide+xml"/>
  <Override PartName="/ppt/slides/slide64.xml" ContentType="application/vnd.openxmlformats-officedocument.presentationml.slide+xml"/>
  <Override PartName="/ppt/slides/slide1357.xml" ContentType="application/vnd.openxmlformats-officedocument.presentationml.slide+xml"/>
  <Override PartName="/ppt/slides/slide448.xml" ContentType="application/vnd.openxmlformats-officedocument.presentationml.slide+xml"/>
  <Override PartName="/ppt/slides/slide799.xml" ContentType="application/vnd.openxmlformats-officedocument.presentationml.slide+xml"/>
  <Override PartName="/ppt/slides/slide1148.xml" ContentType="application/vnd.openxmlformats-officedocument.presentationml.slide+xml"/>
  <Override PartName="/ppt/slides/slide434.xml" ContentType="application/vnd.openxmlformats-officedocument.presentationml.slide+xml"/>
  <Override PartName="/ppt/slides/slide1490.xml" ContentType="application/vnd.openxmlformats-officedocument.presentationml.slide+xml"/>
  <Override PartName="/ppt/slides/slide1135.xml" ContentType="application/vnd.openxmlformats-officedocument.presentationml.slide+xml"/>
  <Override PartName="/ppt/slides/slide73.xml" ContentType="application/vnd.openxmlformats-officedocument.presentationml.slide+xml"/>
  <Override PartName="/ppt/slides/slide426.xml" ContentType="application/vnd.openxmlformats-officedocument.presentationml.slide+xml"/>
  <Override PartName="/ppt/slides/slide744.xml" ContentType="application/vnd.openxmlformats-officedocument.presentationml.slide+xml"/>
  <Override PartName="/ppt/slides/slide439.xml" ContentType="application/vnd.openxmlformats-officedocument.presentationml.slide+xml"/>
  <Override PartName="/ppt/slides/slide1164.xml" ContentType="application/vnd.openxmlformats-officedocument.presentationml.slide+xml"/>
  <Override PartName="/ppt/slides/slide75.xml" ContentType="application/vnd.openxmlformats-officedocument.presentationml.slide+xml"/>
  <Override PartName="/ppt/slides/slide1139.xml" ContentType="application/vnd.openxmlformats-officedocument.presentationml.slide+xml"/>
  <Override PartName="/ppt/slides/slide1297.xml" ContentType="application/vnd.openxmlformats-officedocument.presentationml.slide+xml"/>
  <Override PartName="/ppt/slides/slide1618.xml" ContentType="application/vnd.openxmlformats-officedocument.presentationml.slide+xml"/>
  <Override PartName="/ppt/slides/slide459.xml" ContentType="application/vnd.openxmlformats-officedocument.presentationml.slide+xml"/>
  <Override PartName="/ppt/slides/slide970.xml" ContentType="application/vnd.openxmlformats-officedocument.presentationml.slide+xml"/>
  <Override PartName="/ppt/slides/slide563.xml" ContentType="application/vnd.openxmlformats-officedocument.presentationml.slide+xml"/>
  <Override PartName="/ppt/slides/slide1248.xml" ContentType="application/vnd.openxmlformats-officedocument.presentationml.slide+xml"/>
  <Override PartName="/ppt/slides/slide460.xml" ContentType="application/vnd.openxmlformats-officedocument.presentationml.slide+xml"/>
  <Override PartName="/ppt/slides/slide1075.xml" ContentType="application/vnd.openxmlformats-officedocument.presentationml.slide+xml"/>
  <Override PartName="/ppt/slides/slide1299.xml" ContentType="application/vnd.openxmlformats-officedocument.presentationml.slide+xml"/>
  <Override PartName="/ppt/slides/slide946.xml" ContentType="application/vnd.openxmlformats-officedocument.presentationml.slide+xml"/>
  <Override PartName="/ppt/slides/slide1143.xml" ContentType="application/vnd.openxmlformats-officedocument.presentationml.slide+xml"/>
  <Override PartName="/ppt/slides/slide444.xml" ContentType="application/vnd.openxmlformats-officedocument.presentationml.slide+xml"/>
  <Override PartName="/ppt/slides/slide865.xml" ContentType="application/vnd.openxmlformats-officedocument.presentationml.slide+xml"/>
  <Override PartName="/ppt/slides/slide80.xml" ContentType="application/vnd.openxmlformats-officedocument.presentationml.slide+xml"/>
  <Override PartName="/ppt/slides/slide445.xml" ContentType="application/vnd.openxmlformats-officedocument.presentationml.slide+xml"/>
  <Override PartName="/ppt/slides/slide91.xml" ContentType="application/vnd.openxmlformats-officedocument.presentationml.slide+xml"/>
  <Override PartName="/ppt/slides/slide1389.xml" ContentType="application/vnd.openxmlformats-officedocument.presentationml.slide+xml"/>
  <Override PartName="/ppt/slides/slide1174.xml" ContentType="application/vnd.openxmlformats-officedocument.presentationml.slide+xml"/>
  <Override PartName="/ppt/slides/slide221.xml" ContentType="application/vnd.openxmlformats-officedocument.presentationml.slide+xml"/>
  <Override PartName="/ppt/slides/slide471.xml" ContentType="application/vnd.openxmlformats-officedocument.presentationml.slide+xml"/>
  <Override PartName="/ppt/slides/slide1232.xml" ContentType="application/vnd.openxmlformats-officedocument.presentationml.slide+xml"/>
  <Override PartName="/ppt/slides/slide449.xml" ContentType="application/vnd.openxmlformats-officedocument.presentationml.slide+xml"/>
  <Override PartName="/ppt/slides/slide414.xml" ContentType="application/vnd.openxmlformats-officedocument.presentationml.slide+xml"/>
  <Override PartName="/ppt/slides/slide1145.xml" ContentType="application/vnd.openxmlformats-officedocument.presentationml.slide+xml"/>
  <Override PartName="/ppt/slides/slide76.xml" ContentType="application/vnd.openxmlformats-officedocument.presentationml.slide+xml"/>
  <Override PartName="/ppt/slides/slide1154.xml" ContentType="application/vnd.openxmlformats-officedocument.presentationml.slide+xml"/>
  <Override PartName="/ppt/slides/slide891.xml" ContentType="application/vnd.openxmlformats-officedocument.presentationml.slide+xml"/>
  <Override PartName="/ppt/slides/slide1155.xml" ContentType="application/vnd.openxmlformats-officedocument.presentationml.slide+xml"/>
  <Override PartName="/ppt/slides/slide447.xml" ContentType="application/vnd.openxmlformats-officedocument.presentationml.slide+xml"/>
  <Override PartName="/ppt/slides/slide1259.xml" ContentType="application/vnd.openxmlformats-officedocument.presentationml.slide+xml"/>
  <Override PartName="/ppt/slides/slide1511.xml" ContentType="application/vnd.openxmlformats-officedocument.presentationml.slide+xml"/>
  <Override PartName="/ppt/slides/slide344.xml" ContentType="application/vnd.openxmlformats-officedocument.presentationml.slide+xml"/>
  <Override PartName="/ppt/slides/slide71.xml" ContentType="application/vnd.openxmlformats-officedocument.presentationml.slide+xml"/>
  <Override PartName="/ppt/slides/slide1332.xml" ContentType="application/vnd.openxmlformats-officedocument.presentationml.slide+xml"/>
  <Override PartName="/ppt/slides/slide456.xml" ContentType="application/vnd.openxmlformats-officedocument.presentationml.slide+xml"/>
  <Override PartName="/ppt/slides/slide1344.xml" ContentType="application/vnd.openxmlformats-officedocument.presentationml.slide+xml"/>
  <Override PartName="/ppt/slides/slide425.xml" ContentType="application/vnd.openxmlformats-officedocument.presentationml.slide+xml"/>
  <Override PartName="/ppt/slides/slide784.xml" ContentType="application/vnd.openxmlformats-officedocument.presentationml.slide+xml"/>
  <Override PartName="/ppt/slides/slide354.xml" ContentType="application/vnd.openxmlformats-officedocument.presentationml.slide+xml"/>
  <Override PartName="/ppt/slides/slide1165.xml" ContentType="application/vnd.openxmlformats-officedocument.presentationml.slide+xml"/>
  <Override PartName="/ppt/slides/slide1333.xml" ContentType="application/vnd.openxmlformats-officedocument.presentationml.slide+xml"/>
  <Override PartName="/ppt/slides/slide1265.xml" ContentType="application/vnd.openxmlformats-officedocument.presentationml.slide+xml"/>
  <Override PartName="/ppt/slides/slide490.xml" ContentType="application/vnd.openxmlformats-officedocument.presentationml.slide+xml"/>
  <Override PartName="/ppt/slides/slide1573.xml" ContentType="application/vnd.openxmlformats-officedocument.presentationml.slide+xml"/>
  <Override PartName="/ppt/slides/slide1173.xml" ContentType="application/vnd.openxmlformats-officedocument.presentationml.slide+xml"/>
  <Override PartName="/ppt/slides/slide1523.xml" ContentType="application/vnd.openxmlformats-officedocument.presentationml.slide+xml"/>
  <Override PartName="/ppt/slides/slide1498.xml" ContentType="application/vnd.openxmlformats-officedocument.presentationml.slide+xml"/>
  <Override PartName="/ppt/slides/slide749.xml" ContentType="application/vnd.openxmlformats-officedocument.presentationml.slide+xml"/>
  <Override PartName="/ppt/slides/slide474.xml" ContentType="application/vnd.openxmlformats-officedocument.presentationml.slide+xml"/>
  <Override PartName="/ppt/slides/slide630.xml" ContentType="application/vnd.openxmlformats-officedocument.presentationml.slide+xml"/>
  <Override PartName="/ppt/slides/slide863.xml" ContentType="application/vnd.openxmlformats-officedocument.presentationml.slide+xml"/>
  <Override PartName="/ppt/slides/slide476.xml" ContentType="application/vnd.openxmlformats-officedocument.presentationml.slide+xml"/>
  <Override PartName="/ppt/slides/slide1300.xml" ContentType="application/vnd.openxmlformats-officedocument.presentationml.slide+xml"/>
  <Override PartName="/ppt/slides/slide1010.xml" ContentType="application/vnd.openxmlformats-officedocument.presentationml.slide+xml"/>
  <Override PartName="/ppt/slides/slide400.xml" ContentType="application/vnd.openxmlformats-officedocument.presentationml.slide+xml"/>
  <Override PartName="/ppt/slides/slide509.xml" ContentType="application/vnd.openxmlformats-officedocument.presentationml.slide+xml"/>
  <Override PartName="/ppt/slides/slide689.xml" ContentType="application/vnd.openxmlformats-officedocument.presentationml.slide+xml"/>
  <Override PartName="/ppt/slides/slide1217.xml" ContentType="application/vnd.openxmlformats-officedocument.presentationml.slide+xml"/>
  <Override PartName="/ppt/slides/slide872.xml" ContentType="application/vnd.openxmlformats-officedocument.presentationml.slide+xml"/>
  <Override PartName="/ppt/slides/slide600.xml" ContentType="application/vnd.openxmlformats-officedocument.presentationml.slide+xml"/>
  <Override PartName="/ppt/slides/slide1218.xml" ContentType="application/vnd.openxmlformats-officedocument.presentationml.slide+xml"/>
  <Override PartName="/ppt/slides/slide1452.xml" ContentType="application/vnd.openxmlformats-officedocument.presentationml.slide+xml"/>
  <Override PartName="/ppt/slides/slide1525.xml" ContentType="application/vnd.openxmlformats-officedocument.presentationml.slide+xml"/>
  <Override PartName="/ppt/slides/slide528.xml" ContentType="application/vnd.openxmlformats-officedocument.presentationml.slide+xml"/>
  <Override PartName="/ppt/slides/slide1435.xml" ContentType="application/vnd.openxmlformats-officedocument.presentationml.slide+xml"/>
  <Override PartName="/ppt/slides/slide529.xml" ContentType="application/vnd.openxmlformats-officedocument.presentationml.slide+xml"/>
  <Override PartName="/ppt/slides/slide480.xml" ContentType="application/vnd.openxmlformats-officedocument.presentationml.slide+xml"/>
  <Override PartName="/ppt/slides/slide765.xml" ContentType="application/vnd.openxmlformats-officedocument.presentationml.slide+xml"/>
  <Override PartName="/ppt/slides/slide1228.xml" ContentType="application/vnd.openxmlformats-officedocument.presentationml.slide+xml"/>
  <Override PartName="/ppt/slides/slide249.xml" ContentType="application/vnd.openxmlformats-officedocument.presentationml.slide+xml"/>
  <Override PartName="/ppt/slides/slide607.xml" ContentType="application/vnd.openxmlformats-officedocument.presentationml.slide+xml"/>
  <Override PartName="/ppt/slides/slide612.xml" ContentType="application/vnd.openxmlformats-officedocument.presentationml.slide+xml"/>
  <Override PartName="/ppt/slides/slide1237.xml" ContentType="application/vnd.openxmlformats-officedocument.presentationml.slide+xml"/>
  <Override PartName="/ppt/slides/slide658.xml" ContentType="application/vnd.openxmlformats-officedocument.presentationml.slide+xml"/>
  <Override PartName="/ppt/slides/slide317.xml" ContentType="application/vnd.openxmlformats-officedocument.presentationml.slide+xml"/>
  <Override PartName="/ppt/slides/slide419.xml" ContentType="application/vnd.openxmlformats-officedocument.presentationml.slide+xml"/>
  <Override PartName="/ppt/slides/slide539.xml" ContentType="application/vnd.openxmlformats-officedocument.presentationml.slide+xml"/>
  <Override PartName="/ppt/slides/slide1238.xml" ContentType="application/vnd.openxmlformats-officedocument.presentationml.slide+xml"/>
  <Override PartName="/ppt/slides/slide1247.xml" ContentType="application/vnd.openxmlformats-officedocument.presentationml.slide+xml"/>
  <Override PartName="/ppt/slides/slide627.xml" ContentType="application/vnd.openxmlformats-officedocument.presentationml.slide+xml"/>
  <Override PartName="/ppt/slides/slide1243.xml" ContentType="application/vnd.openxmlformats-officedocument.presentationml.slide+xml"/>
  <Override PartName="/ppt/slides/slide1146.xml" ContentType="application/vnd.openxmlformats-officedocument.presentationml.slide+xml"/>
  <Override PartName="/ppt/slides/slide1324.xml" ContentType="application/vnd.openxmlformats-officedocument.presentationml.slide+xml"/>
  <Override PartName="/ppt/slides/slide885.xml" ContentType="application/vnd.openxmlformats-officedocument.presentationml.slide+xml"/>
  <Override PartName="/ppt/slides/slide457.xml" ContentType="application/vnd.openxmlformats-officedocument.presentationml.slide+xml"/>
  <Override PartName="/ppt/slides/slide1175.xml" ContentType="application/vnd.openxmlformats-officedocument.presentationml.slide+xml"/>
  <Override PartName="/ppt/slides/slide290.xml" ContentType="application/vnd.openxmlformats-officedocument.presentationml.slide+xml"/>
  <Override PartName="/ppt/slides/slide774.xml" ContentType="application/vnd.openxmlformats-officedocument.presentationml.slide+xml"/>
  <Override PartName="/ppt/slides/slide775.xml" ContentType="application/vnd.openxmlformats-officedocument.presentationml.slide+xml"/>
  <Override PartName="/ppt/slides/slide1030.xml" ContentType="application/vnd.openxmlformats-officedocument.presentationml.slide+xml"/>
  <Override PartName="/ppt/slides/slide1459.xml" ContentType="application/vnd.openxmlformats-officedocument.presentationml.slide+xml"/>
  <Override PartName="/ppt/slides/slide21.xml" ContentType="application/vnd.openxmlformats-officedocument.presentationml.slide+xml"/>
  <Override PartName="/ppt/slides/slide887.xml" ContentType="application/vnd.openxmlformats-officedocument.presentationml.slide+xml"/>
  <Override PartName="/ppt/slides/slide1476.xml" ContentType="application/vnd.openxmlformats-officedocument.presentationml.slide+xml"/>
  <Override PartName="/ppt/slides/slide1310.xml" ContentType="application/vnd.openxmlformats-officedocument.presentationml.slide+xml"/>
  <Override PartName="/ppt/slides/slide884.xml" ContentType="application/vnd.openxmlformats-officedocument.presentationml.slide+xml"/>
  <Override PartName="/ppt/slides/slide427.xml" ContentType="application/vnd.openxmlformats-officedocument.presentationml.slide+xml"/>
  <Override PartName="/ppt/slides/slide1301.xml" ContentType="application/vnd.openxmlformats-officedocument.presentationml.slide+xml"/>
  <Override PartName="/ppt/slides/slide1467.xml" ContentType="application/vnd.openxmlformats-officedocument.presentationml.slide+xml"/>
  <Override PartName="/ppt/slides/slide1028.xml" ContentType="application/vnd.openxmlformats-officedocument.presentationml.slide+xml"/>
  <Override PartName="/ppt/slides/slide768.xml" ContentType="application/vnd.openxmlformats-officedocument.presentationml.slide+xml"/>
  <Override PartName="/ppt/slides/slide1308.xml" ContentType="application/vnd.openxmlformats-officedocument.presentationml.slide+xml"/>
  <Override PartName="/ppt/slides/slide1167.xml" ContentType="application/vnd.openxmlformats-officedocument.presentationml.slide+xml"/>
  <Override PartName="/ppt/slides/slide1502.xml" ContentType="application/vnd.openxmlformats-officedocument.presentationml.slide+xml"/>
  <Override PartName="/ppt/slides/slide1474.xml" ContentType="application/vnd.openxmlformats-officedocument.presentationml.slide+xml"/>
  <Override PartName="/ppt/slides/slide917.xml" ContentType="application/vnd.openxmlformats-officedocument.presentationml.slide+xml"/>
  <Override PartName="/ppt/slides/slide1469.xml" ContentType="application/vnd.openxmlformats-officedocument.presentationml.slide+xml"/>
  <Override PartName="/ppt/slides/slide1076.xml" ContentType="application/vnd.openxmlformats-officedocument.presentationml.slide+xml"/>
  <Override PartName="/ppt/slides/slide624.xml" ContentType="application/vnd.openxmlformats-officedocument.presentationml.slide+xml"/>
  <Override PartName="/ppt/slides/slide1304.xml" ContentType="application/vnd.openxmlformats-officedocument.presentationml.slide+xml"/>
  <Override PartName="/ppt/slides/slide929.xml" ContentType="application/vnd.openxmlformats-officedocument.presentationml.slide+xml"/>
  <Override PartName="/ppt/slides/slide1104.xml" ContentType="application/vnd.openxmlformats-officedocument.presentationml.slide+xml"/>
  <Override PartName="/ppt/slides/slide432.xml" ContentType="application/vnd.openxmlformats-officedocument.presentationml.slide+xml"/>
  <Override PartName="/ppt/slides/slide461.xml" ContentType="application/vnd.openxmlformats-officedocument.presentationml.slide+xml"/>
  <Override PartName="/ppt/slides/slide382.xml" ContentType="application/vnd.openxmlformats-officedocument.presentationml.slide+xml"/>
  <Override PartName="/ppt/slides/slide605.xml" ContentType="application/vnd.openxmlformats-officedocument.presentationml.slide+xml"/>
  <Override PartName="/ppt/slides/slide918.xml" ContentType="application/vnd.openxmlformats-officedocument.presentationml.slide+xml"/>
  <Override PartName="/ppt/slides/slide1015.xml" ContentType="application/vnd.openxmlformats-officedocument.presentationml.slide+xml"/>
  <Override PartName="/ppt/slides/slide1542.xml" ContentType="application/vnd.openxmlformats-officedocument.presentationml.slide+xml"/>
  <Override PartName="/ppt/slides/slide1305.xml" ContentType="application/vnd.openxmlformats-officedocument.presentationml.slide+xml"/>
  <Override PartName="/ppt/slides/slide808.xml" ContentType="application/vnd.openxmlformats-officedocument.presentationml.slide+xml"/>
  <Override PartName="/ppt/slides/slide606.xml" ContentType="application/vnd.openxmlformats-officedocument.presentationml.slide+xml"/>
  <Override PartName="/ppt/slides/slide786.xml" ContentType="application/vnd.openxmlformats-officedocument.presentationml.slide+xml"/>
  <Override PartName="/ppt/slides/slide472.xml" ContentType="application/vnd.openxmlformats-officedocument.presentationml.slide+xml"/>
  <Override PartName="/ppt/slides/slide486.xml" ContentType="application/vnd.openxmlformats-officedocument.presentationml.slide+xml"/>
  <Override PartName="/ppt/slides/slide1306.xml" ContentType="application/vnd.openxmlformats-officedocument.presentationml.slide+xml"/>
  <Override PartName="/ppt/slides/slide558.xml" ContentType="application/vnd.openxmlformats-officedocument.presentationml.slide+xml"/>
  <Override PartName="/ppt/slides/slide616.xml" ContentType="application/vnd.openxmlformats-officedocument.presentationml.slide+xml"/>
  <Override PartName="/ppt/slides/slide326.xml" ContentType="application/vnd.openxmlformats-officedocument.presentationml.slide+xml"/>
  <Override PartName="/ppt/slides/slide778.xml" ContentType="application/vnd.openxmlformats-officedocument.presentationml.slide+xml"/>
  <Override PartName="/ppt/slides/slide1166.xml" ContentType="application/vnd.openxmlformats-officedocument.presentationml.slide+xml"/>
  <Override PartName="/ppt/slides/slide1414.xml" ContentType="application/vnd.openxmlformats-officedocument.presentationml.slide+xml"/>
  <Override PartName="/ppt/slides/slide1577.xml" ContentType="application/vnd.openxmlformats-officedocument.presentationml.slide+xml"/>
  <Override PartName="/ppt/slides/slide634.xml" ContentType="application/vnd.openxmlformats-officedocument.presentationml.slide+xml"/>
  <Override PartName="/ppt/slides/slide1506.xml" ContentType="application/vnd.openxmlformats-officedocument.presentationml.slide+xml"/>
  <Override PartName="/ppt/slides/slide111.xml" ContentType="application/vnd.openxmlformats-officedocument.presentationml.slide+xml"/>
  <Override PartName="/ppt/slides/slide559.xml" ContentType="application/vnd.openxmlformats-officedocument.presentationml.slide+xml"/>
  <Override PartName="/ppt/slides/slide655.xml" ContentType="application/vnd.openxmlformats-officedocument.presentationml.slide+xml"/>
  <Override PartName="/ppt/slides/slide618.xml" ContentType="application/vnd.openxmlformats-officedocument.presentationml.slide+xml"/>
  <Override PartName="/ppt/slides/slide116.xml" ContentType="application/vnd.openxmlformats-officedocument.presentationml.slide+xml"/>
  <Override PartName="/ppt/slides/slide397.xml" ContentType="application/vnd.openxmlformats-officedocument.presentationml.slide+xml"/>
  <Override PartName="/ppt/slides/slide879.xml" ContentType="application/vnd.openxmlformats-officedocument.presentationml.slide+xml"/>
  <Override PartName="/ppt/slides/slide1314.xml" ContentType="application/vnd.openxmlformats-officedocument.presentationml.slide+xml"/>
  <Override PartName="/ppt/slides/slide1436.xml" ContentType="application/vnd.openxmlformats-officedocument.presentationml.slide+xml"/>
  <Override PartName="/ppt/slides/slide1437.xml" ContentType="application/vnd.openxmlformats-officedocument.presentationml.slide+xml"/>
  <Override PartName="/ppt/slides/slide1508.xml" ContentType="application/vnd.openxmlformats-officedocument.presentationml.slide+xml"/>
  <Override PartName="/ppt/slides/slide1493.xml" ContentType="application/vnd.openxmlformats-officedocument.presentationml.slide+xml"/>
  <Override PartName="/ppt/slides/slide1227.xml" ContentType="application/vnd.openxmlformats-officedocument.presentationml.slide+xml"/>
  <Override PartName="/ppt/slides/slide1334.xml" ContentType="application/vnd.openxmlformats-officedocument.presentationml.slide+xml"/>
  <Override PartName="/ppt/slides/slide367.xml" ContentType="application/vnd.openxmlformats-officedocument.presentationml.slide+xml"/>
  <Override PartName="/ppt/slides/slide1055.xml" ContentType="application/vnd.openxmlformats-officedocument.presentationml.slide+xml"/>
  <Override PartName="/ppt/slides/slide1318.xml" ContentType="application/vnd.openxmlformats-officedocument.presentationml.slide+xml"/>
  <Override PartName="/ppt/slides/slide505.xml" ContentType="application/vnd.openxmlformats-officedocument.presentationml.slide+xml"/>
  <Override PartName="/ppt/slides/slide636.xml" ContentType="application/vnd.openxmlformats-officedocument.presentationml.slide+xml"/>
  <Override PartName="/ppt/slides/slide1624.xml" ContentType="application/vnd.openxmlformats-officedocument.presentationml.slide+xml"/>
  <Override PartName="/ppt/slides/slide599.xml" ContentType="application/vnd.openxmlformats-officedocument.presentationml.slide+xml"/>
  <Override PartName="/ppt/slides/slide1335.xml" ContentType="application/vnd.openxmlformats-officedocument.presentationml.slide+xml"/>
  <Override PartName="/ppt/slides/slide639.xml" ContentType="application/vnd.openxmlformats-officedocument.presentationml.slide+xml"/>
  <Override PartName="/ppt/slides/slide790.xml" ContentType="application/vnd.openxmlformats-officedocument.presentationml.slide+xml"/>
  <Override PartName="/ppt/slides/slide1325.xml" ContentType="application/vnd.openxmlformats-officedocument.presentationml.slide+xml"/>
  <Override PartName="/ppt/slides/slide626.xml" ContentType="application/vnd.openxmlformats-officedocument.presentationml.slide+xml"/>
  <Override PartName="/ppt/slides/slide721.xml" ContentType="application/vnd.openxmlformats-officedocument.presentationml.slide+xml"/>
  <Override PartName="/ppt/slides/slide645.xml" ContentType="application/vnd.openxmlformats-officedocument.presentationml.slide+xml"/>
  <Override PartName="/ppt/slides/slide1629.xml" ContentType="application/vnd.openxmlformats-officedocument.presentationml.slide+xml"/>
  <Override PartName="/ppt/slides/slide1347.xml" ContentType="application/vnd.openxmlformats-officedocument.presentationml.slide+xml"/>
  <Override PartName="/ppt/slides/slide515.xml" ContentType="application/vnd.openxmlformats-officedocument.presentationml.slide+xml"/>
  <Override PartName="/ppt/slides/slide475.xml" ContentType="application/vnd.openxmlformats-officedocument.presentationml.slide+xml"/>
  <Override PartName="/ppt/slides/slide1583.xml" ContentType="application/vnd.openxmlformats-officedocument.presentationml.slide+xml"/>
  <Override PartName="/ppt/slides/slide700.xml" ContentType="application/vnd.openxmlformats-officedocument.presentationml.slide+xml"/>
  <Override PartName="/ppt/slides/slide864.xml" ContentType="application/vnd.openxmlformats-officedocument.presentationml.slide+xml"/>
  <Override PartName="/ppt/slides/slide905.xml" ContentType="application/vnd.openxmlformats-officedocument.presentationml.slide+xml"/>
  <Override PartName="/ppt/slides/slide1501.xml" ContentType="application/vnd.openxmlformats-officedocument.presentationml.slide+xml"/>
  <Override PartName="/ppt/slides/slide167.xml" ContentType="application/vnd.openxmlformats-officedocument.presentationml.slide+xml"/>
  <Override PartName="/ppt/slides/slide866.xml" ContentType="application/vnd.openxmlformats-officedocument.presentationml.slide+xml"/>
  <Override PartName="/ppt/slides/slide1549.xml" ContentType="application/vnd.openxmlformats-officedocument.presentationml.slide+xml"/>
  <Override PartName="/ppt/slides/slide1400.xml" ContentType="application/vnd.openxmlformats-officedocument.presentationml.slide+xml"/>
  <Override PartName="/ppt/slides/_rels/slide871.xml.rels" ContentType="application/vnd.openxmlformats-package.relationships+xml"/>
  <Override PartName="/ppt/slides/_rels/slide172.xml.rels" ContentType="application/vnd.openxmlformats-package.relationships+xml"/>
  <Override PartName="/ppt/slides/_rels/slide1581.xml.rels" ContentType="application/vnd.openxmlformats-package.relationships+xml"/>
  <Override PartName="/ppt/slides/_rels/slide53.xml.rels" ContentType="application/vnd.openxmlformats-package.relationships+xml"/>
  <Override PartName="/ppt/slides/_rels/slide524.xml.rels" ContentType="application/vnd.openxmlformats-package.relationships+xml"/>
  <Override PartName="/ppt/slides/_rels/slide192.xml.rels" ContentType="application/vnd.openxmlformats-package.relationships+xml"/>
  <Override PartName="/ppt/slides/_rels/slide462.xml.rels" ContentType="application/vnd.openxmlformats-package.relationships+xml"/>
  <Override PartName="/ppt/slides/_rels/slide791.xml.rels" ContentType="application/vnd.openxmlformats-package.relationships+xml"/>
  <Override PartName="/ppt/slides/_rels/slide1550.xml.rels" ContentType="application/vnd.openxmlformats-package.relationships+xml"/>
  <Override PartName="/ppt/slides/_rels/slide1128.xml.rels" ContentType="application/vnd.openxmlformats-package.relationships+xml"/>
  <Override PartName="/ppt/slides/_rels/slide781.xml.rels" ContentType="application/vnd.openxmlformats-package.relationships+xml"/>
  <Override PartName="/ppt/slides/_rels/slide707.xml.rels" ContentType="application/vnd.openxmlformats-package.relationships+xml"/>
  <Override PartName="/ppt/slides/_rels/slide563.xml.rels" ContentType="application/vnd.openxmlformats-package.relationships+xml"/>
  <Override PartName="/ppt/slides/_rels/slide572.xml.rels" ContentType="application/vnd.openxmlformats-package.relationships+xml"/>
  <Override PartName="/ppt/slides/_rels/slide882.xml.rels" ContentType="application/vnd.openxmlformats-package.relationships+xml"/>
  <Override PartName="/ppt/slides/_rels/slide463.xml.rels" ContentType="application/vnd.openxmlformats-package.relationships+xml"/>
  <Override PartName="/ppt/slides/_rels/slide583.xml.rels" ContentType="application/vnd.openxmlformats-package.relationships+xml"/>
  <Override PartName="/ppt/slides/_rels/slide1066.xml.rels" ContentType="application/vnd.openxmlformats-package.relationships+xml"/>
  <Override PartName="/ppt/slides/_rels/slide848.xml.rels" ContentType="application/vnd.openxmlformats-package.relationships+xml"/>
  <Override PartName="/ppt/slides/_rels/slide149.xml.rels" ContentType="application/vnd.openxmlformats-package.relationships+xml"/>
  <Override PartName="/ppt/slides/_rels/slide1158.xml.rels" ContentType="application/vnd.openxmlformats-package.relationships+xml"/>
  <Override PartName="/ppt/slides/_rels/slide553.xml.rels" ContentType="application/vnd.openxmlformats-package.relationships+xml"/>
  <Override PartName="/ppt/slides/_rels/slide43.xml.rels" ContentType="application/vnd.openxmlformats-package.relationships+xml"/>
  <Override PartName="/ppt/slides/_rels/slide514.xml.rels" ContentType="application/vnd.openxmlformats-package.relationships+xml"/>
  <Override PartName="/ppt/slides/_rels/slide861.xml.rels" ContentType="application/vnd.openxmlformats-package.relationships+xml"/>
  <Override PartName="/ppt/slides/_rels/slide460.xml.rels" ContentType="application/vnd.openxmlformats-package.relationships+xml"/>
  <Override PartName="/ppt/slides/_rels/slide162.xml.rels" ContentType="application/vnd.openxmlformats-package.relationships+xml"/>
  <Override PartName="/ppt/slides/_rels/slide709.xml.rels" ContentType="application/vnd.openxmlformats-package.relationships+xml"/>
  <Override PartName="/ppt/slides/_rels/slide126.xml.rels" ContentType="application/vnd.openxmlformats-package.relationships+xml"/>
  <Override PartName="/ppt/slides/_rels/slide187.xml.rels" ContentType="application/vnd.openxmlformats-package.relationships+xml"/>
  <Override PartName="/ppt/slides/_rels/slide1560.xml.rels" ContentType="application/vnd.openxmlformats-package.relationships+xml"/>
  <Override PartName="/ppt/slides/_rels/slide498.xml.rels" ContentType="application/vnd.openxmlformats-package.relationships+xml"/>
  <Override PartName="/ppt/slides/_rels/slide75.xml.rels" ContentType="application/vnd.openxmlformats-package.relationships+xml"/>
  <Override PartName="/ppt/slides/_rels/slide546.xml.rels" ContentType="application/vnd.openxmlformats-package.relationships+xml"/>
  <Override PartName="/ppt/slides/_rels/slide851.xml.rels" ContentType="application/vnd.openxmlformats-package.relationships+xml"/>
  <Override PartName="/ppt/slides/_rels/slide1277.xml.rels" ContentType="application/vnd.openxmlformats-package.relationships+xml"/>
  <Override PartName="/ppt/slides/_rels/slide1452.xml.rels" ContentType="application/vnd.openxmlformats-package.relationships+xml"/>
  <Override PartName="/ppt/slides/_rels/slide152.xml.rels" ContentType="application/vnd.openxmlformats-package.relationships+xml"/>
  <Override PartName="/ppt/slides/_rels/slide1023.xml.rels" ContentType="application/vnd.openxmlformats-package.relationships+xml"/>
  <Override PartName="/ppt/slides/_rels/slide35.xml.rels" ContentType="application/vnd.openxmlformats-package.relationships+xml"/>
  <Override PartName="/ppt/slides/_rels/slide173.xml.rels" ContentType="application/vnd.openxmlformats-package.relationships+xml"/>
  <Override PartName="/ppt/slides/_rels/slide1582.xml.rels" ContentType="application/vnd.openxmlformats-package.relationships+xml"/>
  <Override PartName="/ppt/slides/_rels/slide525.xml.rels" ContentType="application/vnd.openxmlformats-package.relationships+xml"/>
  <Override PartName="/ppt/slides/_rels/slide341.xml.rels" ContentType="application/vnd.openxmlformats-package.relationships+xml"/>
  <Override PartName="/ppt/slides/_rels/slide103.xml.rels" ContentType="application/vnd.openxmlformats-package.relationships+xml"/>
  <Override PartName="/ppt/slides/_rels/slide269.xml.rels" ContentType="application/vnd.openxmlformats-package.relationships+xml"/>
  <Override PartName="/ppt/slides/_rels/slide453.xml.rels" ContentType="application/vnd.openxmlformats-package.relationships+xml"/>
  <Override PartName="/ppt/slides/_rels/slide1281.xml.rels" ContentType="application/vnd.openxmlformats-package.relationships+xml"/>
  <Override PartName="/ppt/slides/_rels/slide802.xml.rels" ContentType="application/vnd.openxmlformats-package.relationships+xml"/>
  <Override PartName="/ppt/slides/_rels/slide923.xml.rels" ContentType="application/vnd.openxmlformats-package.relationships+xml"/>
  <Override PartName="/ppt/slides/_rels/slide609.xml.rels" ContentType="application/vnd.openxmlformats-package.relationships+xml"/>
  <Override PartName="/ppt/slides/_rels/slide504.xml.rels" ContentType="application/vnd.openxmlformats-package.relationships+xml"/>
  <Override PartName="/ppt/slides/_rels/slide227.xml.rels" ContentType="application/vnd.openxmlformats-package.relationships+xml"/>
  <Override PartName="/ppt/slides/_rels/slide1148.xml.rels" ContentType="application/vnd.openxmlformats-package.relationships+xml"/>
  <Override PartName="/ppt/slides/_rels/slide585.xml.rels" ContentType="application/vnd.openxmlformats-package.relationships+xml"/>
  <Override PartName="/ppt/slides/_rels/slide1180.xml.rels" ContentType="application/vnd.openxmlformats-package.relationships+xml"/>
  <Override PartName="/ppt/slides/_rels/slide289.xml.rels" ContentType="application/vnd.openxmlformats-package.relationships+xml"/>
  <Override PartName="/ppt/slides/_rels/slide66.xml.rels" ContentType="application/vnd.openxmlformats-package.relationships+xml"/>
  <Override PartName="/ppt/slides/_rels/slide1283.xml.rels" ContentType="application/vnd.openxmlformats-package.relationships+xml"/>
  <Override PartName="/ppt/slides/_rels/slide529.xml.rels" ContentType="application/vnd.openxmlformats-package.relationships+xml"/>
  <Override PartName="/ppt/slides/_rels/slide925.xml.rels" ContentType="application/vnd.openxmlformats-package.relationships+xml"/>
  <Override PartName="/ppt/slides/_rels/slide1271.xml.rels" ContentType="application/vnd.openxmlformats-package.relationships+xml"/>
  <Override PartName="/ppt/slides/_rels/slide214.xml.rels" ContentType="application/vnd.openxmlformats-package.relationships+xml"/>
  <Override PartName="/ppt/slides/_rels/slide1270.xml.rels" ContentType="application/vnd.openxmlformats-package.relationships+xml"/>
  <Override PartName="/ppt/slides/_rels/slide379.xml.rels" ContentType="application/vnd.openxmlformats-package.relationships+xml"/>
  <Override PartName="/ppt/slides/_rels/slide23.xml.rels" ContentType="application/vnd.openxmlformats-package.relationships+xml"/>
  <Override PartName="/ppt/slides/_rels/slide537.xml.rels" ContentType="application/vnd.openxmlformats-package.relationships+xml"/>
  <Override PartName="/ppt/slides/_rels/slide1129.xml.rels" ContentType="application/vnd.openxmlformats-package.relationships+xml"/>
  <Override PartName="/ppt/slides/_rels/slide932.xml.rels" ContentType="application/vnd.openxmlformats-package.relationships+xml"/>
  <Override PartName="/ppt/slides/_rels/slide1424.xml.rels" ContentType="application/vnd.openxmlformats-package.relationships+xml"/>
  <Override PartName="/ppt/slides/_rels/slide1394.xml.rels" ContentType="application/vnd.openxmlformats-package.relationships+xml"/>
  <Override PartName="/ppt/slides/_rels/slide337.xml.rels" ContentType="application/vnd.openxmlformats-package.relationships+xml"/>
  <Override PartName="/ppt/slides/_rels/slide751.xml.rels" ContentType="application/vnd.openxmlformats-package.relationships+xml"/>
  <Override PartName="/ppt/slides/_rels/slide1472.xml.rels" ContentType="application/vnd.openxmlformats-package.relationships+xml"/>
  <Override PartName="/ppt/slides/_rels/slide342.xml.rels" ContentType="application/vnd.openxmlformats-package.relationships+xml"/>
  <Override PartName="/ppt/slides/_rels/slide1076.xml.rels" ContentType="application/vnd.openxmlformats-package.relationships+xml"/>
  <Override PartName="/ppt/slides/_rels/slide772.xml.rels" ContentType="application/vnd.openxmlformats-package.relationships+xml"/>
  <Override PartName="/ppt/slides/_rels/slide737.xml.rels" ContentType="application/vnd.openxmlformats-package.relationships+xml"/>
  <Override PartName="/ppt/slides/_rels/slide414.xml.rels" ContentType="application/vnd.openxmlformats-package.relationships+xml"/>
  <Override PartName="/ppt/slides/_rels/slide1462.xml.rels" ContentType="application/vnd.openxmlformats-package.relationships+xml"/>
  <Override PartName="/ppt/slides/_rels/slide405.xml.rels" ContentType="application/vnd.openxmlformats-package.relationships+xml"/>
  <Override PartName="/ppt/slides/_rels/slide1193.xml.rels" ContentType="application/vnd.openxmlformats-package.relationships+xml"/>
  <Override PartName="/ppt/slides/_rels/slide592.xml.rels" ContentType="application/vnd.openxmlformats-package.relationships+xml"/>
  <Override PartName="/ppt/slides/_rels/slide284.xml.rels" ContentType="application/vnd.openxmlformats-package.relationships+xml"/>
  <Override PartName="/ppt/slides/_rels/slide1202.xml.rels" ContentType="application/vnd.openxmlformats-package.relationships+xml"/>
  <Override PartName="/ppt/slides/_rels/slide404.xml.rels" ContentType="application/vnd.openxmlformats-package.relationships+xml"/>
  <Override PartName="/ppt/slides/_rels/slide591.xml.rels" ContentType="application/vnd.openxmlformats-package.relationships+xml"/>
  <Override PartName="/ppt/slides/_rels/slide1619.xml.rels" ContentType="application/vnd.openxmlformats-package.relationships+xml"/>
  <Override PartName="/ppt/slides/_rels/slide403.xml.rels" ContentType="application/vnd.openxmlformats-package.relationships+xml"/>
  <Override PartName="/ppt/slides/_rels/slide494.xml.rels" ContentType="application/vnd.openxmlformats-package.relationships+xml"/>
  <Override PartName="/ppt/slides/_rels/slide692.xml.rels" ContentType="application/vnd.openxmlformats-package.relationships+xml"/>
  <Override PartName="/ppt/slides/_rels/slide1609.xml.rels" ContentType="application/vnd.openxmlformats-package.relationships+xml"/>
  <Override PartName="/ppt/slides/_rels/slide659.xml.rels" ContentType="application/vnd.openxmlformats-package.relationships+xml"/>
  <Override PartName="/ppt/slides/_rels/slide439.xml.rels" ContentType="application/vnd.openxmlformats-package.relationships+xml"/>
  <Override PartName="/ppt/slides/_rels/slide1507.xml.rels" ContentType="application/vnd.openxmlformats-package.relationships+xml"/>
  <Override PartName="/ppt/slides/_rels/slide762.xml.rels" ContentType="application/vnd.openxmlformats-package.relationships+xml"/>
  <Override PartName="/ppt/slides/_rels/slide1384.xml.rels" ContentType="application/vnd.openxmlformats-package.relationships+xml"/>
  <Override PartName="/ppt/slides/_rels/slide812.xml.rels" ContentType="application/vnd.openxmlformats-package.relationships+xml"/>
  <Override PartName="/ppt/slides/_rels/slide872.xml.rels" ContentType="application/vnd.openxmlformats-package.relationships+xml"/>
  <Override PartName="/ppt/slides/_rels/slide71.xml.rels" ContentType="application/vnd.openxmlformats-package.relationships+xml"/>
  <Override PartName="/ppt/slides/_rels/slide1383.xml.rels" ContentType="application/vnd.openxmlformats-package.relationships+xml"/>
  <Override PartName="/ppt/slides/_rels/slide555.xml.rels" ContentType="application/vnd.openxmlformats-package.relationships+xml"/>
  <Override PartName="/ppt/slides/_rels/slide326.xml.rels" ContentType="application/vnd.openxmlformats-package.relationships+xml"/>
  <Override PartName="/ppt/slides/_rels/slide661.xml.rels" ContentType="application/vnd.openxmlformats-package.relationships+xml"/>
  <Override PartName="/ppt/slides/_rels/slide1434.xml.rels" ContentType="application/vnd.openxmlformats-package.relationships+xml"/>
  <Override PartName="/ppt/slides/_rels/slide1509.xml.rels" ContentType="application/vnd.openxmlformats-package.relationships+xml"/>
  <Override PartName="/ppt/slides/_rels/slide113.xml.rels" ContentType="application/vnd.openxmlformats-package.relationships+xml"/>
  <Override PartName="/ppt/slides/_rels/slide1181.xml.rels" ContentType="application/vnd.openxmlformats-package.relationships+xml"/>
  <Override PartName="/ppt/slides/_rels/slide858.xml.rels" ContentType="application/vnd.openxmlformats-package.relationships+xml"/>
  <Override PartName="/ppt/slides/_rels/slide1391.xml.rels" ContentType="application/vnd.openxmlformats-package.relationships+xml"/>
  <Override PartName="/ppt/slides/_rels/slide363.xml.rels" ContentType="application/vnd.openxmlformats-package.relationships+xml"/>
  <Override PartName="/ppt/slides/_rels/slide1069.xml.rels" ContentType="application/vnd.openxmlformats-package.relationships+xml"/>
  <Override PartName="/ppt/slides/_rels/slide1461.xml.rels" ContentType="application/vnd.openxmlformats-package.relationships+xml"/>
  <Override PartName="/ppt/slides/_rels/slide328.xml.rels" ContentType="application/vnd.openxmlformats-package.relationships+xml"/>
  <Override PartName="/ppt/slides/_rels/slide626.xml.rels" ContentType="application/vnd.openxmlformats-package.relationships+xml"/>
  <Override PartName="/ppt/slides/_rels/slide1433.xml.rels" ContentType="application/vnd.openxmlformats-package.relationships+xml"/>
  <Override PartName="/ppt/slides/_rels/slide1171.xml.rels" ContentType="application/vnd.openxmlformats-package.relationships+xml"/>
  <Override PartName="/ppt/slides/_rels/slide324.xml.rels" ContentType="application/vnd.openxmlformats-package.relationships+xml"/>
  <Override PartName="/ppt/slides/_rels/slide1442.xml.rels" ContentType="application/vnd.openxmlformats-package.relationships+xml"/>
  <Override PartName="/ppt/slides/_rels/slide1371.xml.rels" ContentType="application/vnd.openxmlformats-package.relationships+xml"/>
  <Override PartName="/ppt/slides/_rels/slide314.xml.rels" ContentType="application/vnd.openxmlformats-package.relationships+xml"/>
  <Override PartName="/ppt/slides/_rels/slide1422.xml.rels" ContentType="application/vnd.openxmlformats-package.relationships+xml"/>
  <Override PartName="/ppt/slides/_rels/slide98.xml.rels" ContentType="application/vnd.openxmlformats-package.relationships+xml"/>
  <Override PartName="/ppt/slides/_rels/slide1418.xml.rels" ContentType="application/vnd.openxmlformats-package.relationships+xml"/>
  <Override PartName="/ppt/slides/_rels/slide671.xml.rels" ContentType="application/vnd.openxmlformats-package.relationships+xml"/>
  <Override PartName="/ppt/slides/_rels/slide1541.xml.rels" ContentType="application/vnd.openxmlformats-package.relationships+xml"/>
  <Override PartName="/ppt/slides/_rels/slide1272.xml.rels" ContentType="application/vnd.openxmlformats-package.relationships+xml"/>
  <Override PartName="/ppt/slides/_rels/slide313.xml.rels" ContentType="application/vnd.openxmlformats-package.relationships+xml"/>
  <Override PartName="/ppt/slides/_rels/slide305.xml.rels" ContentType="application/vnd.openxmlformats-package.relationships+xml"/>
  <Override PartName="/ppt/slides/_rels/slide492.xml.rels" ContentType="application/vnd.openxmlformats-package.relationships+xml"/>
  <Override PartName="/ppt/slides/_rels/slide662.xml.rels" ContentType="application/vnd.openxmlformats-package.relationships+xml"/>
  <Override PartName="/ppt/slides/_rels/slide1363.xml.rels" ContentType="application/vnd.openxmlformats-package.relationships+xml"/>
  <Override PartName="/ppt/slides/_rels/slide240.xml.rels" ContentType="application/vnd.openxmlformats-package.relationships+xml"/>
  <Override PartName="/ppt/slides/_rels/slide1243.xml.rels" ContentType="application/vnd.openxmlformats-package.relationships+xml"/>
  <Override PartName="/ppt/slides/_rels/slide1361.xml.rels" ContentType="application/vnd.openxmlformats-package.relationships+xml"/>
  <Override PartName="/ppt/slides/_rels/slide304.xml.rels" ContentType="application/vnd.openxmlformats-package.relationships+xml"/>
  <Override PartName="/ppt/slides/_rels/slide1531.xml.rels" ContentType="application/vnd.openxmlformats-package.relationships+xml"/>
  <Override PartName="/ppt/slides/_rels/slide1360.xml.rels" ContentType="application/vnd.openxmlformats-package.relationships+xml"/>
  <Override PartName="/ppt/slides/_rels/slide317.xml.rels" ContentType="application/vnd.openxmlformats-package.relationships+xml"/>
  <Override PartName="/ppt/slides/_rels/slide429.xml.rels" ContentType="application/vnd.openxmlformats-package.relationships+xml"/>
  <Override PartName="/ppt/slides/_rels/slide1285.xml.rels" ContentType="application/vnd.openxmlformats-package.relationships+xml"/>
  <Override PartName="/ppt/slides/_rels/slide469.xml.rels" ContentType="application/vnd.openxmlformats-package.relationships+xml"/>
  <Override PartName="/ppt/slides/_rels/slide303.xml.rels" ContentType="application/vnd.openxmlformats-package.relationships+xml"/>
  <Override PartName="/ppt/slides/_rels/slide796.xml.rels" ContentType="application/vnd.openxmlformats-package.relationships+xml"/>
  <Override PartName="/ppt/slides/_rels/slide653.xml.rels" ContentType="application/vnd.openxmlformats-package.relationships+xml"/>
  <Override PartName="/ppt/slides/_rels/slide957.xml.rels" ContentType="application/vnd.openxmlformats-package.relationships+xml"/>
  <Override PartName="/ppt/slides/_rels/slide19.xml.rels" ContentType="application/vnd.openxmlformats-package.relationships+xml"/>
  <Override PartName="/ppt/slides/_rels/slide1521.xml.rels" ContentType="application/vnd.openxmlformats-package.relationships+xml"/>
  <Override PartName="/ppt/slides/_rels/slide381.xml.rels" ContentType="application/vnd.openxmlformats-package.relationships+xml"/>
  <Override PartName="/ppt/slides/_rels/slide382.xml.rels" ContentType="application/vnd.openxmlformats-package.relationships+xml"/>
  <Override PartName="/ppt/slides/_rels/slide1240.xml.rels" ContentType="application/vnd.openxmlformats-package.relationships+xml"/>
  <Override PartName="/ppt/slides/_rels/slide1342.xml.rels" ContentType="application/vnd.openxmlformats-package.relationships+xml"/>
  <Override PartName="/ppt/slides/_rels/slide218.xml.rels" ContentType="application/vnd.openxmlformats-package.relationships+xml"/>
  <Override PartName="/ppt/slides/_rels/slide472.xml.rels" ContentType="application/vnd.openxmlformats-package.relationships+xml"/>
  <Override PartName="/ppt/slides/_rels/slide1341.xml.rels" ContentType="application/vnd.openxmlformats-package.relationships+xml"/>
  <Override PartName="/ppt/slides/_rels/slide430.xml.rels" ContentType="application/vnd.openxmlformats-package.relationships+xml"/>
  <Override PartName="/ppt/slides/_rels/slide415.xml.rels" ContentType="application/vnd.openxmlformats-package.relationships+xml"/>
  <Override PartName="/ppt/slides/_rels/slide355.xml.rels" ContentType="application/vnd.openxmlformats-package.relationships+xml"/>
  <Override PartName="/ppt/slides/_rels/slide949.xml.rels" ContentType="application/vnd.openxmlformats-package.relationships+xml"/>
  <Override PartName="/ppt/slides/_rels/slide1608.xml.rels" ContentType="application/vnd.openxmlformats-package.relationships+xml"/>
  <Override PartName="/ppt/slides/_rels/slide782.xml.rels" ContentType="application/vnd.openxmlformats-package.relationships+xml"/>
  <Override PartName="/ppt/slides/_rels/slide359.xml.rels" ContentType="application/vnd.openxmlformats-package.relationships+xml"/>
  <Override PartName="/ppt/slides/_rels/slide230.xml.rels" ContentType="application/vnd.openxmlformats-package.relationships+xml"/>
  <Override PartName="/ppt/slides/_rels/slide315.xml.rels" ContentType="application/vnd.openxmlformats-package.relationships+xml"/>
  <Override PartName="/ppt/slides/_rels/slide980.xml.rels" ContentType="application/vnd.openxmlformats-package.relationships+xml"/>
  <Override PartName="/ppt/slides/_rels/slide1357.xml.rels" ContentType="application/vnd.openxmlformats-package.relationships+xml"/>
  <Override PartName="/ppt/slides/_rels/slide491.xml.rels" ContentType="application/vnd.openxmlformats-package.relationships+xml"/>
  <Override PartName="/ppt/slides/_rels/slide934.xml.rels" ContentType="application/vnd.openxmlformats-package.relationships+xml"/>
  <Override PartName="/ppt/slides/_rels/slide831.xml.rels" ContentType="application/vnd.openxmlformats-package.relationships+xml"/>
  <Override PartName="/ppt/slides/_rels/slide298.xml.rels" ContentType="application/vnd.openxmlformats-package.relationships+xml"/>
  <Override PartName="/ppt/slides/_rels/slide1533.xml.rels" ContentType="application/vnd.openxmlformats-package.relationships+xml"/>
  <Override PartName="/ppt/slides/_rels/slide1291.xml.rels" ContentType="application/vnd.openxmlformats-package.relationships+xml"/>
  <Override PartName="/ppt/slides/_rels/slide479.xml.rels" ContentType="application/vnd.openxmlformats-package.relationships+xml"/>
  <Override PartName="/ppt/slides/_rels/slide1242.xml.rels" ContentType="application/vnd.openxmlformats-package.relationships+xml"/>
  <Override PartName="/ppt/slides/_rels/slide228.xml.rels" ContentType="application/vnd.openxmlformats-package.relationships+xml"/>
  <Override PartName="/ppt/slides/_rels/slide1262.xml.rels" ContentType="application/vnd.openxmlformats-package.relationships+xml"/>
  <Override PartName="/ppt/slides/_rels/slide855.xml.rels" ContentType="application/vnd.openxmlformats-package.relationships+xml"/>
  <Override PartName="/ppt/slides/_rels/slide1261.xml.rels" ContentType="application/vnd.openxmlformats-package.relationships+xml"/>
  <Override PartName="/ppt/slides/_rels/slide1534.xml.rels" ContentType="application/vnd.openxmlformats-package.relationships+xml"/>
  <Override PartName="/ppt/slides/_rels/slide325.xml.rels" ContentType="application/vnd.openxmlformats-package.relationships+xml"/>
  <Override PartName="/ppt/slides/_rels/slide903.xml.rels" ContentType="application/vnd.openxmlformats-package.relationships+xml"/>
  <Override PartName="/ppt/slides/_rels/slide69.xml.rels" ContentType="application/vnd.openxmlformats-package.relationships+xml"/>
  <Override PartName="/ppt/slides/_rels/slide902.xml.rels" ContentType="application/vnd.openxmlformats-package.relationships+xml"/>
  <Override PartName="/ppt/slides/_rels/slide369.xml.rels" ContentType="application/vnd.openxmlformats-package.relationships+xml"/>
  <Override PartName="/ppt/slides/_rels/slide847.xml.rels" ContentType="application/vnd.openxmlformats-package.relationships+xml"/>
  <Override PartName="/ppt/slides/_rels/slide587.xml.rels" ContentType="application/vnd.openxmlformats-package.relationships+xml"/>
  <Override PartName="/ppt/slides/_rels/slide533.xml.rels" ContentType="application/vnd.openxmlformats-package.relationships+xml"/>
  <Override PartName="/ppt/slides/_rels/slide1590.xml.rels" ContentType="application/vnd.openxmlformats-package.relationships+xml"/>
  <Override PartName="/ppt/slides/_rels/slide838.xml.rels" ContentType="application/vnd.openxmlformats-package.relationships+xml"/>
  <Override PartName="/ppt/slides/_rels/slide127.xml.rels" ContentType="application/vnd.openxmlformats-package.relationships+xml"/>
  <Override PartName="/ppt/slides/_rels/slide723.xml.rels" ContentType="application/vnd.openxmlformats-package.relationships+xml"/>
  <Override PartName="/ppt/slides/_rels/slide988.xml.rels" ContentType="application/vnd.openxmlformats-package.relationships+xml"/>
  <Override PartName="/ppt/slides/_rels/slide280.xml.rels" ContentType="application/vnd.openxmlformats-package.relationships+xml"/>
  <Override PartName="/ppt/slides/_rels/slide1398.xml.rels" ContentType="application/vnd.openxmlformats-package.relationships+xml"/>
  <Override PartName="/ppt/slides/_rels/slide1395.xml.rels" ContentType="application/vnd.openxmlformats-package.relationships+xml"/>
  <Override PartName="/ppt/slides/_rels/slide705.xml.rels" ContentType="application/vnd.openxmlformats-package.relationships+xml"/>
  <Override PartName="/ppt/slides/_rels/slide338.xml.rels" ContentType="application/vnd.openxmlformats-package.relationships+xml"/>
  <Override PartName="/ppt/slides/_rels/slide700.xml.rels" ContentType="application/vnd.openxmlformats-package.relationships+xml"/>
  <Override PartName="/ppt/slides/_rels/slide362.xml.rels" ContentType="application/vnd.openxmlformats-package.relationships+xml"/>
  <Override PartName="/ppt/slides/_rels/slide484.xml.rels" ContentType="application/vnd.openxmlformats-package.relationships+xml"/>
  <Override PartName="/ppt/slides/_rels/slide143.xml.rels" ContentType="application/vnd.openxmlformats-package.relationships+xml"/>
  <Override PartName="/ppt/slides/_rels/slide1186.xml.rels" ContentType="application/vnd.openxmlformats-package.relationships+xml"/>
  <Override PartName="/ppt/slides/_rels/slide471.xml.rels" ContentType="application/vnd.openxmlformats-package.relationships+xml"/>
  <Override PartName="/ppt/slides/_rels/slide129.xml.rels" ContentType="application/vnd.openxmlformats-package.relationships+xml"/>
  <Override PartName="/ppt/slides/_rels/slide948.xml.rels" ContentType="application/vnd.openxmlformats-package.relationships+xml"/>
  <Override PartName="/ppt/slides/_rels/slide569.xml.rels" ContentType="application/vnd.openxmlformats-package.relationships+xml"/>
  <Override PartName="/ppt/slides/_rels/slide339.xml.rels" ContentType="application/vnd.openxmlformats-package.relationships+xml"/>
  <Override PartName="/ppt/slides/_rels/slide457.xml.rels" ContentType="application/vnd.openxmlformats-package.relationships+xml"/>
  <Override PartName="/ppt/slides/_rels/slide185.xml.rels" ContentType="application/vnd.openxmlformats-package.relationships+xml"/>
  <Override PartName="/ppt/slides/_rels/slide672.xml.rels" ContentType="application/vnd.openxmlformats-package.relationships+xml"/>
  <Override PartName="/ppt/slides/_rels/slide1580.xml.rels" ContentType="application/vnd.openxmlformats-package.relationships+xml"/>
  <Override PartName="/ppt/slides/_rels/slide1294.xml.rels" ContentType="application/vnd.openxmlformats-package.relationships+xml"/>
  <Override PartName="/ppt/slides/_rels/slide237.xml.rels" ContentType="application/vnd.openxmlformats-package.relationships+xml"/>
  <Override PartName="/ppt/slides/_rels/slide1222.xml.rels" ContentType="application/vnd.openxmlformats-package.relationships+xml"/>
  <Override PartName="/ppt/slides/_rels/slide1322.xml.rels" ContentType="application/vnd.openxmlformats-package.relationships+xml"/>
  <Override PartName="/ppt/slides/_rels/slide236.xml.rels" ContentType="application/vnd.openxmlformats-package.relationships+xml"/>
  <Override PartName="/ppt/slides/_rels/slide1523.xml.rels" ContentType="application/vnd.openxmlformats-package.relationships+xml"/>
  <Override PartName="/ppt/slides/_rels/slide884.xml.rels" ContentType="application/vnd.openxmlformats-package.relationships+xml"/>
  <Override PartName="/ppt/slides/_rels/slide886.xml.rels" ContentType="application/vnd.openxmlformats-package.relationships+xml"/>
  <Override PartName="/ppt/slides/_rels/slide1220.xml.rels" ContentType="application/vnd.openxmlformats-package.relationships+xml"/>
  <Override PartName="/ppt/slides/_rels/slide883.xml.rels" ContentType="application/vnd.openxmlformats-package.relationships+xml"/>
  <Override PartName="/ppt/slides/_rels/slide329.xml.rels" ContentType="application/vnd.openxmlformats-package.relationships+xml"/>
  <Override PartName="/ppt/slides/_rels/slide1172.xml.rels" ContentType="application/vnd.openxmlformats-package.relationships+xml"/>
  <Override PartName="/ppt/slides/_rels/slide459.xml.rels" ContentType="application/vnd.openxmlformats-package.relationships+xml"/>
  <Override PartName="/ppt/slides/_rels/slide814.xml.rels" ContentType="application/vnd.openxmlformats-package.relationships+xml"/>
  <Override PartName="/ppt/slides/_rels/slide1156.xml.rels" ContentType="application/vnd.openxmlformats-package.relationships+xml"/>
  <Override PartName="/ppt/slides/_rels/slide496.xml.rels" ContentType="application/vnd.openxmlformats-package.relationships+xml"/>
  <Override PartName="/ppt/slides/_rels/slide106.xml.rels" ContentType="application/vnd.openxmlformats-package.relationships+xml"/>
  <Override PartName="/ppt/slides/_rels/slide926.xml.rels" ContentType="application/vnd.openxmlformats-package.relationships+xml"/>
  <Override PartName="/ppt/slides/_rels/slide114.xml.rels" ContentType="application/vnd.openxmlformats-package.relationships+xml"/>
  <Override PartName="/ppt/slides/_rels/slide454.xml.rels" ContentType="application/vnd.openxmlformats-package.relationships+xml"/>
  <Override PartName="/ppt/slides/_rels/slide1241.xml.rels" ContentType="application/vnd.openxmlformats-package.relationships+xml"/>
  <Override PartName="/ppt/slides/_rels/slide1594.xml.rels" ContentType="application/vnd.openxmlformats-package.relationships+xml"/>
  <Override PartName="/ppt/slides/_rels/slide837.xml.rels" ContentType="application/vnd.openxmlformats-package.relationships+xml"/>
  <Override PartName="/ppt/slides/_rels/slide347.xml.rels" ContentType="application/vnd.openxmlformats-package.relationships+xml"/>
  <Override PartName="/ppt/slides/_rels/slide1319.xml.rels" ContentType="application/vnd.openxmlformats-package.relationships+xml"/>
  <Override PartName="/ppt/slides/_rels/slide822.xml.rels" ContentType="application/vnd.openxmlformats-package.relationships+xml"/>
  <Override PartName="/ppt/slides/_rels/slide1562.xml.rels" ContentType="application/vnd.openxmlformats-package.relationships+xml"/>
  <Override PartName="/ppt/slides/_rels/slide495.xml.rels" ContentType="application/vnd.openxmlformats-package.relationships+xml"/>
  <Override PartName="/ppt/slides/_rels/slide274.xml.rels" ContentType="application/vnd.openxmlformats-package.relationships+xml"/>
  <Override PartName="/ppt/slides/_rels/slide157.xml.rels" ContentType="application/vnd.openxmlformats-package.relationships+xml"/>
  <Override PartName="/ppt/slides/_rels/slide65.xml.rels" ContentType="application/vnd.openxmlformats-package.relationships+xml"/>
  <Override PartName="/ppt/slides/_rels/slide536.xml.rels" ContentType="application/vnd.openxmlformats-package.relationships+xml"/>
  <Override PartName="/ppt/slides/_rels/slide842.xml.rels" ContentType="application/vnd.openxmlformats-package.relationships+xml"/>
  <Override PartName="/ppt/slides/_rels/slide938.xml.rels" ContentType="application/vnd.openxmlformats-package.relationships+xml"/>
  <Override PartName="/ppt/slides/_rels/slide1194.xml.rels" ContentType="application/vnd.openxmlformats-package.relationships+xml"/>
  <Override PartName="/ppt/slides/_rels/slide197.xml.rels" ContentType="application/vnd.openxmlformats-package.relationships+xml"/>
  <Override PartName="/ppt/slides/_rels/slide730.xml.rels" ContentType="application/vnd.openxmlformats-package.relationships+xml"/>
  <Override PartName="/ppt/slides/_rels/slide895.xml.rels" ContentType="application/vnd.openxmlformats-package.relationships+xml"/>
  <Override PartName="/ppt/slides/_rels/slide1232.xml.rels" ContentType="application/vnd.openxmlformats-package.relationships+xml"/>
  <Override PartName="/ppt/slides/_rels/slide1038.xml.rels" ContentType="application/vnd.openxmlformats-package.relationships+xml"/>
  <Override PartName="/ppt/slides/_rels/slide196.xml.rels" ContentType="application/vnd.openxmlformats-package.relationships+xml"/>
  <Override PartName="/ppt/slides/_rels/slide579.xml.rels" ContentType="application/vnd.openxmlformats-package.relationships+xml"/>
  <Override PartName="/ppt/slides/_rels/slide1150.xml.rels" ContentType="application/vnd.openxmlformats-package.relationships+xml"/>
  <Override PartName="/ppt/slides/_rels/slide1446.xml.rels" ContentType="application/vnd.openxmlformats-package.relationships+xml"/>
  <Override PartName="/ppt/slides/_rels/slide1196.xml.rels" ContentType="application/vnd.openxmlformats-package.relationships+xml"/>
  <Override PartName="/ppt/slides/_rels/slide1515.xml.rels" ContentType="application/vnd.openxmlformats-package.relationships+xml"/>
  <Override PartName="/ppt/slides/_rels/slide1436.xml.rels" ContentType="application/vnd.openxmlformats-package.relationships+xml"/>
  <Override PartName="/ppt/slides/_rels/slide249.xml.rels" ContentType="application/vnd.openxmlformats-package.relationships+xml"/>
  <Override PartName="/ppt/slides/_rels/slide139.xml.rels" ContentType="application/vnd.openxmlformats-package.relationships+xml"/>
  <Override PartName="/ppt/slides/_rels/slide1591.xml.rels" ContentType="application/vnd.openxmlformats-package.relationships+xml"/>
  <Override PartName="/ppt/slides/_rels/slide604.xml.rels" ContentType="application/vnd.openxmlformats-package.relationships+xml"/>
  <Override PartName="/ppt/slides/_rels/slide352.xml.rels" ContentType="application/vnd.openxmlformats-package.relationships+xml"/>
  <Override PartName="/ppt/slides/_rels/slide534.xml.rels" ContentType="application/vnd.openxmlformats-package.relationships+xml"/>
  <Override PartName="/ppt/slides/_rels/slide1425.xml.rels" ContentType="application/vnd.openxmlformats-package.relationships+xml"/>
  <Override PartName="/ppt/slides/_rels/slide1192.xml.rels" ContentType="application/vnd.openxmlformats-package.relationships+xml"/>
  <Override PartName="/ppt/slides/_rels/slide1592.xml.rels" ContentType="application/vnd.openxmlformats-package.relationships+xml"/>
  <Override PartName="/ppt/slides/_rels/slide834.xml.rels" ContentType="application/vnd.openxmlformats-package.relationships+xml"/>
  <Override PartName="/ppt/slides/_rels/slide135.xml.rels" ContentType="application/vnd.openxmlformats-package.relationships+xml"/>
  <Override PartName="/ppt/slides/_rels/slide1231.xml.rels" ContentType="application/vnd.openxmlformats-package.relationships+xml"/>
  <Override PartName="/ppt/slides/_rels/slide153.xml.rels" ContentType="application/vnd.openxmlformats-package.relationships+xml"/>
  <Override PartName="/ppt/slides/_rels/slide1269.xml.rels" ContentType="application/vnd.openxmlformats-package.relationships+xml"/>
  <Override PartName="/ppt/slides/_rels/slide1190.xml.rels" ContentType="application/vnd.openxmlformats-package.relationships+xml"/>
  <Override PartName="/ppt/slides/_rels/slide61.xml.rels" ContentType="application/vnd.openxmlformats-package.relationships+xml"/>
  <Override PartName="/ppt/slides/_rels/slide1335.xml.rels" ContentType="application/vnd.openxmlformats-package.relationships+xml"/>
  <Override PartName="/ppt/slides/_rels/slide133.xml.rels" ContentType="application/vnd.openxmlformats-package.relationships+xml"/>
  <Override PartName="/ppt/slides/_rels/slide1184.xml.rels" ContentType="application/vnd.openxmlformats-package.relationships+xml"/>
  <Override PartName="/ppt/slides/_rels/slide299.xml.rels" ContentType="application/vnd.openxmlformats-package.relationships+xml"/>
  <Override PartName="/ppt/slides/_rels/slide204.xml.rels" ContentType="application/vnd.openxmlformats-package.relationships+xml"/>
  <Override PartName="/ppt/slides/_rels/slide881.xml.rels" ContentType="application/vnd.openxmlformats-package.relationships+xml"/>
  <Override PartName="/ppt/slides/_rels/slide892.xml.rels" ContentType="application/vnd.openxmlformats-package.relationships+xml"/>
  <Override PartName="/ppt/slides/_rels/slide1535.xml.rels" ContentType="application/vnd.openxmlformats-package.relationships+xml"/>
  <Override PartName="/ppt/slides/_rels/slide1311.xml.rels" ContentType="application/vnd.openxmlformats-package.relationships+xml"/>
  <Override PartName="/ppt/slides/_rels/slide320.xml.rels" ContentType="application/vnd.openxmlformats-package.relationships+xml"/>
  <Override PartName="/ppt/slides/_rels/slide1117.xml.rels" ContentType="application/vnd.openxmlformats-package.relationships+xml"/>
  <Override PartName="/ppt/slides/_rels/slide56.xml.rels" ContentType="application/vnd.openxmlformats-package.relationships+xml"/>
  <Override PartName="/ppt/slides/_rels/slide63.xml.rels" ContentType="application/vnd.openxmlformats-package.relationships+xml"/>
  <Override PartName="/ppt/slides/_rels/slide1584.xml.rels" ContentType="application/vnd.openxmlformats-package.relationships+xml"/>
  <Override PartName="/ppt/slides/_rels/slide827.xml.rels" ContentType="application/vnd.openxmlformats-package.relationships+xml"/>
  <Override PartName="/ppt/slides/_rels/slide104.xml.rels" ContentType="application/vnd.openxmlformats-package.relationships+xml"/>
  <Override PartName="/ppt/slides/_rels/slide440.xml.rels" ContentType="application/vnd.openxmlformats-package.relationships+xml"/>
  <Override PartName="/ppt/slides/_rels/slide573.xml.rels" ContentType="application/vnd.openxmlformats-package.relationships+xml"/>
  <Override PartName="/ppt/slides/_rels/slide1236.xml.rels" ContentType="application/vnd.openxmlformats-package.relationships+xml"/>
  <Override PartName="/ppt/slides/_rels/slide442.xml.rels" ContentType="application/vnd.openxmlformats-package.relationships+xml"/>
  <Override PartName="/ppt/slides/_rels/slide26.xml.rels" ContentType="application/vnd.openxmlformats-package.relationships+xml"/>
  <Override PartName="/ppt/slides/_rels/slide441.xml.rels" ContentType="application/vnd.openxmlformats-package.relationships+xml"/>
  <Override PartName="/ppt/slides/_rels/slide599.xml.rels" ContentType="application/vnd.openxmlformats-package.relationships+xml"/>
  <Override PartName="/ppt/slides/_rels/slide1493.xml.rels" ContentType="application/vnd.openxmlformats-package.relationships+xml"/>
  <Override PartName="/ppt/slides/_rels/slide385.xml.rels" ContentType="application/vnd.openxmlformats-package.relationships+xml"/>
  <Override PartName="/ppt/slides/_rels/slide452.xml.rels" ContentType="application/vnd.openxmlformats-package.relationships+xml"/>
  <Override PartName="/ppt/slides/_rels/slide743.xml.rels" ContentType="application/vnd.openxmlformats-package.relationships+xml"/>
  <Override PartName="/ppt/slides/_rels/slide1460.xml.rels" ContentType="application/vnd.openxmlformats-package.relationships+xml"/>
  <Override PartName="/ppt/slides/_rels/slide490.xml.rels" ContentType="application/vnd.openxmlformats-package.relationships+xml"/>
  <Override PartName="/ppt/slides/_rels/slide596.xml.rels" ContentType="application/vnd.openxmlformats-package.relationships+xml"/>
  <Override PartName="/ppt/slides/_rels/slide1295.xml.rels" ContentType="application/vnd.openxmlformats-package.relationships+xml"/>
  <Override PartName="/ppt/slides/_rels/slide1163.xml.rels" ContentType="application/vnd.openxmlformats-package.relationships+xml"/>
  <Override PartName="/ppt/slides/_rels/slide435.xml.rels" ContentType="application/vnd.openxmlformats-package.relationships+xml"/>
  <Override PartName="/ppt/slides/_rels/slide632.xml.rels" ContentType="application/vnd.openxmlformats-package.relationships+xml"/>
  <Override PartName="/ppt/slides/_rels/slide1441.xml.rels" ContentType="application/vnd.openxmlformats-package.relationships+xml"/>
  <Override PartName="/ppt/slides/_rels/slide225.xml.rels" ContentType="application/vnd.openxmlformats-package.relationships+xml"/>
  <Override PartName="/ppt/slides/_rels/slide600.xml.rels" ContentType="application/vnd.openxmlformats-package.relationships+xml"/>
  <Override PartName="/ppt/slides/_rels/slide1492.xml.rels" ContentType="application/vnd.openxmlformats-package.relationships+xml"/>
  <Override PartName="/ppt/slides/_rels/slide384.xml.rels" ContentType="application/vnd.openxmlformats-package.relationships+xml"/>
  <Override PartName="/ppt/slides/_rels/slide598.xml.rels" ContentType="application/vnd.openxmlformats-package.relationships+xml"/>
  <Override PartName="/ppt/slides/_rels/slide1491.xml.rels" ContentType="application/vnd.openxmlformats-package.relationships+xml"/>
  <Override PartName="/ppt/slides/_rels/slide277.xml.rels" ContentType="application/vnd.openxmlformats-package.relationships+xml"/>
  <Override PartName="/ppt/slides/_rels/slide1296.xml.rels" ContentType="application/vnd.openxmlformats-package.relationships+xml"/>
  <Override PartName="/ppt/slides/_rels/slide443.xml.rels" ContentType="application/vnd.openxmlformats-package.relationships+xml"/>
  <Override PartName="/ppt/slides/_rels/slide745.xml.rels" ContentType="application/vnd.openxmlformats-package.relationships+xml"/>
  <Override PartName="/ppt/slides/_rels/slide597.xml.rels" ContentType="application/vnd.openxmlformats-package.relationships+xml"/>
  <Override PartName="/ppt/slides/_rels/slide594.xml.rels" ContentType="application/vnd.openxmlformats-package.relationships+xml"/>
  <Override PartName="/ppt/slides/_rels/slide423.xml.rels" ContentType="application/vnd.openxmlformats-package.relationships+xml"/>
  <Override PartName="/ppt/slides/_rels/slide1067.xml.rels" ContentType="application/vnd.openxmlformats-package.relationships+xml"/>
  <Override PartName="/ppt/slides/_rels/slide1480.xml.rels" ContentType="application/vnd.openxmlformats-package.relationships+xml"/>
  <Override PartName="/ppt/slides/_rels/slide1113.xml.rels" ContentType="application/vnd.openxmlformats-package.relationships+xml"/>
  <Override PartName="/ppt/slides/_rels/slide1122.xml.rels" ContentType="application/vnd.openxmlformats-package.relationships+xml"/>
  <Override PartName="/ppt/slides/_rels/slide425.xml.rels" ContentType="application/vnd.openxmlformats-package.relationships+xml"/>
  <Override PartName="/ppt/slides/_rels/slide1482.xml.rels" ContentType="application/vnd.openxmlformats-package.relationships+xml"/>
  <Override PartName="/ppt/slides/_rels/slide281.xml.rels" ContentType="application/vnd.openxmlformats-package.relationships+xml"/>
  <Override PartName="/ppt/slides/_rels/slide1355.xml.rels" ContentType="application/vnd.openxmlformats-package.relationships+xml"/>
  <Override PartName="/ppt/slides/_rels/slide421.xml.rels" ContentType="application/vnd.openxmlformats-package.relationships+xml"/>
  <Override PartName="/ppt/slides/_rels/slide1624.xml.rels" ContentType="application/vnd.openxmlformats-package.relationships+xml"/>
  <Override PartName="/ppt/slides/_rels/slide1481.xml.rels" ContentType="application/vnd.openxmlformats-package.relationships+xml"/>
  <Override PartName="/ppt/slides/_rels/slide1286.xml.rels" ContentType="application/vnd.openxmlformats-package.relationships+xml"/>
  <Override PartName="/ppt/slides/_rels/slide1388.xml.rels" ContentType="application/vnd.openxmlformats-package.relationships+xml"/>
  <Override PartName="/ppt/slides/_rels/slide783.xml.rels" ContentType="application/vnd.openxmlformats-package.relationships+xml"/>
  <Override PartName="/ppt/slides/_rels/slide997.xml.rels" ContentType="application/vnd.openxmlformats-package.relationships+xml"/>
  <Override PartName="/ppt/slides/_rels/slide229.xml.rels" ContentType="application/vnd.openxmlformats-package.relationships+xml"/>
  <Override PartName="/ppt/slides/_rels/slide1256.xml.rels" ContentType="application/vnd.openxmlformats-package.relationships+xml"/>
  <Override PartName="/ppt/slides/_rels/slide530.xml.rels" ContentType="application/vnd.openxmlformats-package.relationships+xml"/>
  <Override PartName="/ppt/slides/_rels/slide1098.xml.rels" ContentType="application/vnd.openxmlformats-package.relationships+xml"/>
  <Override PartName="/ppt/slides/_rels/slide16.xml.rels" ContentType="application/vnd.openxmlformats-package.relationships+xml"/>
  <Override PartName="/ppt/slides/_rels/slide931.xml.rels" ContentType="application/vnd.openxmlformats-package.relationships+xml"/>
  <Override PartName="/ppt/slides/_rels/slide232.xml.rels" ContentType="application/vnd.openxmlformats-package.relationships+xml"/>
  <Override PartName="/ppt/slides/_rels/slide930.xml.rels" ContentType="application/vnd.openxmlformats-package.relationships+xml"/>
  <Override PartName="/ppt/slides/_rels/slide231.xml.rels" ContentType="application/vnd.openxmlformats-package.relationships+xml"/>
  <Override PartName="/ppt/slides/_rels/slide944.xml.rels" ContentType="application/vnd.openxmlformats-package.relationships+xml"/>
  <Override PartName="/ppt/slides/_rels/slide1052.xml.rels" ContentType="application/vnd.openxmlformats-package.relationships+xml"/>
  <Override PartName="/ppt/slides/_rels/slide1583.xml.rels" ContentType="application/vnd.openxmlformats-package.relationships+xml"/>
  <Override PartName="/ppt/slides/_rels/slide754.xml.rels" ContentType="application/vnd.openxmlformats-package.relationships+xml"/>
  <Override PartName="/ppt/slides/_rels/slide115.xml.rels" ContentType="application/vnd.openxmlformats-package.relationships+xml"/>
  <Override PartName="/ppt/slides/_rels/slide753.xml.rels" ContentType="application/vnd.openxmlformats-package.relationships+xml"/>
  <Override PartName="/ppt/slides/_rels/slide535.xml.rels" ContentType="application/vnd.openxmlformats-package.relationships+xml"/>
  <Override PartName="/ppt/slides/_rels/slide426.xml.rels" ContentType="application/vnd.openxmlformats-package.relationships+xml"/>
  <Override PartName="/ppt/slides/_rels/slide836.xml.rels" ContentType="application/vnd.openxmlformats-package.relationships+xml"/>
  <Override PartName="/ppt/slides/_rels/slide633.xml.rels" ContentType="application/vnd.openxmlformats-package.relationships+xml"/>
  <Override PartName="/ppt/slides/_rels/slide394.xml.rels" ContentType="application/vnd.openxmlformats-package.relationships+xml"/>
  <Override PartName="/ppt/slides/_rels/slide1050.xml.rels" ContentType="application/vnd.openxmlformats-package.relationships+xml"/>
  <Override PartName="/ppt/slides/_rels/slide735.xml.rels" ContentType="application/vnd.openxmlformats-package.relationships+xml"/>
  <Override PartName="/ppt/slides/_rels/slide171.xml.rels" ContentType="application/vnd.openxmlformats-package.relationships+xml"/>
  <Override PartName="/ppt/slides/_rels/slide526.xml.rels" ContentType="application/vnd.openxmlformats-package.relationships+xml"/>
  <Override PartName="/ppt/slides/_rels/slide798.xml.rels" ContentType="application/vnd.openxmlformats-package.relationships+xml"/>
  <Override PartName="/ppt/slides/_rels/slide1135.xml.rels" ContentType="application/vnd.openxmlformats-package.relationships+xml"/>
  <Override PartName="/ppt/slides/_rels/slide138.xml.rels" ContentType="application/vnd.openxmlformats-package.relationships+xml"/>
  <Override PartName="/ppt/slides/_rels/slide2.xml.rels" ContentType="application/vnd.openxmlformats-package.relationships+xml"/>
  <Override PartName="/ppt/slides/_rels/slide795.xml.rels" ContentType="application/vnd.openxmlformats-package.relationships+xml"/>
  <Override PartName="/ppt/slides/_rels/slide1392.xml.rels" ContentType="application/vnd.openxmlformats-package.relationships+xml"/>
  <Override PartName="/ppt/slides/_rels/slide1132.xml.rels" ContentType="application/vnd.openxmlformats-package.relationships+xml"/>
  <Override PartName="/ppt/slides/_rels/slide1092.xml.rels" ContentType="application/vnd.openxmlformats-package.relationships+xml"/>
  <Override PartName="/ppt/slides/_rels/slide503.xml.rels" ContentType="application/vnd.openxmlformats-package.relationships+xml"/>
  <Override PartName="/ppt/slides/_rels/slide734.xml.rels" ContentType="application/vnd.openxmlformats-package.relationships+xml"/>
  <Override PartName="/ppt/slides/_rels/slide1.xml.rels" ContentType="application/vnd.openxmlformats-package.relationships+xml"/>
  <Override PartName="/ppt/slides/_rels/slide1130.xml.rels" ContentType="application/vnd.openxmlformats-package.relationships+xml"/>
  <Override PartName="/ppt/slides/_rels/slide792.xml.rels" ContentType="application/vnd.openxmlformats-package.relationships+xml"/>
  <Override PartName="/ppt/slides/_rels/slide652.xml.rels" ContentType="application/vnd.openxmlformats-package.relationships+xml"/>
  <Override PartName="/ppt/slides/_rels/slide922.xml.rels" ContentType="application/vnd.openxmlformats-package.relationships+xml"/>
  <Override PartName="/ppt/slides/_rels/slide223.xml.rels" ContentType="application/vnd.openxmlformats-package.relationships+xml"/>
  <Override PartName="/ppt/slides/_rels/slide1320.xml.rels" ContentType="application/vnd.openxmlformats-package.relationships+xml"/>
  <Override PartName="/ppt/slides/_rels/slide473.xml.rels" ContentType="application/vnd.openxmlformats-package.relationships+xml"/>
  <Override PartName="/ppt/slides/_rels/slide627.xml.rels" ContentType="application/vnd.openxmlformats-package.relationships+xml"/>
  <Override PartName="/ppt/slides/_rels/slide608.xml.rels" ContentType="application/vnd.openxmlformats-package.relationships+xml"/>
  <Override PartName="/ppt/slides/_rels/slide1499.xml.rels" ContentType="application/vnd.openxmlformats-package.relationships+xml"/>
  <Override PartName="/ppt/slides/_rels/slide891.xml.rels" ContentType="application/vnd.openxmlformats-package.relationships+xml"/>
  <Override PartName="/ppt/slides/_rels/slide388.xml.rels" ContentType="application/vnd.openxmlformats-package.relationships+xml"/>
  <Override PartName="/ppt/slides/_rels/slide293.xml.rels" ContentType="application/vnd.openxmlformats-package.relationships+xml"/>
  <Override PartName="/ppt/slides/_rels/slide1599.xml.rels" ContentType="application/vnd.openxmlformats-package.relationships+xml"/>
  <Override PartName="/ppt/slides/_rels/slide387.xml.rels" ContentType="application/vnd.openxmlformats-package.relationships+xml"/>
  <Override PartName="/ppt/slides/_rels/slide1552.xml.rels" ContentType="application/vnd.openxmlformats-package.relationships+xml"/>
  <Override PartName="/ppt/slides/_rels/slide393.xml.rels" ContentType="application/vnd.openxmlformats-package.relationships+xml"/>
  <Override PartName="/ppt/slides/_rels/slide920.xml.rels" ContentType="application/vnd.openxmlformats-package.relationships+xml"/>
  <Override PartName="/ppt/slides/_rels/slide1075.xml.rels" ContentType="application/vnd.openxmlformats-package.relationships+xml"/>
  <Override PartName="/ppt/slides/_rels/slide1125.xml.rels" ContentType="application/vnd.openxmlformats-package.relationships+xml"/>
  <Override PartName="/ppt/slides/_rels/slide1597.xml.rels" ContentType="application/vnd.openxmlformats-package.relationships+xml"/>
  <Override PartName="/ppt/slides/_rels/slide422.xml.rels" ContentType="application/vnd.openxmlformats-package.relationships+xml"/>
  <Override PartName="/ppt/slides/_rels/slide912.xml.rels" ContentType="application/vnd.openxmlformats-package.relationships+xml"/>
  <Override PartName="/ppt/slides/_rels/slide1042.xml.rels" ContentType="application/vnd.openxmlformats-package.relationships+xml"/>
  <Override PartName="/ppt/slides/_rels/slide787.xml.rels" ContentType="application/vnd.openxmlformats-package.relationships+xml"/>
  <Override PartName="/ppt/slides/_rels/slide132.xml.rels" ContentType="application/vnd.openxmlformats-package.relationships+xml"/>
  <Override PartName="/ppt/slides/_rels/slide1124.xml.rels" ContentType="application/vnd.openxmlformats-package.relationships+xml"/>
  <Override PartName="/ppt/slides/_rels/slide1483.xml.rels" ContentType="application/vnd.openxmlformats-package.relationships+xml"/>
  <Override PartName="/ppt/slides/_rels/slide235.xml.rels" ContentType="application/vnd.openxmlformats-package.relationships+xml"/>
  <Override PartName="/ppt/slides/_rels/slide621.xml.rels" ContentType="application/vnd.openxmlformats-package.relationships+xml"/>
  <Override PartName="/ppt/slides/_rels/slide1160.xml.rels" ContentType="application/vnd.openxmlformats-package.relationships+xml"/>
  <Override PartName="/ppt/slides/_rels/slide624.xml.rels" ContentType="application/vnd.openxmlformats-package.relationships+xml"/>
  <Override PartName="/ppt/slides/_rels/slide1198.xml.rels" ContentType="application/vnd.openxmlformats-package.relationships+xml"/>
  <Override PartName="/ppt/slides/_rels/slide1040.xml.rels" ContentType="application/vnd.openxmlformats-package.relationships+xml"/>
  <Override PartName="/ppt/slides/_rels/slide761.xml.rels" ContentType="application/vnd.openxmlformats-package.relationships+xml"/>
  <Override PartName="/ppt/slides/_rels/slide1030.xml.rels" ContentType="application/vnd.openxmlformats-package.relationships+xml"/>
  <Override PartName="/ppt/slides/_rels/slide1032.xml.rels" ContentType="application/vnd.openxmlformats-package.relationships+xml"/>
  <Override PartName="/ppt/slides/_rels/slide804.xml.rels" ContentType="application/vnd.openxmlformats-package.relationships+xml"/>
  <Override PartName="/ppt/slides/_rels/slide695.xml.rels" ContentType="application/vnd.openxmlformats-package.relationships+xml"/>
  <Override PartName="/ppt/slides/_rels/slide1159.xml.rels" ContentType="application/vnd.openxmlformats-package.relationships+xml"/>
  <Override PartName="/ppt/slides/_rels/slide1095.xml.rels" ContentType="application/vnd.openxmlformats-package.relationships+xml"/>
  <Override PartName="/ppt/slides/_rels/slide332.xml.rels" ContentType="application/vnd.openxmlformats-package.relationships+xml"/>
  <Override PartName="/ppt/slides/_rels/slide1094.xml.rels" ContentType="application/vnd.openxmlformats-package.relationships+xml"/>
  <Override PartName="/ppt/slides/_rels/slide733.xml.rels" ContentType="application/vnd.openxmlformats-package.relationships+xml"/>
  <Override PartName="/ppt/slides/_rels/slide497.xml.rels" ContentType="application/vnd.openxmlformats-package.relationships+xml"/>
  <Override PartName="/ppt/slides/_rels/slide331.xml.rels" ContentType="application/vnd.openxmlformats-package.relationships+xml"/>
  <Override PartName="/ppt/slides/_rels/slide489.xml.rels" ContentType="application/vnd.openxmlformats-package.relationships+xml"/>
  <Override PartName="/ppt/slides/_rels/slide323.xml.rels" ContentType="application/vnd.openxmlformats-package.relationships+xml"/>
  <Override PartName="/ppt/slides/_rels/slide1139.xml.rels" ContentType="application/vnd.openxmlformats-package.relationships+xml"/>
  <Override PartName="/ppt/slides/_rels/slide1022.xml.rels" ContentType="application/vnd.openxmlformats-package.relationships+xml"/>
  <Override PartName="/ppt/slides/_rels/slide727.xml.rels" ContentType="application/vnd.openxmlformats-package.relationships+xml"/>
  <Override PartName="/ppt/slides/_rels/slide1085.xml.rels" ContentType="application/vnd.openxmlformats-package.relationships+xml"/>
  <Override PartName="/ppt/slides/_rels/slide1362.xml.rels" ContentType="application/vnd.openxmlformats-package.relationships+xml"/>
  <Override PartName="/ppt/slides/_rels/slide1151.xml.rels" ContentType="application/vnd.openxmlformats-package.relationships+xml"/>
  <Override PartName="/ppt/slides/_rels/slide962.xml.rels" ContentType="application/vnd.openxmlformats-package.relationships+xml"/>
  <Override PartName="/ppt/slides/_rels/slide1279.xml.rels" ContentType="application/vnd.openxmlformats-package.relationships+xml"/>
  <Override PartName="/ppt/slides/_rels/slide1585.xml.rels" ContentType="application/vnd.openxmlformats-package.relationships+xml"/>
  <Override PartName="/ppt/slides/_rels/slide639.xml.rels" ContentType="application/vnd.openxmlformats-package.relationships+xml"/>
  <Override PartName="/ppt/slides/_rels/slide361.xml.rels" ContentType="application/vnd.openxmlformats-package.relationships+xml"/>
  <Override PartName="/ppt/slides/_rels/slide1403.xml.rels" ContentType="application/vnd.openxmlformats-package.relationships+xml"/>
  <Override PartName="/ppt/slides/_rels/slide1141.xml.rels" ContentType="application/vnd.openxmlformats-package.relationships+xml"/>
  <Override PartName="/ppt/slides/_rels/slide1247.xml.rels" ContentType="application/vnd.openxmlformats-package.relationships+xml"/>
  <Override PartName="/ppt/slides/_rels/slide690.xml.rels" ContentType="application/vnd.openxmlformats-package.relationships+xml"/>
  <Override PartName="/ppt/slides/_rels/slide433.xml.rels" ContentType="application/vnd.openxmlformats-package.relationships+xml"/>
  <Override PartName="/ppt/slides/_rels/slide52.xml.rels" ContentType="application/vnd.openxmlformats-package.relationships+xml"/>
  <Override PartName="/ppt/slides/_rels/slide1110.xml.rels" ContentType="application/vnd.openxmlformats-package.relationships+xml"/>
  <Override PartName="/ppt/slides/_rels/slide343.xml.rels" ContentType="application/vnd.openxmlformats-package.relationships+xml"/>
  <Override PartName="/ppt/slides/_rels/slide794.xml.rels" ContentType="application/vnd.openxmlformats-package.relationships+xml"/>
  <Override PartName="/ppt/slides/_rels/slide889.xml.rels" ContentType="application/vnd.openxmlformats-package.relationships+xml"/>
  <Override PartName="/ppt/slides/_rels/slide42.xml.rels" ContentType="application/vnd.openxmlformats-package.relationships+xml"/>
  <Override PartName="/ppt/slides/_rels/slide1121.xml.rels" ContentType="application/vnd.openxmlformats-package.relationships+xml"/>
  <Override PartName="/ppt/slides/_rels/slide5.xml.rels" ContentType="application/vnd.openxmlformats-package.relationships+xml"/>
  <Override PartName="/ppt/slides/_rels/slide708.xml.rels" ContentType="application/vnd.openxmlformats-package.relationships+xml"/>
  <Override PartName="/ppt/slides/_rels/slide544.xml.rels" ContentType="application/vnd.openxmlformats-package.relationships+xml"/>
  <Override PartName="/ppt/slides/_rels/slide1385.xml.rels" ContentType="application/vnd.openxmlformats-package.relationships+xml"/>
  <Override PartName="/ppt/slides/_rels/slide399.xml.rels" ContentType="application/vnd.openxmlformats-package.relationships+xml"/>
  <Override PartName="/ppt/slides/_rels/slide773.xml.rels" ContentType="application/vnd.openxmlformats-package.relationships+xml"/>
  <Override PartName="/ppt/slides/_rels/slide1138.xml.rels" ContentType="application/vnd.openxmlformats-package.relationships+xml"/>
  <Override PartName="/ppt/slides/_rels/slide919.xml.rels" ContentType="application/vnd.openxmlformats-package.relationships+xml"/>
  <Override PartName="/ppt/slides/_rels/slide1230.xml.rels" ContentType="application/vnd.openxmlformats-package.relationships+xml"/>
  <Override PartName="/ppt/slides/_rels/slide134.xml.rels" ContentType="application/vnd.openxmlformats-package.relationships+xml"/>
  <Override PartName="/ppt/slides/_rels/slide1250.xml.rels" ContentType="application/vnd.openxmlformats-package.relationships+xml"/>
  <Override PartName="/ppt/slides/_rels/slide32.xml.rels" ContentType="application/vnd.openxmlformats-package.relationships+xml"/>
  <Override PartName="/ppt/slides/_rels/slide969.xml.rels" ContentType="application/vnd.openxmlformats-package.relationships+xml"/>
  <Override PartName="/ppt/slides/_rels/slide642.xml.rels" ContentType="application/vnd.openxmlformats-package.relationships+xml"/>
  <Override PartName="/ppt/slides/_rels/slide1381.xml.rels" ContentType="application/vnd.openxmlformats-package.relationships+xml"/>
  <Override PartName="/ppt/slides/_rels/slide774.xml.rels" ContentType="application/vnd.openxmlformats-package.relationships+xml"/>
  <Override PartName="/ppt/slides/_rels/slide22.xml.rels" ContentType="application/vnd.openxmlformats-package.relationships+xml"/>
  <Override PartName="/ppt/slides/_rels/slide1626.xml.rels" ContentType="application/vnd.openxmlformats-package.relationships+xml"/>
  <Override PartName="/ppt/slides/_rels/slide1346.xml.rels" ContentType="application/vnd.openxmlformats-package.relationships+xml"/>
  <Override PartName="/ppt/slides/_rels/slide1101.xml.rels" ContentType="application/vnd.openxmlformats-package.relationships+xml"/>
  <Override PartName="/ppt/slides/_rels/slide1214.xml.rels" ContentType="application/vnd.openxmlformats-package.relationships+xml"/>
  <Override PartName="/ppt/slides/_rels/slide1564.xml.rels" ContentType="application/vnd.openxmlformats-package.relationships+xml"/>
  <Override PartName="/ppt/slides/_rels/slide1157.xml.rels" ContentType="application/vnd.openxmlformats-package.relationships+xml"/>
  <Override PartName="/ppt/slides/_rels/slide1207.xml.rels" ContentType="application/vnd.openxmlformats-package.relationships+xml"/>
  <Override PartName="/ppt/slides/_rels/slide222.xml.rels" ContentType="application/vnd.openxmlformats-package.relationships+xml"/>
  <Override PartName="/ppt/slides/_rels/slide1234.xml.rels" ContentType="application/vnd.openxmlformats-package.relationships+xml"/>
  <Override PartName="/ppt/slides/_rels/slide1004.xml.rels" ContentType="application/vnd.openxmlformats-package.relationships+xml"/>
  <Override PartName="/ppt/slides/_rels/slide859.xml.rels" ContentType="application/vnd.openxmlformats-package.relationships+xml"/>
  <Override PartName="/ppt/slides/_rels/slide1041.xml.rels" ContentType="application/vnd.openxmlformats-package.relationships+xml"/>
  <Override PartName="/ppt/slides/_rels/slide915.xml.rels" ContentType="application/vnd.openxmlformats-package.relationships+xml"/>
  <Override PartName="/ppt/slides/_rels/slide839.xml.rels" ContentType="application/vnd.openxmlformats-package.relationships+xml"/>
  <Override PartName="/ppt/slides/_rels/slide1031.xml.rels" ContentType="application/vnd.openxmlformats-package.relationships+xml"/>
  <Override PartName="/ppt/slides/_rels/slide1137.xml.rels" ContentType="application/vnd.openxmlformats-package.relationships+xml"/>
  <Override PartName="/ppt/slides/_rels/slide4.xml.rels" ContentType="application/vnd.openxmlformats-package.relationships+xml"/>
  <Override PartName="/ppt/slides/_rels/slide1021.xml.rels" ContentType="application/vnd.openxmlformats-package.relationships+xml"/>
  <Override PartName="/ppt/slides/_rels/slide566.xml.rels" ContentType="application/vnd.openxmlformats-package.relationships+xml"/>
  <Override PartName="/ppt/slides/_rels/slide684.xml.rels" ContentType="application/vnd.openxmlformats-package.relationships+xml"/>
  <Override PartName="/ppt/slides/_rels/slide1600.xml.rels" ContentType="application/vnd.openxmlformats-package.relationships+xml"/>
  <Override PartName="/ppt/slides/_rels/slide819.xml.rels" ContentType="application/vnd.openxmlformats-package.relationships+xml"/>
  <Override PartName="/ppt/slides/_rels/slide1508.xml.rels" ContentType="application/vnd.openxmlformats-package.relationships+xml"/>
  <Override PartName="/ppt/slides/_rels/slide767.xml.rels" ContentType="application/vnd.openxmlformats-package.relationships+xml"/>
  <Override PartName="/ppt/slides/_rels/slide105.xml.rels" ContentType="application/vnd.openxmlformats-package.relationships+xml"/>
  <Override PartName="/ppt/slides/_rels/slide1208.xml.rels" ContentType="application/vnd.openxmlformats-package.relationships+xml"/>
  <Override PartName="/ppt/slides/_rels/slide1167.xml.rels" ContentType="application/vnd.openxmlformats-package.relationships+xml"/>
  <Override PartName="/ppt/slides/_rels/slide1081.xml.rels" ContentType="application/vnd.openxmlformats-package.relationships+xml"/>
  <Override PartName="/ppt/slides/_rels/slide283.xml.rels" ContentType="application/vnd.openxmlformats-package.relationships+xml"/>
  <Override PartName="/ppt/slides/_rels/slide1140.xml.rels" ContentType="application/vnd.openxmlformats-package.relationships+xml"/>
  <Override PartName="/ppt/slides/_rels/slide1465.xml.rels" ContentType="application/vnd.openxmlformats-package.relationships+xml"/>
  <Override PartName="/ppt/slides/_rels/slide1380.xml.rels" ContentType="application/vnd.openxmlformats-package.relationships+xml"/>
  <Override PartName="/ppt/slides/_rels/slide829.xml.rels" ContentType="application/vnd.openxmlformats-package.relationships+xml"/>
  <Override PartName="/ppt/slides/_rels/slide408.xml.rels" ContentType="application/vnd.openxmlformats-package.relationships+xml"/>
  <Override PartName="/ppt/slides/_rels/slide756.xml.rels" ContentType="application/vnd.openxmlformats-package.relationships+xml"/>
  <Override PartName="/ppt/slides/_rels/slide1455.xml.rels" ContentType="application/vnd.openxmlformats-package.relationships+xml"/>
  <Override PartName="/ppt/slides/_rels/slide746.xml.rels" ContentType="application/vnd.openxmlformats-package.relationships+xml"/>
  <Override PartName="/ppt/slides/_rels/slide413.xml.rels" ContentType="application/vnd.openxmlformats-package.relationships+xml"/>
  <Override PartName="/ppt/slides/_rels/slide710.xml.rels" ContentType="application/vnd.openxmlformats-package.relationships+xml"/>
  <Override PartName="/ppt/slides/_rels/slide1445.xml.rels" ContentType="application/vnd.openxmlformats-package.relationships+xml"/>
  <Override PartName="/ppt/slides/_rels/slide1233.xml.rels" ContentType="application/vnd.openxmlformats-package.relationships+xml"/>
  <Override PartName="/ppt/slides/_rels/slide759.xml.rels" ContentType="application/vnd.openxmlformats-package.relationships+xml"/>
  <Override PartName="/ppt/slides/_rels/slide183.xml.rels" ContentType="application/vnd.openxmlformats-package.relationships+xml"/>
  <Override PartName="/ppt/slides/_rels/slide726.xml.rels" ContentType="application/vnd.openxmlformats-package.relationships+xml"/>
  <Override PartName="/ppt/slides/_rels/slide1457.xml.rels" ContentType="application/vnd.openxmlformats-package.relationships+xml"/>
  <Override PartName="/ppt/slides/_rels/slide758.xml.rels" ContentType="application/vnd.openxmlformats-package.relationships+xml"/>
  <Override PartName="/ppt/slides/_rels/slide739.xml.rels" ContentType="application/vnd.openxmlformats-package.relationships+xml"/>
  <Override PartName="/ppt/slides/_rels/slide581.xml.rels" ContentType="application/vnd.openxmlformats-package.relationships+xml"/>
  <Override PartName="/ppt/slides/_rels/slide635.xml.rels" ContentType="application/vnd.openxmlformats-package.relationships+xml"/>
  <Override PartName="/ppt/slides/_rels/slide741.xml.rels" ContentType="application/vnd.openxmlformats-package.relationships+xml"/>
  <Override PartName="/ppt/slides/_rels/slide1097.xml.rels" ContentType="application/vnd.openxmlformats-package.relationships+xml"/>
  <Override PartName="/ppt/slides/_rels/slide1630.xml.rels" ContentType="application/vnd.openxmlformats-package.relationships+xml"/>
  <Override PartName="/ppt/slides/_rels/slide1438.xml.rels" ContentType="application/vnd.openxmlformats-package.relationships+xml"/>
  <Override PartName="/ppt/slides/_rels/slide971.xml.rels" ContentType="application/vnd.openxmlformats-package.relationships+xml"/>
  <Override PartName="/ppt/slides/_rels/slide1332.xml.rels" ContentType="application/vnd.openxmlformats-package.relationships+xml"/>
  <Override PartName="/ppt/slides/_rels/slide976.xml.rels" ContentType="application/vnd.openxmlformats-package.relationships+xml"/>
  <Override PartName="/ppt/slides/_rels/slide1096.xml.rels" ContentType="application/vnd.openxmlformats-package.relationships+xml"/>
  <Override PartName="/ppt/slides/_rels/slide486.xml.rels" ContentType="application/vnd.openxmlformats-package.relationships+xml"/>
  <Override PartName="/ppt/slides/_rels/slide424.xml.rels" ContentType="application/vnd.openxmlformats-package.relationships+xml"/>
  <Override PartName="/ppt/slides/_rels/slide1453.xml.rels" ContentType="application/vnd.openxmlformats-package.relationships+xml"/>
  <Override PartName="/ppt/slides/_rels/slide1356.xml.rels" ContentType="application/vnd.openxmlformats-package.relationships+xml"/>
  <Override PartName="/ppt/slides/_rels/slide1435.xml.rels" ContentType="application/vnd.openxmlformats-package.relationships+xml"/>
  <Override PartName="/ppt/slides/_rels/slide1598.xml.rels" ContentType="application/vnd.openxmlformats-package.relationships+xml"/>
  <Override PartName="/ppt/slides/_rels/slide221.xml.rels" ContentType="application/vnd.openxmlformats-package.relationships+xml"/>
  <Override PartName="/ppt/slides/_rels/slide547.xml.rels" ContentType="application/vnd.openxmlformats-package.relationships+xml"/>
  <Override PartName="/ppt/slides/_rels/slide493.xml.rels" ContentType="application/vnd.openxmlformats-package.relationships+xml"/>
  <Override PartName="/ppt/slides/_rels/slide234.xml.rels" ContentType="application/vnd.openxmlformats-package.relationships+xml"/>
  <Override PartName="/ppt/slides/_rels/slide1336.xml.rels" ContentType="application/vnd.openxmlformats-package.relationships+xml"/>
  <Override PartName="/ppt/slides/_rels/slide1432.xml.rels" ContentType="application/vnd.openxmlformats-package.relationships+xml"/>
  <Override PartName="/ppt/slides/_rels/slide1448.xml.rels" ContentType="application/vnd.openxmlformats-package.relationships+xml"/>
  <Override PartName="/ppt/slides/_rels/slide1008.xml.rels" ContentType="application/vnd.openxmlformats-package.relationships+xml"/>
  <Override PartName="/ppt/slides/_rels/slide1447.xml.rels" ContentType="application/vnd.openxmlformats-package.relationships+xml"/>
  <Override PartName="/ppt/slides/_rels/slide747.xml.rels" ContentType="application/vnd.openxmlformats-package.relationships+xml"/>
  <Override PartName="/ppt/slides/_rels/slide28.xml.rels" ContentType="application/vnd.openxmlformats-package.relationships+xml"/>
  <Override PartName="/ppt/slides/_rels/slide1429.xml.rels" ContentType="application/vnd.openxmlformats-package.relationships+xml"/>
  <Override PartName="/ppt/slides/_rels/slide1620.xml.rels" ContentType="application/vnd.openxmlformats-package.relationships+xml"/>
  <Override PartName="/ppt/slides/_rels/slide663.xml.rels" ContentType="application/vnd.openxmlformats-package.relationships+xml"/>
  <Override PartName="/ppt/slides/_rels/slide1428.xml.rels" ContentType="application/vnd.openxmlformats-package.relationships+xml"/>
  <Override PartName="/ppt/slides/_rels/slide748.xml.rels" ContentType="application/vnd.openxmlformats-package.relationships+xml"/>
  <Override PartName="/ppt/slides/_rels/slide205.xml.rels" ContentType="application/vnd.openxmlformats-package.relationships+xml"/>
  <Override PartName="/ppt/slides/_rels/slide233.xml.rels" ContentType="application/vnd.openxmlformats-package.relationships+xml"/>
  <Override PartName="/ppt/slides/_rels/slide817.xml.rels" ContentType="application/vnd.openxmlformats-package.relationships+xml"/>
  <Override PartName="/ppt/slides/_rels/slide128.xml.rels" ContentType="application/vnd.openxmlformats-package.relationships+xml"/>
  <Override PartName="/ppt/slides/_rels/slide1444.xml.rels" ContentType="application/vnd.openxmlformats-package.relationships+xml"/>
  <Override PartName="/ppt/slides/_rels/slide602.xml.rels" ContentType="application/vnd.openxmlformats-package.relationships+xml"/>
  <Override PartName="/ppt/slides/_rels/slide1182.xml.rels" ContentType="application/vnd.openxmlformats-package.relationships+xml"/>
  <Override PartName="/ppt/slides/_rels/slide824.xml.rels" ContentType="application/vnd.openxmlformats-package.relationships+xml"/>
  <Override PartName="/ppt/slides/_rels/slide551.xml.rels" ContentType="application/vnd.openxmlformats-package.relationships+xml"/>
  <Override PartName="/ppt/slides/_rels/slide728.xml.rels" ContentType="application/vnd.openxmlformats-package.relationships+xml"/>
  <Override PartName="/ppt/slides/_rels/slide137.xml.rels" ContentType="application/vnd.openxmlformats-package.relationships+xml"/>
  <Override PartName="/ppt/slides/_rels/slide1427.xml.rels" ContentType="application/vnd.openxmlformats-package.relationships+xml"/>
  <Override PartName="/ppt/slides/_rels/slide1443.xml.rels" ContentType="application/vnd.openxmlformats-package.relationships+xml"/>
  <Override PartName="/ppt/slides/_rels/slide1419.xml.rels" ContentType="application/vnd.openxmlformats-package.relationships+xml"/>
  <Override PartName="/ppt/slides/_rels/slide1077.xml.rels" ContentType="application/vnd.openxmlformats-package.relationships+xml"/>
  <Override PartName="/ppt/slides/_rels/slide322.xml.rels" ContentType="application/vnd.openxmlformats-package.relationships+xml"/>
  <Override PartName="/ppt/slides/_rels/slide1103.xml.rels" ContentType="application/vnd.openxmlformats-package.relationships+xml"/>
  <Override PartName="/ppt/slides/_rels/slide1610.xml.rels" ContentType="application/vnd.openxmlformats-package.relationships+xml"/>
  <Override PartName="/ppt/slides/_rels/slide1409.xml.rels" ContentType="application/vnd.openxmlformats-package.relationships+xml"/>
  <Override PartName="/ppt/slides/_rels/slide757.xml.rels" ContentType="application/vnd.openxmlformats-package.relationships+xml"/>
  <Override PartName="/ppt/slides/_rels/slide1618.xml.rels" ContentType="application/vnd.openxmlformats-package.relationships+xml"/>
  <Override PartName="/ppt/slides/_rels/slide717.xml.rels" ContentType="application/vnd.openxmlformats-package.relationships+xml"/>
  <Override PartName="/ppt/slides/_rels/slide1416.xml.rels" ContentType="application/vnd.openxmlformats-package.relationships+xml"/>
  <Override PartName="/ppt/slides/_rels/slide1415.xml.rels" ContentType="application/vnd.openxmlformats-package.relationships+xml"/>
  <Override PartName="/ppt/slides/_rels/slide1090.xml.rels" ContentType="application/vnd.openxmlformats-package.relationships+xml"/>
  <Override PartName="/ppt/slides/_rels/slide1629.xml.rels" ContentType="application/vnd.openxmlformats-package.relationships+xml"/>
  <Override PartName="/ppt/slides/_rels/slide732.xml.rels" ContentType="application/vnd.openxmlformats-package.relationships+xml"/>
  <Override PartName="/ppt/slides/_rels/slide1408.xml.rels" ContentType="application/vnd.openxmlformats-package.relationships+xml"/>
  <Override PartName="/ppt/slides/_rels/slide1538.xml.rels" ContentType="application/vnd.openxmlformats-package.relationships+xml"/>
  <Override PartName="/ppt/slides/_rels/slide1596.xml.rels" ContentType="application/vnd.openxmlformats-package.relationships+xml"/>
  <Override PartName="/ppt/slides/_rels/slide1407.xml.rels" ContentType="application/vnd.openxmlformats-package.relationships+xml"/>
  <Override PartName="/ppt/slides/_rels/slide371.xml.rels" ContentType="application/vnd.openxmlformats-package.relationships+xml"/>
  <Override PartName="/ppt/slides/_rels/slide744.xml.rels" ContentType="application/vnd.openxmlformats-package.relationships+xml"/>
  <Override PartName="/ppt/slides/_rels/slide1009.xml.rels" ContentType="application/vnd.openxmlformats-package.relationships+xml"/>
  <Override PartName="/ppt/slides/_rels/slide1406.xml.rels" ContentType="application/vnd.openxmlformats-package.relationships+xml"/>
  <Override PartName="/ppt/slides/_rels/slide706.xml.rels" ContentType="application/vnd.openxmlformats-package.relationships+xml"/>
  <Override PartName="/ppt/slides/_rels/slide189.xml.rels" ContentType="application/vnd.openxmlformats-package.relationships+xml"/>
  <Override PartName="/ppt/slides/_rels/slide937.xml.rels" ContentType="application/vnd.openxmlformats-package.relationships+xml"/>
  <Override PartName="/ppt/slides/_rels/slide1080.xml.rels" ContentType="application/vnd.openxmlformats-package.relationships+xml"/>
  <Override PartName="/ppt/slides/_rels/slide1367.xml.rels" ContentType="application/vnd.openxmlformats-package.relationships+xml"/>
  <Override PartName="/ppt/slides/_rels/slide894.xml.rels" ContentType="application/vnd.openxmlformats-package.relationships+xml"/>
  <Override PartName="/ppt/slides/_rels/slide396.xml.rels" ContentType="application/vnd.openxmlformats-package.relationships+xml"/>
  <Override PartName="/ppt/slides/_rels/slide1063.xml.rels" ContentType="application/vnd.openxmlformats-package.relationships+xml"/>
  <Override PartName="/ppt/slides/_rels/slide224.xml.rels" ContentType="application/vnd.openxmlformats-package.relationships+xml"/>
  <Override PartName="/ppt/slides/_rels/slide721.xml.rels" ContentType="application/vnd.openxmlformats-package.relationships+xml"/>
  <Override PartName="/ppt/slides/_rels/slide704.xml.rels" ContentType="application/vnd.openxmlformats-package.relationships+xml"/>
  <Override PartName="/ppt/slides/_rels/slide1165.xml.rels" ContentType="application/vnd.openxmlformats-package.relationships+xml"/>
  <Override PartName="/ppt/slides/_rels/slide807.xml.rels" ContentType="application/vnd.openxmlformats-package.relationships+xml"/>
  <Override PartName="/ppt/slides/_rels/slide108.xml.rels" ContentType="application/vnd.openxmlformats-package.relationships+xml"/>
  <Override PartName="/ppt/slides/_rels/slide1569.xml.rels" ContentType="application/vnd.openxmlformats-package.relationships+xml"/>
  <Override PartName="/ppt/slides/_rels/slide188.xml.rels" ContentType="application/vnd.openxmlformats-package.relationships+xml"/>
  <Override PartName="/ppt/slides/_rels/slide788.xml.rels" ContentType="application/vnd.openxmlformats-package.relationships+xml"/>
  <Override PartName="/ppt/slides/_rels/slide48.xml.rels" ContentType="application/vnd.openxmlformats-package.relationships+xml"/>
  <Override PartName="/ppt/slides/_rels/slide1413.xml.rels" ContentType="application/vnd.openxmlformats-package.relationships+xml"/>
  <Override PartName="/ppt/slides/_rels/slide593.xml.rels" ContentType="application/vnd.openxmlformats-package.relationships+xml"/>
  <Override PartName="/ppt/slides/_rels/slide714.xml.rels" ContentType="application/vnd.openxmlformats-package.relationships+xml"/>
  <Override PartName="/ppt/slides/_rels/slide1072.xml.rels" ContentType="application/vnd.openxmlformats-package.relationships+xml"/>
  <Override PartName="/ppt/slides/_rels/slide431.xml.rels" ContentType="application/vnd.openxmlformats-package.relationships+xml"/>
  <Override PartName="/ppt/slides/_rels/slide1175.xml.rels" ContentType="application/vnd.openxmlformats-package.relationships+xml"/>
  <Override PartName="/ppt/slides/_rels/slide1511.xml.rels" ContentType="application/vnd.openxmlformats-package.relationships+xml"/>
  <Override PartName="/ppt/slides/_rels/slide118.xml.rels" ContentType="application/vnd.openxmlformats-package.relationships+xml"/>
  <Override PartName="/ppt/slides/_rels/slide645.xml.rels" ContentType="application/vnd.openxmlformats-package.relationships+xml"/>
  <Override PartName="/ppt/slides/_rels/slide823.xml.rels" ContentType="application/vnd.openxmlformats-package.relationships+xml"/>
  <Override PartName="/ppt/slides/_rels/slide965.xml.rels" ContentType="application/vnd.openxmlformats-package.relationships+xml"/>
  <Override PartName="/ppt/slides/_rels/slide1412.xml.rels" ContentType="application/vnd.openxmlformats-package.relationships+xml"/>
  <Override PartName="/ppt/slides/_rels/slide713.xml.rels" ContentType="application/vnd.openxmlformats-package.relationships+xml"/>
  <Override PartName="/ppt/slides/_rels/slide1071.xml.rels" ContentType="application/vnd.openxmlformats-package.relationships+xml"/>
  <Override PartName="/ppt/slides/_rels/slide117.xml.rels" ContentType="application/vnd.openxmlformats-package.relationships+xml"/>
  <Override PartName="/ppt/slides/_rels/slide1437.xml.rels" ContentType="application/vnd.openxmlformats-package.relationships+xml"/>
  <Override PartName="/ppt/slides/_rels/slide1411.xml.rels" ContentType="application/vnd.openxmlformats-package.relationships+xml"/>
  <Override PartName="/ppt/slides/_rels/slide584.xml.rels" ContentType="application/vnd.openxmlformats-package.relationships+xml"/>
  <Override PartName="/ppt/slides/_rels/slide789.xml.rels" ContentType="application/vnd.openxmlformats-package.relationships+xml"/>
  <Override PartName="/ppt/slides/_rels/slide78.xml.rels" ContentType="application/vnd.openxmlformats-package.relationships+xml"/>
  <Override PartName="/ppt/slides/_rels/slide49.xml.rels" ContentType="application/vnd.openxmlformats-package.relationships+xml"/>
  <Override PartName="/ppt/slides/_rels/slide179.xml.rels" ContentType="application/vnd.openxmlformats-package.relationships+xml"/>
  <Override PartName="/ppt/slides/_rels/slide1173.xml.rels" ContentType="application/vnd.openxmlformats-package.relationships+xml"/>
  <Override PartName="/ppt/slides/_rels/slide1219.xml.rels" ContentType="application/vnd.openxmlformats-package.relationships+xml"/>
  <Override PartName="/ppt/slides/_rels/slide116.xml.rels" ContentType="application/vnd.openxmlformats-package.relationships+xml"/>
  <Override PartName="/ppt/slides/_rels/slide178.xml.rels" ContentType="application/vnd.openxmlformats-package.relationships+xml"/>
  <Override PartName="/ppt/slides/_rels/slide1559.xml.rels" ContentType="application/vnd.openxmlformats-package.relationships+xml"/>
  <Override PartName="/ppt/slides/_rels/slide1375.xml.rels" ContentType="application/vnd.openxmlformats-package.relationships+xml"/>
  <Override PartName="/ppt/slides/_rels/slide571.xml.rels" ContentType="application/vnd.openxmlformats-package.relationships+xml"/>
  <Override PartName="/ppt/slides/_rels/slide177.xml.rels" ContentType="application/vnd.openxmlformats-package.relationships+xml"/>
  <Override PartName="/ppt/slides/_rels/slide828.xml.rels" ContentType="application/vnd.openxmlformats-package.relationships+xml"/>
  <Override PartName="/ppt/slides/_rels/slide1402.xml.rels" ContentType="application/vnd.openxmlformats-package.relationships+xml"/>
  <Override PartName="/ppt/slides/_rels/slide1568.xml.rels" ContentType="application/vnd.openxmlformats-package.relationships+xml"/>
  <Override PartName="/ppt/slides/_rels/slide1565.xml.rels" ContentType="application/vnd.openxmlformats-package.relationships+xml"/>
  <Override PartName="/ppt/slides/_rels/slide449.xml.rels" ContentType="application/vnd.openxmlformats-package.relationships+xml"/>
  <Override PartName="/ppt/slides/_rels/slide703.xml.rels" ContentType="application/vnd.openxmlformats-package.relationships+xml"/>
  <Override PartName="/ppt/slides/_rels/slide1061.xml.rels" ContentType="application/vnd.openxmlformats-package.relationships+xml"/>
  <Override PartName="/ppt/slides/_rels/slide1164.xml.rels" ContentType="application/vnd.openxmlformats-package.relationships+xml"/>
  <Override PartName="/ppt/slides/_rels/slide933.xml.rels" ContentType="application/vnd.openxmlformats-package.relationships+xml"/>
  <Override PartName="/ppt/slides/_rels/slide806.xml.rels" ContentType="application/vnd.openxmlformats-package.relationships+xml"/>
  <Override PartName="/ppt/slides/_rels/slide1471.xml.rels" ContentType="application/vnd.openxmlformats-package.relationships+xml"/>
  <Override PartName="/ppt/slides/_rels/slide840.xml.rels" ContentType="application/vnd.openxmlformats-package.relationships+xml"/>
  <Override PartName="/ppt/slides/_rels/slide1567.xml.rels" ContentType="application/vnd.openxmlformats-package.relationships+xml"/>
  <Override PartName="/ppt/slides/_rels/slide1060.xml.rels" ContentType="application/vnd.openxmlformats-package.relationships+xml"/>
  <Override PartName="/ppt/slides/_rels/slide455.xml.rels" ContentType="application/vnd.openxmlformats-package.relationships+xml"/>
  <Override PartName="/ppt/slides/_rels/slide169.xml.rels" ContentType="application/vnd.openxmlformats-package.relationships+xml"/>
  <Override PartName="/ppt/slides/_rels/slide1127.xml.rels" ContentType="application/vnd.openxmlformats-package.relationships+xml"/>
  <Override PartName="/ppt/slides/_rels/slide168.xml.rels" ContentType="application/vnd.openxmlformats-package.relationships+xml"/>
  <Override PartName="/ppt/slides/_rels/slide1400.xml.rels" ContentType="application/vnd.openxmlformats-package.relationships+xml"/>
  <Override PartName="/ppt/slides/_rels/slide418.xml.rels" ContentType="application/vnd.openxmlformats-package.relationships+xml"/>
  <Override PartName="/ppt/slides/_rels/slide1566.xml.rels" ContentType="application/vnd.openxmlformats-package.relationships+xml"/>
  <Override PartName="/ppt/slides/_rels/slide1221.xml.rels" ContentType="application/vnd.openxmlformats-package.relationships+xml"/>
  <Override PartName="/ppt/slides/_rels/slide595.xml.rels" ContentType="application/vnd.openxmlformats-package.relationships+xml"/>
  <Override PartName="/ppt/slides/_rels/slide1302.xml.rels" ContentType="application/vnd.openxmlformats-package.relationships+xml"/>
  <Override PartName="/ppt/slides/_rels/slide509.xml.rels" ContentType="application/vnd.openxmlformats-package.relationships+xml"/>
  <Override PartName="/ppt/slides/_rels/slide649.xml.rels" ContentType="application/vnd.openxmlformats-package.relationships+xml"/>
  <Override PartName="/ppt/slides/_rels/slide12.xml.rels" ContentType="application/vnd.openxmlformats-package.relationships+xml"/>
  <Override PartName="/ppt/slides/_rels/slide1055.xml.rels" ContentType="application/vnd.openxmlformats-package.relationships+xml"/>
  <Override PartName="/ppt/slides/_rels/slide1540.xml.rels" ContentType="application/vnd.openxmlformats-package.relationships+xml"/>
  <Override PartName="/ppt/slides/_rels/slide724.xml.rels" ContentType="application/vnd.openxmlformats-package.relationships+xml"/>
  <Override PartName="/ppt/slides/_rels/slide1347.xml.rels" ContentType="application/vnd.openxmlformats-package.relationships+xml"/>
  <Override PartName="/ppt/slides/_rels/slide650.xml.rels" ContentType="application/vnd.openxmlformats-package.relationships+xml"/>
  <Override PartName="/ppt/slides/_rels/slide648.xml.rels" ContentType="application/vnd.openxmlformats-package.relationships+xml"/>
  <Override PartName="/ppt/slides/_rels/slide647.xml.rels" ContentType="application/vnd.openxmlformats-package.relationships+xml"/>
  <Override PartName="/ppt/slides/_rels/slide1329.xml.rels" ContentType="application/vnd.openxmlformats-package.relationships+xml"/>
  <Override PartName="/ppt/slides/_rels/slide870.xml.rels" ContentType="application/vnd.openxmlformats-package.relationships+xml"/>
  <Override PartName="/ppt/slides/_rels/slide1275.xml.rels" ContentType="application/vnd.openxmlformats-package.relationships+xml"/>
  <Override PartName="/ppt/slides/_rels/slide1345.xml.rels" ContentType="application/vnd.openxmlformats-package.relationships+xml"/>
  <Override PartName="/ppt/slides/_rels/slide1195.xml.rels" ContentType="application/vnd.openxmlformats-package.relationships+xml"/>
  <Override PartName="/ppt/slides/_rels/slide629.xml.rels" ContentType="application/vnd.openxmlformats-package.relationships+xml"/>
  <Override PartName="/ppt/slides/_rels/slide1387.xml.rels" ContentType="application/vnd.openxmlformats-package.relationships+xml"/>
  <Override PartName="/ppt/slides/_rels/slide1200.xml.rels" ContentType="application/vnd.openxmlformats-package.relationships+xml"/>
  <Override PartName="/ppt/slides/_rels/slide1082.xml.rels" ContentType="application/vnd.openxmlformats-package.relationships+xml"/>
  <Override PartName="/ppt/slides/_rels/slide1235.xml.rels" ContentType="application/vnd.openxmlformats-package.relationships+xml"/>
  <Override PartName="/ppt/slides/_rels/slide1287.xml.rels" ContentType="application/vnd.openxmlformats-package.relationships+xml"/>
  <Override PartName="/ppt/slides/_rels/slide1520.xml.rels" ContentType="application/vnd.openxmlformats-package.relationships+xml"/>
  <Override PartName="/ppt/slides/_rels/slide488.xml.rels" ContentType="application/vnd.openxmlformats-package.relationships+xml"/>
  <Override PartName="/ppt/slides/_rels/slide852.xml.rels" ContentType="application/vnd.openxmlformats-package.relationships+xml"/>
  <Override PartName="/ppt/slides/_rels/slide628.xml.rels" ContentType="application/vnd.openxmlformats-package.relationships+xml"/>
  <Override PartName="/ppt/slides/_rels/slide1327.xml.rels" ContentType="application/vnd.openxmlformats-package.relationships+xml"/>
  <Override PartName="/ppt/slides/_rels/slide1321.xml.rels" ContentType="application/vnd.openxmlformats-package.relationships+xml"/>
  <Override PartName="/ppt/slides/_rels/slide1343.xml.rels" ContentType="application/vnd.openxmlformats-package.relationships+xml"/>
  <Override PartName="/ppt/slides/_rels/slide1338.xml.rels" ContentType="application/vnd.openxmlformats-package.relationships+xml"/>
  <Override PartName="/ppt/slides/_rels/slide1417.xml.rels" ContentType="application/vnd.openxmlformats-package.relationships+xml"/>
  <Override PartName="/ppt/slides/_rels/slide929.xml.rels" ContentType="application/vnd.openxmlformats-package.relationships+xml"/>
  <Override PartName="/ppt/slides/_rels/slide1530.xml.rels" ContentType="application/vnd.openxmlformats-package.relationships+xml"/>
  <Override PartName="/ppt/slides/_rels/slide638.xml.rels" ContentType="application/vnd.openxmlformats-package.relationships+xml"/>
  <Override PartName="/ppt/slides/_rels/slide614.xml.rels" ContentType="application/vnd.openxmlformats-package.relationships+xml"/>
  <Override PartName="/ppt/slides/_rels/slide1316.xml.rels" ContentType="application/vnd.openxmlformats-package.relationships+xml"/>
  <Override PartName="/ppt/slides/_rels/slide778.xml.rels" ContentType="application/vnd.openxmlformats-package.relationships+xml"/>
  <Override PartName="/ppt/slides/_rels/slide617.xml.rels" ContentType="application/vnd.openxmlformats-package.relationships+xml"/>
  <Override PartName="/ppt/slides/_rels/slide10.xml.rels" ContentType="application/vnd.openxmlformats-package.relationships+xml"/>
  <Override PartName="/ppt/slides/_rels/slide616.xml.rels" ContentType="application/vnd.openxmlformats-package.relationships+xml"/>
  <Override PartName="/ppt/slides/_rels/slide62.xml.rels" ContentType="application/vnd.openxmlformats-package.relationships+xml"/>
  <Override PartName="/ppt/slides/_rels/slide1239.xml.rels" ContentType="application/vnd.openxmlformats-package.relationships+xml"/>
  <Override PartName="/ppt/slides/_rels/slide1292.xml.rels" ContentType="application/vnd.openxmlformats-package.relationships+xml"/>
  <Override PartName="/ppt/slides/_rels/slide906.xml.rels" ContentType="application/vnd.openxmlformats-package.relationships+xml"/>
  <Override PartName="/ppt/slides/_rels/slide854.xml.rels" ContentType="application/vnd.openxmlformats-package.relationships+xml"/>
  <Override PartName="/ppt/slides/_rels/slide1056.xml.rels" ContentType="application/vnd.openxmlformats-package.relationships+xml"/>
  <Override PartName="/ppt/slides/_rels/slide982.xml.rels" ContentType="application/vnd.openxmlformats-package.relationships+xml"/>
  <Override PartName="/ppt/slides/_rels/slide1475.xml.rels" ContentType="application/vnd.openxmlformats-package.relationships+xml"/>
  <Override PartName="/ppt/slides/_rels/slide1328.xml.rels" ContentType="application/vnd.openxmlformats-package.relationships+xml"/>
  <Override PartName="/ppt/slides/_rels/slide603.xml.rels" ContentType="application/vnd.openxmlformats-package.relationships+xml"/>
  <Override PartName="/ppt/slides/_rels/slide1468.xml.rels" ContentType="application/vnd.openxmlformats-package.relationships+xml"/>
  <Override PartName="/ppt/slides/_rels/slide1370.xml.rels" ContentType="application/vnd.openxmlformats-package.relationships+xml"/>
  <Override PartName="/ppt/slides/_rels/slide268.xml.rels" ContentType="application/vnd.openxmlformats-package.relationships+xml"/>
  <Override PartName="/ppt/slides/_rels/slide605.xml.rels" ContentType="application/vnd.openxmlformats-package.relationships+xml"/>
  <Override PartName="/ppt/slides/_rels/slide20.xml.rels" ContentType="application/vnd.openxmlformats-package.relationships+xml"/>
  <Override PartName="/ppt/slides/_rels/slide68.xml.rels" ContentType="application/vnd.openxmlformats-package.relationships+xml"/>
  <Override PartName="/ppt/slides/_rels/slide679.xml.rels" ContentType="application/vnd.openxmlformats-package.relationships+xml"/>
  <Override PartName="/ppt/slides/_rels/slide820.xml.rels" ContentType="application/vnd.openxmlformats-package.relationships+xml"/>
  <Override PartName="/ppt/slides/_rels/slide554.xml.rels" ContentType="application/vnd.openxmlformats-package.relationships+xml"/>
  <Override PartName="/ppt/slides/_rels/slide1526.xml.rels" ContentType="application/vnd.openxmlformats-package.relationships+xml"/>
  <Override PartName="/ppt/slides/_rels/slide1464.xml.rels" ContentType="application/vnd.openxmlformats-package.relationships+xml"/>
  <Override PartName="/ppt/slides/_rels/slide1300.xml.rels" ContentType="application/vnd.openxmlformats-package.relationships+xml"/>
  <Override PartName="/ppt/slides/_rels/slide636.xml.rels" ContentType="application/vnd.openxmlformats-package.relationships+xml"/>
  <Override PartName="/ppt/slides/_rels/slide302.xml.rels" ContentType="application/vnd.openxmlformats-package.relationships+xml"/>
  <Override PartName="/ppt/slides/_rels/slide1185.xml.rels" ContentType="application/vnd.openxmlformats-package.relationships+xml"/>
  <Override PartName="/ppt/slides/_rels/slide518.xml.rels" ContentType="application/vnd.openxmlformats-package.relationships+xml"/>
  <Override PartName="/ppt/slides/_rels/slide1466.xml.rels" ContentType="application/vnd.openxmlformats-package.relationships+xml"/>
  <Override PartName="/ppt/slides/_rels/slide1170.xml.rels" ContentType="application/vnd.openxmlformats-package.relationships+xml"/>
  <Override PartName="/ppt/slides/_rels/slide1007.xml.rels" ContentType="application/vnd.openxmlformats-package.relationships+xml"/>
  <Override PartName="/ppt/slides/_rels/slide409.xml.rels" ContentType="application/vnd.openxmlformats-package.relationships+xml"/>
  <Override PartName="/ppt/slides/_rels/slide406.xml.rels" ContentType="application/vnd.openxmlformats-package.relationships+xml"/>
  <Override PartName="/ppt/slides/_rels/slide1074.xml.rels" ContentType="application/vnd.openxmlformats-package.relationships+xml"/>
  <Override PartName="/ppt/slides/_rels/slide100.xml.rels" ContentType="application/vnd.openxmlformats-package.relationships+xml"/>
  <Override PartName="/ppt/slides/_rels/slide288.xml.rels" ContentType="application/vnd.openxmlformats-package.relationships+xml"/>
  <Override PartName="/ppt/slides/_rels/slide1401.xml.rels" ContentType="application/vnd.openxmlformats-package.relationships+xml"/>
  <Override PartName="/ppt/slides/_rels/slide763.xml.rels" ContentType="application/vnd.openxmlformats-package.relationships+xml"/>
  <Override PartName="/ppt/slides/_rels/slide417.xml.rels" ContentType="application/vnd.openxmlformats-package.relationships+xml"/>
  <Override PartName="/ppt/slides/_rels/slide1456.xml.rels" ContentType="application/vnd.openxmlformats-package.relationships+xml"/>
  <Override PartName="/ppt/slides/_rels/slide125.xml.rels" ContentType="application/vnd.openxmlformats-package.relationships+xml"/>
  <Override PartName="/ppt/slides/_rels/slide658.xml.rels" ContentType="application/vnd.openxmlformats-package.relationships+xml"/>
  <Override PartName="/ppt/slides/_rels/slide1549.xml.rels" ContentType="application/vnd.openxmlformats-package.relationships+xml"/>
  <Override PartName="/ppt/slides/_rels/slide601.xml.rels" ContentType="application/vnd.openxmlformats-package.relationships+xml"/>
  <Override PartName="/ppt/slides/_rels/slide38.xml.rels" ContentType="application/vnd.openxmlformats-package.relationships+xml"/>
  <Override PartName="/ppt/slides/_rels/slide766.xml.rels" ContentType="application/vnd.openxmlformats-package.relationships+xml"/>
  <Override PartName="/ppt/slides/_rels/slide612.xml.rels" ContentType="application/vnd.openxmlformats-package.relationships+xml"/>
  <Override PartName="/ppt/slides/_rels/slide416.xml.rels" ContentType="application/vnd.openxmlformats-package.relationships+xml"/>
  <Override PartName="/ppt/slides/_rels/slide74.xml.rels" ContentType="application/vnd.openxmlformats-package.relationships+xml"/>
  <Override PartName="/ppt/slides/_rels/slide508.xml.rels" ContentType="application/vnd.openxmlformats-package.relationships+xml"/>
  <Override PartName="/ppt/slides/_rels/slide543.xml.rels" ContentType="application/vnd.openxmlformats-package.relationships+xml"/>
  <Override PartName="/ppt/slides/_rels/slide301.xml.rels" ContentType="application/vnd.openxmlformats-package.relationships+xml"/>
  <Override PartName="/ppt/slides/_rels/slide1459.xml.rels" ContentType="application/vnd.openxmlformats-package.relationships+xml"/>
  <Override PartName="/ppt/slides/_rels/slide1449.xml.rels" ContentType="application/vnd.openxmlformats-package.relationships+xml"/>
  <Override PartName="/ppt/slides/_rels/slide89.xml.rels" ContentType="application/vnd.openxmlformats-package.relationships+xml"/>
  <Override PartName="/ppt/slides/_rels/slide1209.xml.rels" ContentType="application/vnd.openxmlformats-package.relationships+xml"/>
  <Override PartName="/ppt/slides/_rels/slide95.xml.rels" ContentType="application/vnd.openxmlformats-package.relationships+xml"/>
  <Override PartName="/ppt/slides/_rels/slide400.xml.rels" ContentType="application/vnd.openxmlformats-package.relationships+xml"/>
  <Override PartName="/ppt/slides/_rels/slide395.xml.rels" ContentType="application/vnd.openxmlformats-package.relationships+xml"/>
  <Override PartName="/ppt/slides/_rels/slide1450.xml.rels" ContentType="application/vnd.openxmlformats-package.relationships+xml"/>
  <Override PartName="/ppt/slides/_rels/slide170.xml.rels" ContentType="application/vnd.openxmlformats-package.relationships+xml"/>
  <Override PartName="/ppt/slides/_rels/slide1420.xml.rels" ContentType="application/vnd.openxmlformats-package.relationships+xml"/>
  <Override PartName="/ppt/slides/_rels/slide87.xml.rels" ContentType="application/vnd.openxmlformats-package.relationships+xml"/>
  <Override PartName="/ppt/slides/_rels/slide33.xml.rels" ContentType="application/vnd.openxmlformats-package.relationships+xml"/>
  <Override PartName="/ppt/slides/_rels/slide215.xml.rels" ContentType="application/vnd.openxmlformats-package.relationships+xml"/>
  <Override PartName="/ppt/slides/_rels/slide1248.xml.rels" ContentType="application/vnd.openxmlformats-package.relationships+xml"/>
  <Override PartName="/ppt/slides/_rels/slide336.xml.rels" ContentType="application/vnd.openxmlformats-package.relationships+xml"/>
  <Override PartName="/ppt/slides/_rels/slide905.xml.rels" ContentType="application/vnd.openxmlformats-package.relationships+xml"/>
  <Override PartName="/ppt/slides/_rels/slide959.xml.rels" ContentType="application/vnd.openxmlformats-package.relationships+xml"/>
  <Override PartName="/ppt/slides/_rels/slide1238.xml.rels" ContentType="application/vnd.openxmlformats-package.relationships+xml"/>
  <Override PartName="/ppt/slides/_rels/slide1197.xml.rels" ContentType="application/vnd.openxmlformats-package.relationships+xml"/>
  <Override PartName="/ppt/slides/_rels/slide1035.xml.rels" ContentType="application/vnd.openxmlformats-package.relationships+xml"/>
  <Override PartName="/ppt/slides/_rels/slide1595.xml.rels" ContentType="application/vnd.openxmlformats-package.relationships+xml"/>
  <Override PartName="/ppt/slides/_rels/slide590.xml.rels" ContentType="application/vnd.openxmlformats-package.relationships+xml"/>
  <Override PartName="/ppt/slides/_rels/slide502.xml.rels" ContentType="application/vnd.openxmlformats-package.relationships+xml"/>
  <Override PartName="/ppt/slides/_rels/slide1586.xml.rels" ContentType="application/vnd.openxmlformats-package.relationships+xml"/>
  <Override PartName="/ppt/slides/_rels/slide985.xml.rels" ContentType="application/vnd.openxmlformats-package.relationships+xml"/>
  <Override PartName="/ppt/slides/_rels/slide987.xml.rels" ContentType="application/vnd.openxmlformats-package.relationships+xml"/>
  <Override PartName="/ppt/slides/_rels/slide1216.xml.rels" ContentType="application/vnd.openxmlformats-package.relationships+xml"/>
  <Override PartName="/ppt/slides/_rels/slide955.xml.rels" ContentType="application/vnd.openxmlformats-package.relationships+xml"/>
  <Override PartName="/ppt/slides/_rels/slide39.xml.rels" ContentType="application/vnd.openxmlformats-package.relationships+xml"/>
  <Override PartName="/ppt/slides/_rels/slide57.xml.rels" ContentType="application/vnd.openxmlformats-package.relationships+xml"/>
  <Override PartName="/ppt/slides/_rels/slide582.xml.rels" ContentType="application/vnd.openxmlformats-package.relationships+xml"/>
  <Override PartName="/ppt/slides/_rels/slide1310.xml.rels" ContentType="application/vnd.openxmlformats-package.relationships+xml"/>
  <Override PartName="/ppt/slides/_rels/slide784.xml.rels" ContentType="application/vnd.openxmlformats-package.relationships+xml"/>
  <Override PartName="/ppt/slides/_rels/slide475.xml.rels" ContentType="application/vnd.openxmlformats-package.relationships+xml"/>
  <Override PartName="/ppt/slides/_rels/slide864.xml.rels" ContentType="application/vnd.openxmlformats-package.relationships+xml"/>
  <Override PartName="/ppt/slides/_rels/slide357.xml.rels" ContentType="application/vnd.openxmlformats-package.relationships+xml"/>
  <Override PartName="/ppt/slides/_rels/slide474.xml.rels" ContentType="application/vnd.openxmlformats-package.relationships+xml"/>
  <Override PartName="/ppt/slides/_rels/slide1454.xml.rels" ContentType="application/vnd.openxmlformats-package.relationships+xml"/>
  <Override PartName="/ppt/slides/_rels/slide531.xml.rels" ContentType="application/vnd.openxmlformats-package.relationships+xml"/>
  <Override PartName="/ppt/slides/_rels/slide702.xml.rels" ContentType="application/vnd.openxmlformats-package.relationships+xml"/>
  <Override PartName="/ppt/slides/_rels/slide978.xml.rels" ContentType="application/vnd.openxmlformats-package.relationships+xml"/>
  <Override PartName="/ppt/slides/_rels/slide558.xml.rels" ContentType="application/vnd.openxmlformats-package.relationships+xml"/>
  <Override PartName="/ppt/slides/_rels/slide924.xml.rels" ContentType="application/vnd.openxmlformats-package.relationships+xml"/>
  <Override PartName="/ppt/slides/_rels/slide561.xml.rels" ContentType="application/vnd.openxmlformats-package.relationships+xml"/>
  <Override PartName="/ppt/slides/_rels/slide1451.xml.rels" ContentType="application/vnd.openxmlformats-package.relationships+xml"/>
  <Override PartName="/ppt/slides/_rels/slide1099.xml.rels" ContentType="application/vnd.openxmlformats-package.relationships+xml"/>
  <Override PartName="/ppt/slides/_rels/slide470.xml.rels" ContentType="application/vnd.openxmlformats-package.relationships+xml"/>
  <Override PartName="/ppt/slides/_rels/slide119.xml.rels" ContentType="application/vnd.openxmlformats-package.relationships+xml"/>
  <Override PartName="/ppt/slides/_rels/slide81.xml.rels" ContentType="application/vnd.openxmlformats-package.relationships+xml"/>
  <Override PartName="/ppt/slides/_rels/slide1494.xml.rels" ContentType="application/vnd.openxmlformats-package.relationships+xml"/>
  <Override PartName="/ppt/slides/_rels/slide760.xml.rels" ContentType="application/vnd.openxmlformats-package.relationships+xml"/>
  <Override PartName="/ppt/slides/_rels/slide968.xml.rels" ContentType="application/vnd.openxmlformats-package.relationships+xml"/>
  <Override PartName="/ppt/slides/_rels/slide1547.xml.rels" ContentType="application/vnd.openxmlformats-package.relationships+xml"/>
  <Override PartName="/ppt/slides/_rels/slide1010.xml.rels" ContentType="application/vnd.openxmlformats-package.relationships+xml"/>
  <Override PartName="/ppt/slides/_rels/slide1143.xml.rels" ContentType="application/vnd.openxmlformats-package.relationships+xml"/>
  <Override PartName="/ppt/slides/_rels/slide607.xml.rels" ContentType="application/vnd.openxmlformats-package.relationships+xml"/>
  <Override PartName="/ppt/slides/_rels/slide1404.xml.rels" ContentType="application/vnd.openxmlformats-package.relationships+xml"/>
  <Override PartName="/ppt/slides/_rels/slide480.xml.rels" ContentType="application/vnd.openxmlformats-package.relationships+xml"/>
  <Override PartName="/ppt/slides/_rels/slide549.xml.rels" ContentType="application/vnd.openxmlformats-package.relationships+xml"/>
  <Override PartName="/ppt/slides/_rels/slide1440.xml.rels" ContentType="application/vnd.openxmlformats-package.relationships+xml"/>
  <Override PartName="/ppt/slides/_rels/slide402.xml.rels" ContentType="application/vnd.openxmlformats-package.relationships+xml"/>
  <Override PartName="/ppt/slides/_rels/slide687.xml.rels" ContentType="application/vnd.openxmlformats-package.relationships+xml"/>
  <Override PartName="/ppt/slides/_rels/slide438.xml.rels" ContentType="application/vnd.openxmlformats-package.relationships+xml"/>
  <Override PartName="/ppt/slides/_rels/slide428.xml.rels" ContentType="application/vnd.openxmlformats-package.relationships+xml"/>
  <Override PartName="/ppt/slides/_rels/slide545.xml.rels" ContentType="application/vnd.openxmlformats-package.relationships+xml"/>
  <Override PartName="/ppt/slides/_rels/slide1473.xml.rels" ContentType="application/vnd.openxmlformats-package.relationships+xml"/>
  <Override PartName="/ppt/slides/_rels/slide1495.xml.rels" ContentType="application/vnd.openxmlformats-package.relationships+xml"/>
  <Override PartName="/ppt/slides/_rels/slide1615.xml.rels" ContentType="application/vnd.openxmlformats-package.relationships+xml"/>
  <Override PartName="/ppt/slides/_rels/slide73.xml.rels" ContentType="application/vnd.openxmlformats-package.relationships+xml"/>
  <Override PartName="/ppt/slides/_rels/slide1299.xml.rels" ContentType="application/vnd.openxmlformats-package.relationships+xml"/>
  <Override PartName="/ppt/slides/_rels/slide742.xml.rels" ContentType="application/vnd.openxmlformats-package.relationships+xml"/>
  <Override PartName="/ppt/slides/_rels/slide1199.xml.rels" ContentType="application/vnd.openxmlformats-package.relationships+xml"/>
  <Override PartName="/ppt/slides/_rels/slide1133.xml.rels" ContentType="application/vnd.openxmlformats-package.relationships+xml"/>
  <Override PartName="/ppt/slides/_rels/slide979.xml.rels" ContentType="application/vnd.openxmlformats-package.relationships+xml"/>
  <Override PartName="/ppt/slides/_rels/slide477.xml.rels" ContentType="application/vnd.openxmlformats-package.relationships+xml"/>
  <Override PartName="/ppt/slides/_rels/slide1065.xml.rels" ContentType="application/vnd.openxmlformats-package.relationships+xml"/>
  <Override PartName="/ppt/slides/_rels/slide1267.xml.rels" ContentType="application/vnd.openxmlformats-package.relationships+xml"/>
  <Override PartName="/ppt/slides/_rels/slide72.xml.rels" ContentType="application/vnd.openxmlformats-package.relationships+xml"/>
  <Override PartName="/ppt/slides/_rels/slide389.xml.rels" ContentType="application/vnd.openxmlformats-package.relationships+xml"/>
  <Override PartName="/ppt/slides/_rels/slide458.xml.rels" ContentType="application/vnd.openxmlformats-package.relationships+xml"/>
  <Override PartName="/ppt/slides/_rels/slide994.xml.rels" ContentType="application/vnd.openxmlformats-package.relationships+xml"/>
  <Override PartName="/ppt/slides/_rels/slide958.xml.rels" ContentType="application/vnd.openxmlformats-package.relationships+xml"/>
  <Override PartName="/ppt/slides/_rels/slide1054.xml.rels" ContentType="application/vnd.openxmlformats-package.relationships+xml"/>
  <Override PartName="/ppt/slides/_rels/slide1045.xml.rels" ContentType="application/vnd.openxmlformats-package.relationships+xml"/>
  <Override PartName="/ppt/slides/_rels/slide541.xml.rels" ContentType="application/vnd.openxmlformats-package.relationships+xml"/>
  <Override PartName="/ppt/slides/_rels/slide448.xml.rels" ContentType="application/vnd.openxmlformats-package.relationships+xml"/>
  <Override PartName="/ppt/slides/_rels/slide1044.xml.rels" ContentType="application/vnd.openxmlformats-package.relationships+xml"/>
  <Override PartName="/ppt/slides/_rels/slide447.xml.rels" ContentType="application/vnd.openxmlformats-package.relationships+xml"/>
  <Override PartName="/ppt/slides/_rels/slide1189.xml.rels" ContentType="application/vnd.openxmlformats-package.relationships+xml"/>
  <Override PartName="/ppt/slides/_rels/slide694.xml.rels" ContentType="application/vnd.openxmlformats-package.relationships+xml"/>
  <Override PartName="/ppt/slides/_rels/slide427.xml.rels" ContentType="application/vnd.openxmlformats-package.relationships+xml"/>
  <Override PartName="/ppt/slides/_rels/slide1489.xml.rels" ContentType="application/vnd.openxmlformats-package.relationships+xml"/>
  <Override PartName="/ppt/slides/_rels/slide67.xml.rels" ContentType="application/vnd.openxmlformats-package.relationships+xml"/>
  <Override PartName="/ppt/slides/_rels/slide1337.xml.rels" ContentType="application/vnd.openxmlformats-package.relationships+xml"/>
  <Override PartName="/ppt/slides/_rels/slide88.xml.rels" ContentType="application/vnd.openxmlformats-package.relationships+xml"/>
  <Override PartName="/ppt/slides/_rels/slide1484.xml.rels" ContentType="application/vnd.openxmlformats-package.relationships+xml"/>
  <Override PartName="/ppt/slides/_rels/slide1331.xml.rels" ContentType="application/vnd.openxmlformats-package.relationships+xml"/>
  <Override PartName="/ppt/slides/_rels/slide1613.xml.rels" ContentType="application/vnd.openxmlformats-package.relationships+xml"/>
  <Override PartName="/ppt/slides/_rels/slide673.xml.rels" ContentType="application/vnd.openxmlformats-package.relationships+xml"/>
  <Override PartName="/ppt/slides/_rels/slide1289.xml.rels" ContentType="application/vnd.openxmlformats-package.relationships+xml"/>
  <Override PartName="/ppt/slides/_rels/slide631.xml.rels" ContentType="application/vnd.openxmlformats-package.relationships+xml"/>
  <Override PartName="/ppt/slides/_rels/slide1373.xml.rels" ContentType="application/vnd.openxmlformats-package.relationships+xml"/>
  <Override PartName="/ppt/slides/_rels/slide1252.xml.rels" ContentType="application/vnd.openxmlformats-package.relationships+xml"/>
  <Override PartName="/ppt/slides/_rels/slide374.xml.rels" ContentType="application/vnd.openxmlformats-package.relationships+xml"/>
  <Override PartName="/ppt/slides/_rels/slide1476.xml.rels" ContentType="application/vnd.openxmlformats-package.relationships+xml"/>
  <Override PartName="/ppt/slides/_rels/slide805.xml.rels" ContentType="application/vnd.openxmlformats-package.relationships+xml"/>
  <Override PartName="/ppt/slides/_rels/slide1116.xml.rels" ContentType="application/vnd.openxmlformats-package.relationships+xml"/>
  <Override PartName="/ppt/slides/_rels/slide914.xml.rels" ContentType="application/vnd.openxmlformats-package.relationships+xml"/>
  <Override PartName="/ppt/slides/_rels/slide349.xml.rels" ContentType="application/vnd.openxmlformats-package.relationships+xml"/>
  <Override PartName="/ppt/slides/_rels/slide1307.xml.rels" ContentType="application/vnd.openxmlformats-package.relationships+xml"/>
  <Override PartName="/ppt/slides/_rels/slide1490.xml.rels" ContentType="application/vnd.openxmlformats-package.relationships+xml"/>
  <Override PartName="/ppt/slides/_rels/slide82.xml.rels" ContentType="application/vnd.openxmlformats-package.relationships+xml"/>
  <Override PartName="/ppt/slides/_rels/slide451.xml.rels" ContentType="application/vnd.openxmlformats-package.relationships+xml"/>
  <Override PartName="/ppt/slides/_rels/slide779.xml.rels" ContentType="application/vnd.openxmlformats-package.relationships+xml"/>
  <Override PartName="/ppt/slides/_rels/slide248.xml.rels" ContentType="application/vnd.openxmlformats-package.relationships+xml"/>
  <Override PartName="/ppt/slides/_rels/slide1588.xml.rels" ContentType="application/vnd.openxmlformats-package.relationships+xml"/>
  <Override PartName="/ppt/slides/_rels/slide111.xml.rels" ContentType="application/vnd.openxmlformats-package.relationships+xml"/>
  <Override PartName="/ppt/slides/_rels/slide1119.xml.rels" ContentType="application/vnd.openxmlformats-package.relationships+xml"/>
  <Override PartName="/ppt/slides/_rels/slide520.xml.rels" ContentType="application/vnd.openxmlformats-package.relationships+xml"/>
  <Override PartName="/ppt/slides/_rels/slide1274.xml.rels" ContentType="application/vnd.openxmlformats-package.relationships+xml"/>
  <Override PartName="/ppt/slides/_rels/slide476.xml.rels" ContentType="application/vnd.openxmlformats-package.relationships+xml"/>
  <Override PartName="/ppt/slides/_rels/slide1115.xml.rels" ContentType="application/vnd.openxmlformats-package.relationships+xml"/>
  <Override PartName="/ppt/slides/_rels/slide685.xml.rels" ContentType="application/vnd.openxmlformats-package.relationships+xml"/>
  <Override PartName="/ppt/slides/_rels/slide397.xml.rels" ContentType="application/vnd.openxmlformats-package.relationships+xml"/>
  <Override PartName="/ppt/slides/_rels/slide1114.xml.rels" ContentType="application/vnd.openxmlformats-package.relationships+xml"/>
  <Override PartName="/ppt/slides/_rels/slide637.xml.rels" ContentType="application/vnd.openxmlformats-package.relationships+xml"/>
  <Override PartName="/ppt/slides/_rels/slide79.xml.rels" ContentType="application/vnd.openxmlformats-package.relationships+xml"/>
  <Override PartName="/ppt/slides/_rels/slide333.xml.rels" ContentType="application/vnd.openxmlformats-package.relationships+xml"/>
  <Override PartName="/ppt/slides/_rels/slide1051.xml.rels" ContentType="application/vnd.openxmlformats-package.relationships+xml"/>
  <Override PartName="/ppt/slides/_rels/slide775.xml.rels" ContentType="application/vnd.openxmlformats-package.relationships+xml"/>
  <Override PartName="/ppt/slides/_rels/slide577.xml.rels" ContentType="application/vnd.openxmlformats-package.relationships+xml"/>
  <Override PartName="/ppt/slides/_rels/slide411.xml.rels" ContentType="application/vnd.openxmlformats-package.relationships+xml"/>
  <Override PartName="/ppt/slides/_rels/slide696.xml.rels" ContentType="application/vnd.openxmlformats-package.relationships+xml"/>
  <Override PartName="/ppt/slides/_rels/slide1276.xml.rels" ContentType="application/vnd.openxmlformats-package.relationships+xml"/>
  <Override PartName="/ppt/slides/_rels/slide1161.xml.rels" ContentType="application/vnd.openxmlformats-package.relationships+xml"/>
  <Override PartName="/ppt/slides/_rels/slide786.xml.rels" ContentType="application/vnd.openxmlformats-package.relationships+xml"/>
  <Override PartName="/ppt/slides/_rels/slide51.xml.rels" ContentType="application/vnd.openxmlformats-package.relationships+xml"/>
  <Override PartName="/ppt/slides/_rels/slide1064.xml.rels" ContentType="application/vnd.openxmlformats-package.relationships+xml"/>
  <Override PartName="/ppt/slides/_rels/slide167.xml.rels" ContentType="application/vnd.openxmlformats-package.relationships+xml"/>
  <Override PartName="/ppt/slides/_rels/slide644.xml.rels" ContentType="application/vnd.openxmlformats-package.relationships+xml"/>
  <Override PartName="/ppt/slides/_rels/slide46.xml.rels" ContentType="application/vnd.openxmlformats-package.relationships+xml"/>
  <Override PartName="/ppt/slides/_rels/slide1574.xml.rels" ContentType="application/vnd.openxmlformats-package.relationships+xml"/>
  <Override PartName="/ppt/slides/_rels/slide769.xml.rels" ContentType="application/vnd.openxmlformats-package.relationships+xml"/>
  <Override PartName="/ppt/slides/_rels/slide977.xml.rels" ContentType="application/vnd.openxmlformats-package.relationships+xml"/>
  <Override PartName="/ppt/slides/_rels/slide45.xml.rels" ContentType="application/vnd.openxmlformats-package.relationships+xml"/>
  <Override PartName="/ppt/slides/_rels/slide681.xml.rels" ContentType="application/vnd.openxmlformats-package.relationships+xml"/>
  <Override PartName="/ppt/slides/_rels/slide124.xml.rels" ContentType="application/vnd.openxmlformats-package.relationships+xml"/>
  <Override PartName="/ppt/slides/_rels/slide1105.xml.rels" ContentType="application/vnd.openxmlformats-package.relationships+xml"/>
  <Override PartName="/ppt/slides/_rels/slide1414.xml.rels" ContentType="application/vnd.openxmlformats-package.relationships+xml"/>
  <Override PartName="/ppt/slides/_rels/slide84.xml.rels" ContentType="application/vnd.openxmlformats-package.relationships+xml"/>
  <Override PartName="/ppt/slides/_rels/slide1390.xml.rels" ContentType="application/vnd.openxmlformats-package.relationships+xml"/>
  <Override PartName="/ppt/slides/_rels/slide34.xml.rels" ContentType="application/vnd.openxmlformats-package.relationships+xml"/>
  <Override PartName="/ppt/slides/_rels/slide928.xml.rels" ContentType="application/vnd.openxmlformats-package.relationships+xml"/>
  <Override PartName="/ppt/slides/_rels/slide1168.xml.rels" ContentType="application/vnd.openxmlformats-package.relationships+xml"/>
  <Override PartName="/ppt/slides/_rels/slide1317.xml.rels" ContentType="application/vnd.openxmlformats-package.relationships+xml"/>
  <Override PartName="/ppt/slides/_rels/slide1087.xml.rels" ContentType="application/vnd.openxmlformats-package.relationships+xml"/>
  <Override PartName="/ppt/slides/_rels/slide1108.xml.rels" ContentType="application/vnd.openxmlformats-package.relationships+xml"/>
  <Override PartName="/ppt/slides/_rels/slide967.xml.rels" ContentType="application/vnd.openxmlformats-package.relationships+xml"/>
  <Override PartName="/ppt/slides/_rels/slide146.xml.rels" ContentType="application/vnd.openxmlformats-package.relationships+xml"/>
  <Override PartName="/ppt/slides/_rels/slide1545.xml.rels" ContentType="application/vnd.openxmlformats-package.relationships+xml"/>
  <Override PartName="/ppt/slides/_rels/slide1006.xml.rels" ContentType="application/vnd.openxmlformats-package.relationships+xml"/>
  <Override PartName="/ppt/slides/_rels/slide947.xml.rels" ContentType="application/vnd.openxmlformats-package.relationships+xml"/>
  <Override PartName="/ppt/slides/_rels/slide44.xml.rels" ContentType="application/vnd.openxmlformats-package.relationships+xml"/>
  <Override PartName="/ppt/slides/_rels/slide1517.xml.rels" ContentType="application/vnd.openxmlformats-package.relationships+xml"/>
  <Override PartName="/ppt/slides/_rels/slide198.xml.rels" ContentType="application/vnd.openxmlformats-package.relationships+xml"/>
  <Override PartName="/ppt/slides/_rels/slide515.xml.rels" ContentType="application/vnd.openxmlformats-package.relationships+xml"/>
  <Override PartName="/ppt/slides/_rels/slide40.xml.rels" ContentType="application/vnd.openxmlformats-package.relationships+xml"/>
  <Override PartName="/ppt/slides/_rels/slide576.xml.rels" ContentType="application/vnd.openxmlformats-package.relationships+xml"/>
  <Override PartName="/ppt/slides/_rels/slide511.xml.rels" ContentType="application/vnd.openxmlformats-package.relationships+xml"/>
  <Override PartName="/ppt/slides/_rels/slide623.xml.rels" ContentType="application/vnd.openxmlformats-package.relationships+xml"/>
  <Override PartName="/ppt/slides/_rels/slide310.xml.rels" ContentType="application/vnd.openxmlformats-package.relationships+xml"/>
  <Override PartName="/ppt/slides/_rels/slide1201.xml.rels" ContentType="application/vnd.openxmlformats-package.relationships+xml"/>
  <Override PartName="/ppt/slides/_rels/slide1268.xml.rels" ContentType="application/vnd.openxmlformats-package.relationships+xml"/>
  <Override PartName="/ppt/slides/_rels/slide1102.xml.rels" ContentType="application/vnd.openxmlformats-package.relationships+xml"/>
  <Override PartName="/ppt/slides/_rels/slide1528.xml.rels" ContentType="application/vnd.openxmlformats-package.relationships+xml"/>
  <Override PartName="/ppt/slides/_rels/slide568.xml.rels" ContentType="application/vnd.openxmlformats-package.relationships+xml"/>
  <Override PartName="/ppt/slides/_rels/slide392.xml.rels" ContentType="application/vnd.openxmlformats-package.relationships+xml"/>
  <Override PartName="/ppt/slides/_rels/slide1305.xml.rels" ContentType="application/vnd.openxmlformats-package.relationships+xml"/>
  <Override PartName="/ppt/slides/_rels/slide567.xml.rels" ContentType="application/vnd.openxmlformats-package.relationships+xml"/>
  <Override PartName="/ppt/slides/_rels/slide1593.xml.rels" ContentType="application/vnd.openxmlformats-package.relationships+xml"/>
  <Override PartName="/ppt/slides/_rels/slide1237.xml.rels" ContentType="application/vnd.openxmlformats-package.relationships+xml"/>
  <Override PartName="/ppt/slides/_rels/slide401.xml.rels" ContentType="application/vnd.openxmlformats-package.relationships+xml"/>
  <Override PartName="/ppt/slides/_rels/slide1227.xml.rels" ContentType="application/vnd.openxmlformats-package.relationships+xml"/>
  <Override PartName="/ppt/slides/_rels/slide327.xml.rels" ContentType="application/vnd.openxmlformats-package.relationships+xml"/>
  <Override PartName="/ppt/slides/_rels/slide1266.xml.rels" ContentType="application/vnd.openxmlformats-package.relationships+xml"/>
  <Override PartName="/ppt/slides/_rels/slide434.xml.rels" ContentType="application/vnd.openxmlformats-package.relationships+xml"/>
  <Override PartName="/ppt/slides/_rels/slide97.xml.rels" ContentType="application/vnd.openxmlformats-package.relationships+xml"/>
  <Override PartName="/ppt/slides/_rels/slide941.xml.rels" ContentType="application/vnd.openxmlformats-package.relationships+xml"/>
  <Override PartName="/ppt/slides/_rels/slide209.xml.rels" ContentType="application/vnd.openxmlformats-package.relationships+xml"/>
  <Override PartName="/ppt/slides/_rels/slide36.xml.rels" ContentType="application/vnd.openxmlformats-package.relationships+xml"/>
  <Override PartName="/ppt/slides/_rels/slide793.xml.rels" ContentType="application/vnd.openxmlformats-package.relationships+xml"/>
  <Override PartName="/ppt/slides/_rels/slide874.xml.rels" ContentType="application/vnd.openxmlformats-package.relationships+xml"/>
  <Override PartName="/ppt/slides/_rels/slide1255.xml.rels" ContentType="application/vnd.openxmlformats-package.relationships+xml"/>
  <Override PartName="/ppt/slides/_rels/slide1616.xml.rels" ContentType="application/vnd.openxmlformats-package.relationships+xml"/>
  <Override PartName="/ppt/slides/_rels/slide1563.xml.rels" ContentType="application/vnd.openxmlformats-package.relationships+xml"/>
  <Override PartName="/ppt/slides/_rels/slide1344.xml.rels" ContentType="application/vnd.openxmlformats-package.relationships+xml"/>
  <Override PartName="/ppt/slides/_rels/slide93.xml.rels" ContentType="application/vnd.openxmlformats-package.relationships+xml"/>
  <Override PartName="/ppt/slides/_rels/slide312.xml.rels" ContentType="application/vnd.openxmlformats-package.relationships+xml"/>
  <Override PartName="/ppt/slides/_rels/slide964.xml.rels" ContentType="application/vnd.openxmlformats-package.relationships+xml"/>
  <Override PartName="/ppt/slides/_rels/slide1372.xml.rels" ContentType="application/vnd.openxmlformats-package.relationships+xml"/>
  <Override PartName="/ppt/slides/_rels/slide506.xml.rels" ContentType="application/vnd.openxmlformats-package.relationships+xml"/>
  <Override PartName="/ppt/slides/_rels/slide365.xml.rels" ContentType="application/vnd.openxmlformats-package.relationships+xml"/>
  <Override PartName="/ppt/slides/_rels/slide31.xml.rels" ContentType="application/vnd.openxmlformats-package.relationships+xml"/>
  <Override PartName="/ppt/slides/_rels/slide1334.xml.rels" ContentType="application/vnd.openxmlformats-package.relationships+xml"/>
  <Override PartName="/ppt/slides/_rels/slide523.xml.rels" ContentType="application/vnd.openxmlformats-package.relationships+xml"/>
  <Override PartName="/ppt/slides/_rels/slide1062.xml.rels" ContentType="application/vnd.openxmlformats-package.relationships+xml"/>
  <Override PartName="/ppt/slides/_rels/slide548.xml.rels" ContentType="application/vnd.openxmlformats-package.relationships+xml"/>
  <Override PartName="/ppt/slides/_rels/slide505.xml.rels" ContentType="application/vnd.openxmlformats-package.relationships+xml"/>
  <Override PartName="/ppt/slides/_rels/slide936.xml.rels" ContentType="application/vnd.openxmlformats-package.relationships+xml"/>
  <Override PartName="/ppt/slides/_rels/slide1506.xml.rels" ContentType="application/vnd.openxmlformats-package.relationships+xml"/>
  <Override PartName="/ppt/slides/_rels/slide755.xml.rels" ContentType="application/vnd.openxmlformats-package.relationships+xml"/>
  <Override PartName="/ppt/slides/_rels/slide360.xml.rels" ContentType="application/vnd.openxmlformats-package.relationships+xml"/>
  <Override PartName="/ppt/slides/_rels/slide1555.xml.rels" ContentType="application/vnd.openxmlformats-package.relationships+xml"/>
  <Override PartName="/ppt/slides/_rels/slide334.xml.rels" ContentType="application/vnd.openxmlformats-package.relationships+xml"/>
  <Override PartName="/ppt/slides/_rels/slide25.xml.rels" ContentType="application/vnd.openxmlformats-package.relationships+xml"/>
  <Override PartName="/ppt/slides/_rels/slide1474.xml.rels" ContentType="application/vnd.openxmlformats-package.relationships+xml"/>
  <Override PartName="/ppt/slides/_rels/slide1553.xml.rels" ContentType="application/vnd.openxmlformats-package.relationships+xml"/>
  <Override PartName="/ppt/slides/_rels/slide487.xml.rels" ContentType="application/vnd.openxmlformats-package.relationships+xml"/>
  <Override PartName="/ppt/slides/_rels/slide21.xml.rels" ContentType="application/vnd.openxmlformats-package.relationships+xml"/>
  <Override PartName="/ppt/slides/_rels/slide790.xml.rels" ContentType="application/vnd.openxmlformats-package.relationships+xml"/>
  <Override PartName="/ppt/slides/_rels/slide674.xml.rels" ContentType="application/vnd.openxmlformats-package.relationships+xml"/>
  <Override PartName="/ppt/slides/_rels/slide785.xml.rels" ContentType="application/vnd.openxmlformats-package.relationships+xml"/>
  <Override PartName="/ppt/slides/_rels/slide1100.xml.rels" ContentType="application/vnd.openxmlformats-package.relationships+xml"/>
  <Override PartName="/ppt/slides/_rels/slide3.xml.rels" ContentType="application/vnd.openxmlformats-package.relationships+xml"/>
  <Override PartName="/ppt/slides/_rels/slide908.xml.rels" ContentType="application/vnd.openxmlformats-package.relationships+xml"/>
  <Override PartName="/ppt/slides/_rels/slide55.xml.rels" ContentType="application/vnd.openxmlformats-package.relationships+xml"/>
  <Override PartName="/ppt/slides/_rels/slide1111.xml.rels" ContentType="application/vnd.openxmlformats-package.relationships+xml"/>
  <Override PartName="/ppt/slides/_rels/slide876.xml.rels" ContentType="application/vnd.openxmlformats-package.relationships+xml"/>
  <Override PartName="/ppt/slides/_rels/slide1025.xml.rels" ContentType="application/vnd.openxmlformats-package.relationships+xml"/>
  <Override PartName="/ppt/slides/_rels/slide510.xml.rels" ContentType="application/vnd.openxmlformats-package.relationships+xml"/>
  <Override PartName="/ppt/slides/_rels/slide950.xml.rels" ContentType="application/vnd.openxmlformats-package.relationships+xml"/>
  <Override PartName="/ppt/slides/_rels/slide1036.xml.rels" ContentType="application/vnd.openxmlformats-package.relationships+xml"/>
  <Override PartName="/ppt/slides/_rels/slide983.xml.rels" ContentType="application/vnd.openxmlformats-package.relationships+xml"/>
  <Override PartName="/ppt/slides/_rels/slide699.xml.rels" ContentType="application/vnd.openxmlformats-package.relationships+xml"/>
  <Override PartName="/ppt/slides/_rels/slide850.xml.rels" ContentType="application/vnd.openxmlformats-package.relationships+xml"/>
  <Override PartName="/ppt/slides/_rels/slide1126.xml.rels" ContentType="application/vnd.openxmlformats-package.relationships+xml"/>
  <Override PartName="/ppt/slides/_rels/slide1026.xml.rels" ContentType="application/vnd.openxmlformats-package.relationships+xml"/>
  <Override PartName="/ppt/slides/_rels/slide335.xml.rels" ContentType="application/vnd.openxmlformats-package.relationships+xml"/>
  <Override PartName="/ppt/slides/_rels/slide565.xml.rels" ContentType="application/vnd.openxmlformats-package.relationships+xml"/>
  <Override PartName="/ppt/slides/_rels/slide432.xml.rels" ContentType="application/vnd.openxmlformats-package.relationships+xml"/>
  <Override PartName="/ppt/slides/_rels/slide688.xml.rels" ContentType="application/vnd.openxmlformats-package.relationships+xml"/>
  <Override PartName="/ppt/slides/_rels/slide368.xml.rels" ContentType="application/vnd.openxmlformats-package.relationships+xml"/>
  <Override PartName="/ppt/slides/_rels/slide1016.xml.rels" ContentType="application/vnd.openxmlformats-package.relationships+xml"/>
  <Override PartName="/ppt/slides/_rels/slide680.xml.rels" ContentType="application/vnd.openxmlformats-package.relationships+xml"/>
  <Override PartName="/ppt/slides/_rels/slide316.xml.rels" ContentType="application/vnd.openxmlformats-package.relationships+xml"/>
  <Override PartName="/ppt/slides/_rels/slide678.xml.rels" ContentType="application/vnd.openxmlformats-package.relationships+xml"/>
  <Override PartName="/ppt/slides/_rels/slide60.xml.rels" ContentType="application/vnd.openxmlformats-package.relationships+xml"/>
  <Override PartName="/ppt/slides/_rels/slide1264.xml.rels" ContentType="application/vnd.openxmlformats-package.relationships+xml"/>
  <Override PartName="/ppt/slides/_rels/slide1519.xml.rels" ContentType="application/vnd.openxmlformats-package.relationships+xml"/>
  <Override PartName="/ppt/slides/_rels/slide1169.xml.rels" ContentType="application/vnd.openxmlformats-package.relationships+xml"/>
  <Override PartName="/ppt/slides/_rels/slide1282.xml.rels" ContentType="application/vnd.openxmlformats-package.relationships+xml"/>
  <Override PartName="/ppt/slides/_rels/slide266.xml.rels" ContentType="application/vnd.openxmlformats-package.relationships+xml"/>
  <Override PartName="/ppt/slides/_rels/slide181.xml.rels" ContentType="application/vnd.openxmlformats-package.relationships+xml"/>
  <Override PartName="/ppt/slides/_rels/slide669.xml.rels" ContentType="application/vnd.openxmlformats-package.relationships+xml"/>
  <Override PartName="/ppt/slides/_rels/slide1079.xml.rels" ContentType="application/vnd.openxmlformats-package.relationships+xml"/>
  <Override PartName="/ppt/slides/_rels/slide1005.xml.rels" ContentType="application/vnd.openxmlformats-package.relationships+xml"/>
  <Override PartName="/ppt/slides/_rels/slide1303.xml.rels" ContentType="application/vnd.openxmlformats-package.relationships+xml"/>
  <Override PartName="/ppt/slides/_rels/slide668.xml.rels" ContentType="application/vnd.openxmlformats-package.relationships+xml"/>
  <Override PartName="/ppt/slides/_rels/slide768.xml.rels" ContentType="application/vnd.openxmlformats-package.relationships+xml"/>
  <Override PartName="/ppt/slides/_rels/slide1577.xml.rels" ContentType="application/vnd.openxmlformats-package.relationships+xml"/>
  <Override PartName="/ppt/slides/_rels/slide1020.xml.rels" ContentType="application/vnd.openxmlformats-package.relationships+xml"/>
  <Override PartName="/ppt/slides/_rels/slide203.xml.rels" ContentType="application/vnd.openxmlformats-package.relationships+xml"/>
  <Override PartName="/ppt/slides/_rels/slide1503.xml.rels" ContentType="application/vnd.openxmlformats-package.relationships+xml"/>
  <Override PartName="/ppt/slides/_rels/slide797.xml.rels" ContentType="application/vnd.openxmlformats-package.relationships+xml"/>
  <Override PartName="/ppt/slides/_rels/slide800.xml.rels" ContentType="application/vnd.openxmlformats-package.relationships+xml"/>
  <Override PartName="/ppt/slides/_rels/slide101.xml.rels" ContentType="application/vnd.openxmlformats-package.relationships+xml"/>
  <Override PartName="/ppt/slides/_rels/slide1478.xml.rels" ContentType="application/vnd.openxmlformats-package.relationships+xml"/>
  <Override PartName="/ppt/slides/_rels/slide481.xml.rels" ContentType="application/vnd.openxmlformats-package.relationships+xml"/>
  <Override PartName="/ppt/slides/_rels/slide390.xml.rels" ContentType="application/vnd.openxmlformats-package.relationships+xml"/>
  <Override PartName="/ppt/slides/_rels/slide267.xml.rels" ContentType="application/vnd.openxmlformats-package.relationships+xml"/>
  <Override PartName="/ppt/slides/_rels/slide373.xml.rels" ContentType="application/vnd.openxmlformats-package.relationships+xml"/>
  <Override PartName="/ppt/slides/_rels/slide99.xml.rels" ContentType="application/vnd.openxmlformats-package.relationships+xml"/>
  <Override PartName="/ppt/slides/_rels/slide131.xml.rels" ContentType="application/vnd.openxmlformats-package.relationships+xml"/>
  <Override PartName="/ppt/slides/_rels/slide1191.xml.rels" ContentType="application/vnd.openxmlformats-package.relationships+xml"/>
  <Override PartName="/ppt/slides/_rels/slide660.xml.rels" ContentType="application/vnd.openxmlformats-package.relationships+xml"/>
  <Override PartName="/ppt/slides/_rels/slide478.xml.rels" ContentType="application/vnd.openxmlformats-package.relationships+xml"/>
  <Override PartName="/ppt/slides/_rels/slide468.xml.rels" ContentType="application/vnd.openxmlformats-package.relationships+xml"/>
  <Override PartName="/ppt/slides/_rels/slide729.xml.rels" ContentType="application/vnd.openxmlformats-package.relationships+xml"/>
  <Override PartName="/ppt/slides/_rels/slide1000.xml.rels" ContentType="application/vnd.openxmlformats-package.relationships+xml"/>
  <Override PartName="/ppt/slides/_rels/slide90.xml.rels" ContentType="application/vnd.openxmlformats-package.relationships+xml"/>
  <Override PartName="/ppt/slides/_rels/slide1166.xml.rels" ContentType="application/vnd.openxmlformats-package.relationships+xml"/>
  <Override PartName="/ppt/slides/_rels/slide94.xml.rels" ContentType="application/vnd.openxmlformats-package.relationships+xml"/>
  <Override PartName="/ppt/slides/_rels/slide835.xml.rels" ContentType="application/vnd.openxmlformats-package.relationships+xml"/>
  <Override PartName="/ppt/slides/_rels/slide921.xml.rels" ContentType="application/vnd.openxmlformats-package.relationships+xml"/>
  <Override PartName="/ppt/slides/_rels/slide512.xml.rels" ContentType="application/vnd.openxmlformats-package.relationships+xml"/>
  <Override PartName="/ppt/slides/_rels/slide1469.xml.rels" ContentType="application/vnd.openxmlformats-package.relationships+xml"/>
  <Override PartName="/ppt/slides/_rels/slide556.xml.rels" ContentType="application/vnd.openxmlformats-package.relationships+xml"/>
  <Override PartName="/ppt/slides/_rels/slide1485.xml.rels" ContentType="application/vnd.openxmlformats-package.relationships+xml"/>
  <Override PartName="/ppt/slides/_rels/slide1382.xml.rels" ContentType="application/vnd.openxmlformats-package.relationships+xml"/>
  <Override PartName="/ppt/slides/_rels/slide194.xml.rels" ContentType="application/vnd.openxmlformats-package.relationships+xml"/>
  <Override PartName="/ppt/slides/_rels/slide450.xml.rels" ContentType="application/vnd.openxmlformats-package.relationships+xml"/>
  <Override PartName="/ppt/slides/_rels/slide1308.xml.rels" ContentType="application/vnd.openxmlformats-package.relationships+xml"/>
  <Override PartName="/ppt/slides/_rels/slide195.xml.rels" ContentType="application/vnd.openxmlformats-package.relationships+xml"/>
  <Override PartName="/ppt/slides/_rels/slide1123.xml.rels" ContentType="application/vnd.openxmlformats-package.relationships+xml"/>
  <Override PartName="/ppt/slides/_rels/slide91.xml.rels" ContentType="application/vnd.openxmlformats-package.relationships+xml"/>
  <Override PartName="/ppt/slides/_rels/slide1083.xml.rels" ContentType="application/vnd.openxmlformats-package.relationships+xml"/>
  <Override PartName="/ppt/slides/_rels/slide161.xml.rels" ContentType="application/vnd.openxmlformats-package.relationships+xml"/>
  <Override PartName="/ppt/slides/_rels/slide998.xml.rels" ContentType="application/vnd.openxmlformats-package.relationships+xml"/>
  <Override PartName="/ppt/slides/_rels/slide1514.xml.rels" ContentType="application/vnd.openxmlformats-package.relationships+xml"/>
  <Override PartName="/ppt/slides/_rels/slide867.xml.rels" ContentType="application/vnd.openxmlformats-package.relationships+xml"/>
  <Override PartName="/ppt/slides/_rels/slide1516.xml.rels" ContentType="application/vnd.openxmlformats-package.relationships+xml"/>
  <Override PartName="/ppt/slides/_rels/slide1187.xml.rels" ContentType="application/vnd.openxmlformats-package.relationships+xml"/>
  <Override PartName="/ppt/slides/_rels/slide41.xml.rels" ContentType="application/vnd.openxmlformats-package.relationships+xml"/>
  <Override PartName="/ppt/slides/_rels/slide291.xml.rels" ContentType="application/vnd.openxmlformats-package.relationships+xml"/>
  <Override PartName="/ppt/slides/_rels/slide557.xml.rels" ContentType="application/vnd.openxmlformats-package.relationships+xml"/>
  <Override PartName="/ppt/slides/_rels/slide1602.xml.rels" ContentType="application/vnd.openxmlformats-package.relationships+xml"/>
  <Override PartName="/ppt/slides/_rels/slide996.xml.rels" ContentType="application/vnd.openxmlformats-package.relationships+xml"/>
  <Override PartName="/ppt/slides/_rels/slide275.xml.rels" ContentType="application/vnd.openxmlformats-package.relationships+xml"/>
  <Override PartName="/ppt/slides/_rels/slide456.xml.rels" ContentType="application/vnd.openxmlformats-package.relationships+xml"/>
  <Override PartName="/ppt/slides/_rels/slide981.xml.rels" ContentType="application/vnd.openxmlformats-package.relationships+xml"/>
  <Override PartName="/ppt/slides/_rels/slide145.xml.rels" ContentType="application/vnd.openxmlformats-package.relationships+xml"/>
  <Override PartName="/ppt/slides/_rels/slide1333.xml.rels" ContentType="application/vnd.openxmlformats-package.relationships+xml"/>
  <Override PartName="/ppt/slides/_rels/slide725.xml.rels" ContentType="application/vnd.openxmlformats-package.relationships+xml"/>
  <Override PartName="/ppt/slides/_rels/slide245.xml.rels" ContentType="application/vnd.openxmlformats-package.relationships+xml"/>
  <Override PartName="/ppt/slides/_rels/slide407.xml.rels" ContentType="application/vnd.openxmlformats-package.relationships+xml"/>
  <Override PartName="/ppt/slides/_rels/slide1505.xml.rels" ContentType="application/vnd.openxmlformats-package.relationships+xml"/>
  <Override PartName="/ppt/slides/_rels/slide580.xml.rels" ContentType="application/vnd.openxmlformats-package.relationships+xml"/>
  <Override PartName="/ppt/slides/_rels/slide956.xml.rels" ContentType="application/vnd.openxmlformats-package.relationships+xml"/>
  <Override PartName="/ppt/slides/_rels/slide856.xml.rels" ContentType="application/vnd.openxmlformats-package.relationships+xml"/>
  <Override PartName="/ppt/slides/_rels/slide519.xml.rels" ContentType="application/vnd.openxmlformats-package.relationships+xml"/>
  <Override PartName="/ppt/slides/_rels/slide77.xml.rels" ContentType="application/vnd.openxmlformats-package.relationships+xml"/>
  <Override PartName="/ppt/slides/_rels/slide1504.xml.rels" ContentType="application/vnd.openxmlformats-package.relationships+xml"/>
  <Override PartName="/ppt/slides/_rels/slide1421.xml.rels" ContentType="application/vnd.openxmlformats-package.relationships+xml"/>
  <Override PartName="/ppt/slides/_rels/slide1059.xml.rels" ContentType="application/vnd.openxmlformats-package.relationships+xml"/>
  <Override PartName="/ppt/slides/_rels/slide986.xml.rels" ContentType="application/vnd.openxmlformats-package.relationships+xml"/>
  <Override PartName="/ppt/slides/_rels/slide121.xml.rels" ContentType="application/vnd.openxmlformats-package.relationships+xml"/>
  <Override PartName="/ppt/slides/_rels/slide251.xml.rels" ContentType="application/vnd.openxmlformats-package.relationships+xml"/>
  <Override PartName="/ppt/slides/_rels/slide810.xml.rels" ContentType="application/vnd.openxmlformats-package.relationships+xml"/>
  <Override PartName="/ppt/slides/_rels/slide1290.xml.rels" ContentType="application/vnd.openxmlformats-package.relationships+xml"/>
  <Override PartName="/ppt/slides/_rels/slide148.xml.rels" ContentType="application/vnd.openxmlformats-package.relationships+xml"/>
  <Override PartName="/ppt/slides/_rels/slide1178.xml.rels" ContentType="application/vnd.openxmlformats-package.relationships+xml"/>
  <Override PartName="/ppt/slides/_rels/slide1423.xml.rels" ContentType="application/vnd.openxmlformats-package.relationships+xml"/>
  <Override PartName="/ppt/slides/_rels/slide890.xml.rels" ContentType="application/vnd.openxmlformats-package.relationships+xml"/>
  <Override PartName="/ppt/slides/_rels/slide1293.xml.rels" ContentType="application/vnd.openxmlformats-package.relationships+xml"/>
  <Override PartName="/ppt/slides/_rels/slide1091.xml.rels" ContentType="application/vnd.openxmlformats-package.relationships+xml"/>
  <Override PartName="/ppt/slides/_rels/slide193.xml.rels" ContentType="application/vnd.openxmlformats-package.relationships+xml"/>
  <Override PartName="/ppt/slides/_rels/slide112.xml.rels" ContentType="application/vnd.openxmlformats-package.relationships+xml"/>
  <Override PartName="/ppt/slides/_rels/slide1153.xml.rels" ContentType="application/vnd.openxmlformats-package.relationships+xml"/>
  <Override PartName="/ppt/slides/_rels/slide538.xml.rels" ContentType="application/vnd.openxmlformats-package.relationships+xml"/>
  <Override PartName="/ppt/slides/_rels/slide686.xml.rels" ContentType="application/vnd.openxmlformats-package.relationships+xml"/>
  <Override PartName="/ppt/slides/_rels/slide102.xml.rels" ContentType="application/vnd.openxmlformats-package.relationships+xml"/>
  <Override PartName="/ppt/slides/_rels/slide292.xml.rels" ContentType="application/vnd.openxmlformats-package.relationships+xml"/>
  <Override PartName="/ppt/slides/_rels/slide808.xml.rels" ContentType="application/vnd.openxmlformats-package.relationships+xml"/>
  <Override PartName="/ppt/slides/_rels/slide278.xml.rels" ContentType="application/vnd.openxmlformats-package.relationships+xml"/>
  <Override PartName="/ppt/slides/_rels/slide348.xml.rels" ContentType="application/vnd.openxmlformats-package.relationships+xml"/>
  <Override PartName="/ppt/slides/_rels/slide1622.xml.rels" ContentType="application/vnd.openxmlformats-package.relationships+xml"/>
  <Override PartName="/ppt/slides/_rels/slide83.xml.rels" ContentType="application/vnd.openxmlformats-package.relationships+xml"/>
  <Override PartName="/ppt/slides/_rels/slide1313.xml.rels" ContentType="application/vnd.openxmlformats-package.relationships+xml"/>
  <Override PartName="/ppt/slides/_rels/slide799.xml.rels" ContentType="application/vnd.openxmlformats-package.relationships+xml"/>
  <Override PartName="/ppt/slides/_rels/slide909.xml.rels" ContentType="application/vnd.openxmlformats-package.relationships+xml"/>
  <Override PartName="/ppt/slides/_rels/slide307.xml.rels" ContentType="application/vnd.openxmlformats-package.relationships+xml"/>
  <Override PartName="/ppt/slides/_rels/slide1488.xml.rels" ContentType="application/vnd.openxmlformats-package.relationships+xml"/>
  <Override PartName="/ppt/slides/_rels/slide158.xml.rels" ContentType="application/vnd.openxmlformats-package.relationships+xml"/>
  <Override PartName="/ppt/slides/_rels/slide665.xml.rels" ContentType="application/vnd.openxmlformats-package.relationships+xml"/>
  <Override PartName="/ppt/slides/_rels/slide419.xml.rels" ContentType="application/vnd.openxmlformats-package.relationships+xml"/>
  <Override PartName="/ppt/slides/_rels/slide675.xml.rels" ContentType="application/vnd.openxmlformats-package.relationships+xml"/>
  <Override PartName="/ppt/slides/_rels/slide1611.xml.rels" ContentType="application/vnd.openxmlformats-package.relationships+xml"/>
  <Override PartName="/ppt/slides/_rels/slide1012.xml.rels" ContentType="application/vnd.openxmlformats-package.relationships+xml"/>
  <Override PartName="/ppt/slides/_rels/slide527.xml.rels" ContentType="application/vnd.openxmlformats-package.relationships+xml"/>
  <Override PartName="/ppt/slides/_rels/slide1543.xml.rels" ContentType="application/vnd.openxmlformats-package.relationships+xml"/>
  <Override PartName="/ppt/slides/_rels/slide818.xml.rels" ContentType="application/vnd.openxmlformats-package.relationships+xml"/>
  <Override PartName="/ppt/slides/_rels/slide1259.xml.rels" ContentType="application/vnd.openxmlformats-package.relationships+xml"/>
  <Override PartName="/ppt/slides/_rels/slide1011.xml.rels" ContentType="application/vnd.openxmlformats-package.relationships+xml"/>
  <Override PartName="/ppt/slides/_rels/slide279.xml.rels" ContentType="application/vnd.openxmlformats-package.relationships+xml"/>
  <Override PartName="/ppt/slides/_rels/slide1561.xml.rels" ContentType="application/vnd.openxmlformats-package.relationships+xml"/>
  <Override PartName="/ppt/slides/_rels/slide1002.xml.rels" ContentType="application/vnd.openxmlformats-package.relationships+xml"/>
  <Override PartName="/ppt/slides/_rels/slide664.xml.rels" ContentType="application/vnd.openxmlformats-package.relationships+xml"/>
  <Override PartName="/ppt/slides/_rels/slide1326.xml.rels" ContentType="application/vnd.openxmlformats-package.relationships+xml"/>
  <Override PartName="/ppt/slides/_rels/slide701.xml.rels" ContentType="application/vnd.openxmlformats-package.relationships+xml"/>
  <Override PartName="/ppt/slides/_rels/slide1258.xml.rels" ContentType="application/vnd.openxmlformats-package.relationships+xml"/>
  <Override PartName="/ppt/slides/_rels/slide70.xml.rels" ContentType="application/vnd.openxmlformats-package.relationships+xml"/>
  <Override PartName="/ppt/slides/_rels/slide1149.xml.rels" ContentType="application/vnd.openxmlformats-package.relationships+xml"/>
  <Override PartName="/ppt/slides/_rels/slide258.xml.rels" ContentType="application/vnd.openxmlformats-package.relationships+xml"/>
  <Override PartName="/ppt/slides/_rels/slide290.xml.rels" ContentType="application/vnd.openxmlformats-package.relationships+xml"/>
  <Override PartName="/ppt/slides/_rels/slide257.xml.rels" ContentType="application/vnd.openxmlformats-package.relationships+xml"/>
  <Override PartName="/ppt/slides/_rels/slide718.xml.rels" ContentType="application/vnd.openxmlformats-package.relationships+xml"/>
  <Override PartName="/ppt/slides/_rels/slide963.xml.rels" ContentType="application/vnd.openxmlformats-package.relationships+xml"/>
  <Override PartName="/ppt/slides/_rels/slide345.xml.rels" ContentType="application/vnd.openxmlformats-package.relationships+xml"/>
  <Override PartName="/ppt/slides/_rels/slide1554.xml.rels" ContentType="application/vnd.openxmlformats-package.relationships+xml"/>
  <Override PartName="/ppt/slides/_rels/slide253.xml.rels" ContentType="application/vnd.openxmlformats-package.relationships+xml"/>
  <Override PartName="/ppt/slides/_rels/slide634.xml.rels" ContentType="application/vnd.openxmlformats-package.relationships+xml"/>
  <Override PartName="/ppt/slides/_rels/slide715.xml.rels" ContentType="application/vnd.openxmlformats-package.relationships+xml"/>
  <Override PartName="/ppt/slides/_rels/slide1497.xml.rels" ContentType="application/vnd.openxmlformats-package.relationships+xml"/>
  <Override PartName="/ppt/slides/_rels/slide560.xml.rels" ContentType="application/vnd.openxmlformats-package.relationships+xml"/>
  <Override PartName="/ppt/slides/_rels/slide1366.xml.rels" ContentType="application/vnd.openxmlformats-package.relationships+xml"/>
  <Override PartName="/ppt/slides/_rels/slide618.xml.rels" ContentType="application/vnd.openxmlformats-package.relationships+xml"/>
  <Override PartName="/ppt/slides/_rels/slide844.xml.rels" ContentType="application/vnd.openxmlformats-package.relationships+xml"/>
  <Override PartName="/ppt/slides/_rels/slide1524.xml.rels" ContentType="application/vnd.openxmlformats-package.relationships+xml"/>
  <Override PartName="/ppt/slides/_rels/slide1280.xml.rels" ContentType="application/vnd.openxmlformats-package.relationships+xml"/>
  <Override PartName="/ppt/slides/_rels/slide308.xml.rels" ContentType="application/vnd.openxmlformats-package.relationships+xml"/>
  <Override PartName="/ppt/slides/_rels/slide989.xml.rels" ContentType="application/vnd.openxmlformats-package.relationships+xml"/>
  <Override PartName="/ppt/slides/_rels/slide942.xml.rels" ContentType="application/vnd.openxmlformats-package.relationships+xml"/>
  <Override PartName="/ppt/slides/_rels/slide358.xml.rels" ContentType="application/vnd.openxmlformats-package.relationships+xml"/>
  <Override PartName="/ppt/slides/_rels/slide1365.xml.rels" ContentType="application/vnd.openxmlformats-package.relationships+xml"/>
  <Override PartName="/ppt/slides/_rels/slide37.xml.rels" ContentType="application/vnd.openxmlformats-package.relationships+xml"/>
  <Override PartName="/ppt/slides/_rels/slide1298.xml.rels" ContentType="application/vnd.openxmlformats-package.relationships+xml"/>
  <Override PartName="/ppt/slides/_rels/slide622.xml.rels" ContentType="application/vnd.openxmlformats-package.relationships+xml"/>
  <Override PartName="/ppt/slides/_rels/slide250.xml.rels" ContentType="application/vnd.openxmlformats-package.relationships+xml"/>
  <Override PartName="/ppt/slides/_rels/slide485.xml.rels" ContentType="application/vnd.openxmlformats-package.relationships+xml"/>
  <Override PartName="/ppt/slides/_rels/slide945.xml.rels" ContentType="application/vnd.openxmlformats-package.relationships+xml"/>
  <Override PartName="/ppt/slides/_rels/slide243.xml.rels" ContentType="application/vnd.openxmlformats-package.relationships+xml"/>
  <Override PartName="/ppt/slides/_rels/slide1470.xml.rels" ContentType="application/vnd.openxmlformats-package.relationships+xml"/>
  <Override PartName="/ppt/slides/_rels/slide182.xml.rels" ContentType="application/vnd.openxmlformats-package.relationships+xml"/>
  <Override PartName="/ppt/slides/_rels/slide242.xml.rels" ContentType="application/vnd.openxmlformats-package.relationships+xml"/>
  <Override PartName="/ppt/slides/_rels/slide1089.xml.rels" ContentType="application/vnd.openxmlformats-package.relationships+xml"/>
  <Override PartName="/ppt/slides/_rels/slide1571.xml.rels" ContentType="application/vnd.openxmlformats-package.relationships+xml"/>
  <Override PartName="/ppt/slides/_rels/slide1379.xml.rels" ContentType="application/vnd.openxmlformats-package.relationships+xml"/>
  <Override PartName="/ppt/slides/_rels/slide910.xml.rels" ContentType="application/vnd.openxmlformats-package.relationships+xml"/>
  <Override PartName="/ppt/slides/_rels/slide1378.xml.rels" ContentType="application/vnd.openxmlformats-package.relationships+xml"/>
  <Override PartName="/ppt/slides/_rels/slide880.xml.rels" ContentType="application/vnd.openxmlformats-package.relationships+xml"/>
  <Override PartName="/ppt/slides/_rels/slide375.xml.rels" ContentType="application/vnd.openxmlformats-package.relationships+xml"/>
  <Override PartName="/ppt/slides/_rels/slide6.xml.rels" ContentType="application/vnd.openxmlformats-package.relationships+xml"/>
  <Override PartName="/ppt/slides/_rels/slide719.xml.rels" ContentType="application/vnd.openxmlformats-package.relationships+xml"/>
  <Override PartName="/ppt/slides/_rels/slide666.xml.rels" ContentType="application/vnd.openxmlformats-package.relationships+xml"/>
  <Override PartName="/ppt/slides/_rels/slide1284.xml.rels" ContentType="application/vnd.openxmlformats-package.relationships+xml"/>
  <Override PartName="/ppt/slides/_rels/slide990.xml.rels" ContentType="application/vnd.openxmlformats-package.relationships+xml"/>
  <Override PartName="/ppt/slides/_rels/slide918.xml.rels" ContentType="application/vnd.openxmlformats-package.relationships+xml"/>
  <Override PartName="/ppt/slides/_rels/slide1078.xml.rels" ContentType="application/vnd.openxmlformats-package.relationships+xml"/>
  <Override PartName="/ppt/slides/_rels/slide943.xml.rels" ContentType="application/vnd.openxmlformats-package.relationships+xml"/>
  <Override PartName="/ppt/slides/_rels/slide1349.xml.rels" ContentType="application/vnd.openxmlformats-package.relationships+xml"/>
  <Override PartName="/ppt/slides/_rels/slide1001.xml.rels" ContentType="application/vnd.openxmlformats-package.relationships+xml"/>
  <Override PartName="/ppt/slides/_rels/slide378.xml.rels" ContentType="application/vnd.openxmlformats-package.relationships+xml"/>
  <Override PartName="/ppt/slides/_rels/slide212.xml.rels" ContentType="application/vnd.openxmlformats-package.relationships+xml"/>
  <Override PartName="/ppt/slides/_rels/slide738.xml.rels" ContentType="application/vnd.openxmlformats-package.relationships+xml"/>
  <Override PartName="/ppt/slides/_rels/slide765.xml.rels" ContentType="application/vnd.openxmlformats-package.relationships+xml"/>
  <Override PartName="/ppt/slides/_rels/slide1578.xml.rels" ContentType="application/vnd.openxmlformats-package.relationships+xml"/>
  <Override PartName="/ppt/slides/_rels/slide200.xml.rels" ContentType="application/vnd.openxmlformats-package.relationships+xml"/>
  <Override PartName="/ppt/slides/_rels/slide163.xml.rels" ContentType="application/vnd.openxmlformats-package.relationships+xml"/>
  <Override PartName="/ppt/slides/_rels/slide1623.xml.rels" ContentType="application/vnd.openxmlformats-package.relationships+xml"/>
  <Override PartName="/ppt/slides/_rels/slide122.xml.rels" ContentType="application/vnd.openxmlformats-package.relationships+xml"/>
  <Override PartName="/ppt/slides/_rels/slide896.xml.rels" ContentType="application/vnd.openxmlformats-package.relationships+xml"/>
  <Override PartName="/ppt/slides/_rels/slide247.xml.rels" ContentType="application/vnd.openxmlformats-package.relationships+xml"/>
  <Override PartName="/ppt/slides/_rels/slide1323.xml.rels" ContentType="application/vnd.openxmlformats-package.relationships+xml"/>
  <Override PartName="/ppt/slides/_rels/slide1047.xml.rels" ContentType="application/vnd.openxmlformats-package.relationships+xml"/>
  <Override PartName="/ppt/slides/_rels/slide217.xml.rels" ContentType="application/vnd.openxmlformats-package.relationships+xml"/>
  <Override PartName="/ppt/slides/_rels/slide1614.xml.rels" ContentType="application/vnd.openxmlformats-package.relationships+xml"/>
  <Override PartName="/ppt/slides/_rels/slide120.xml.rels" ContentType="application/vnd.openxmlformats-package.relationships+xml"/>
  <Override PartName="/ppt/slides/_rels/slide532.xml.rels" ContentType="application/vnd.openxmlformats-package.relationships+xml"/>
  <Override PartName="/ppt/slides/_rels/slide1206.xml.rels" ContentType="application/vnd.openxmlformats-package.relationships+xml"/>
  <Override PartName="/ppt/slides/_rels/slide210.xml.rels" ContentType="application/vnd.openxmlformats-package.relationships+xml"/>
  <Override PartName="/ppt/slides/_rels/slide356.xml.rels" ContentType="application/vnd.openxmlformats-package.relationships+xml"/>
  <Override PartName="/ppt/slides/_rels/slide1496.xml.rels" ContentType="application/vnd.openxmlformats-package.relationships+xml"/>
  <Override PartName="/ppt/slides/_rels/slide1500.xml.rels" ContentType="application/vnd.openxmlformats-package.relationships+xml"/>
  <Override PartName="/ppt/slides/_rels/slide1263.xml.rels" ContentType="application/vnd.openxmlformats-package.relationships+xml"/>
  <Override PartName="/ppt/slides/_rels/slide1046.xml.rels" ContentType="application/vnd.openxmlformats-package.relationships+xml"/>
  <Override PartName="/ppt/slides/_rels/slide1014.xml.rels" ContentType="application/vnd.openxmlformats-package.relationships+xml"/>
  <Override PartName="/ppt/slides/_rels/slide1107.xml.rels" ContentType="application/vnd.openxmlformats-package.relationships+xml"/>
  <Override PartName="/ppt/slides/_rels/slide297.xml.rels" ContentType="application/vnd.openxmlformats-package.relationships+xml"/>
  <Override PartName="/ppt/slides/_rels/slide346.xml.rels" ContentType="application/vnd.openxmlformats-package.relationships+xml"/>
  <Override PartName="/ppt/slides/_rels/slide542.xml.rels" ContentType="application/vnd.openxmlformats-package.relationships+xml"/>
  <Override PartName="/ppt/slides/_rels/slide1579.xml.rels" ContentType="application/vnd.openxmlformats-package.relationships+xml"/>
  <Override PartName="/ppt/slides/_rels/slide897.xml.rels" ContentType="application/vnd.openxmlformats-package.relationships+xml"/>
  <Override PartName="/ppt/slides/_rels/slide1304.xml.rels" ContentType="application/vnd.openxmlformats-package.relationships+xml"/>
  <Override PartName="/ppt/slides/_rels/slide1354.xml.rels" ContentType="application/vnd.openxmlformats-package.relationships+xml"/>
  <Override PartName="/ppt/slides/_rels/slide30.xml.rels" ContentType="application/vnd.openxmlformats-package.relationships+xml"/>
  <Override PartName="/ppt/slides/_rels/slide1086.xml.rels" ContentType="application/vnd.openxmlformats-package.relationships+xml"/>
  <Override PartName="/ppt/slides/_rels/slide711.xml.rels" ContentType="application/vnd.openxmlformats-package.relationships+xml"/>
  <Override PartName="/ppt/slides/_rels/slide1396.xml.rels" ContentType="application/vnd.openxmlformats-package.relationships+xml"/>
  <Override PartName="/ppt/slides/_rels/slide574.xml.rels" ContentType="application/vnd.openxmlformats-package.relationships+xml"/>
  <Override PartName="/ppt/slides/_rels/slide184.xml.rels" ContentType="application/vnd.openxmlformats-package.relationships+xml"/>
  <Override PartName="/ppt/slides/_rels/slide160.xml.rels" ContentType="application/vnd.openxmlformats-package.relationships+xml"/>
  <Override PartName="/ppt/slides/_rels/slide50.xml.rels" ContentType="application/vnd.openxmlformats-package.relationships+xml"/>
  <Override PartName="/ppt/slides/_rels/slide917.xml.rels" ContentType="application/vnd.openxmlformats-package.relationships+xml"/>
  <Override PartName="/ppt/slides/_rels/slide1589.xml.rels" ContentType="application/vnd.openxmlformats-package.relationships+xml"/>
  <Override PartName="/ppt/slides/_rels/slide1229.xml.rels" ContentType="application/vnd.openxmlformats-package.relationships+xml"/>
  <Override PartName="/ppt/slides/_rels/slide1084.xml.rels" ContentType="application/vnd.openxmlformats-package.relationships+xml"/>
  <Override PartName="/ppt/slides/_rels/slide1017.xml.rels" ContentType="application/vnd.openxmlformats-package.relationships+xml"/>
  <Override PartName="/ppt/slides/_rels/slide667.xml.rels" ContentType="application/vnd.openxmlformats-package.relationships+xml"/>
  <Override PartName="/ppt/slides/_rels/slide641.xml.rels" ContentType="application/vnd.openxmlformats-package.relationships+xml"/>
  <Override PartName="/ppt/slides/_rels/slide159.xml.rels" ContentType="application/vnd.openxmlformats-package.relationships+xml"/>
  <Override PartName="/ppt/slides/_rels/slide1104.xml.rels" ContentType="application/vnd.openxmlformats-package.relationships+xml"/>
  <Override PartName="/ppt/slides/_rels/slide501.xml.rels" ContentType="application/vnd.openxmlformats-package.relationships+xml"/>
  <Override PartName="/ppt/slides/_rels/slide606.xml.rels" ContentType="application/vnd.openxmlformats-package.relationships+xml"/>
  <Override PartName="/ppt/slides/_rels/slide1154.xml.rels" ContentType="application/vnd.openxmlformats-package.relationships+xml"/>
  <Override PartName="/ppt/slides/_rels/slide208.xml.rels" ContentType="application/vnd.openxmlformats-package.relationships+xml"/>
  <Override PartName="/ppt/slides/_rels/slide76.xml.rels" ContentType="application/vnd.openxmlformats-package.relationships+xml"/>
  <Override PartName="/ppt/slides/_rels/slide176.xml.rels" ContentType="application/vnd.openxmlformats-package.relationships+xml"/>
  <Override PartName="/ppt/slides/_rels/slide1364.xml.rels" ContentType="application/vnd.openxmlformats-package.relationships+xml"/>
  <Override PartName="/ppt/slides/_rels/slide1604.xml.rels" ContentType="application/vnd.openxmlformats-package.relationships+xml"/>
  <Override PartName="/ppt/slides/_rels/slide1043.xml.rels" ContentType="application/vnd.openxmlformats-package.relationships+xml"/>
  <Override PartName="/ppt/slides/_rels/slide1306.xml.rels" ContentType="application/vnd.openxmlformats-package.relationships+xml"/>
  <Override PartName="/ppt/slides/_rels/slide670.xml.rels" ContentType="application/vnd.openxmlformats-package.relationships+xml"/>
  <Override PartName="/ppt/slides/_rels/slide191.xml.rels" ContentType="application/vnd.openxmlformats-package.relationships+xml"/>
  <Override PartName="/ppt/slides/_rels/slide946.xml.rels" ContentType="application/vnd.openxmlformats-package.relationships+xml"/>
  <Override PartName="/ppt/slides/_rels/slide1152.xml.rels" ContentType="application/vnd.openxmlformats-package.relationships+xml"/>
  <Override PartName="/ppt/slides/_rels/slide1205.xml.rels" ContentType="application/vnd.openxmlformats-package.relationships+xml"/>
  <Override PartName="/ppt/slides/_rels/slide190.xml.rels" ContentType="application/vnd.openxmlformats-package.relationships+xml"/>
  <Override PartName="/ppt/slides/_rels/slide483.xml.rels" ContentType="application/vnd.openxmlformats-package.relationships+xml"/>
  <Override PartName="/ppt/slides/_rels/slide770.xml.rels" ContentType="application/vnd.openxmlformats-package.relationships+xml"/>
  <Override PartName="/ppt/slides/_rels/slide1369.xml.rels" ContentType="application/vnd.openxmlformats-package.relationships+xml"/>
  <Override PartName="/ppt/slides/_rels/slide364.xml.rels" ContentType="application/vnd.openxmlformats-package.relationships+xml"/>
  <Override PartName="/ppt/slides/_rels/slide764.xml.rels" ContentType="application/vnd.openxmlformats-package.relationships+xml"/>
  <Override PartName="/ppt/slides/_rels/slide354.xml.rels" ContentType="application/vnd.openxmlformats-package.relationships+xml"/>
  <Override PartName="/ppt/slides/_rels/slide875.xml.rels" ContentType="application/vnd.openxmlformats-package.relationships+xml"/>
  <Override PartName="/ppt/slides/_rels/slide1053.xml.rels" ContentType="application/vnd.openxmlformats-package.relationships+xml"/>
  <Override PartName="/ppt/slides/_rels/slide1350.xml.rels" ContentType="application/vnd.openxmlformats-package.relationships+xml"/>
  <Override PartName="/ppt/slides/_rels/slide952.xml.rels" ContentType="application/vnd.openxmlformats-package.relationships+xml"/>
  <Override PartName="/ppt/slides/_rels/slide1253.xml.rels" ContentType="application/vnd.openxmlformats-package.relationships+xml"/>
  <Override PartName="/ppt/slides/_rels/slide1288.xml.rels" ContentType="application/vnd.openxmlformats-package.relationships+xml"/>
  <Override PartName="/ppt/slides/_rels/slide1348.xml.rels" ContentType="application/vnd.openxmlformats-package.relationships+xml"/>
  <Override PartName="/ppt/slides/_rels/slide1057.xml.rels" ContentType="application/vnd.openxmlformats-package.relationships+xml"/>
  <Override PartName="/ppt/slides/_rels/slide1502.xml.rels" ContentType="application/vnd.openxmlformats-package.relationships+xml"/>
  <Override PartName="/ppt/slides/_rels/slide1556.xml.rels" ContentType="application/vnd.openxmlformats-package.relationships+xml"/>
  <Override PartName="/ppt/slides/_rels/slide220.xml.rels" ContentType="application/vnd.openxmlformats-package.relationships+xml"/>
  <Override PartName="/ppt/slides/_rels/slide80.xml.rels" ContentType="application/vnd.openxmlformats-package.relationships+xml"/>
  <Override PartName="/ppt/slides/_rels/slide689.xml.rels" ContentType="application/vnd.openxmlformats-package.relationships+xml"/>
  <Override PartName="/ppt/slides/_rels/slide676.xml.rels" ContentType="application/vnd.openxmlformats-package.relationships+xml"/>
  <Override PartName="/ppt/slides/_rels/slide295.xml.rels" ContentType="application/vnd.openxmlformats-package.relationships+xml"/>
  <Override PartName="/ppt/slides/_rels/slide206.xml.rels" ContentType="application/vnd.openxmlformats-package.relationships+xml"/>
  <Override PartName="/ppt/slides/_rels/slide1301.xml.rels" ContentType="application/vnd.openxmlformats-package.relationships+xml"/>
  <Override PartName="/ppt/slides/_rels/slide1218.xml.rels" ContentType="application/vnd.openxmlformats-package.relationships+xml"/>
  <Override PartName="/ppt/slides/_rels/slide47.xml.rels" ContentType="application/vnd.openxmlformats-package.relationships+xml"/>
  <Override PartName="/ppt/slides/_rels/slide698.xml.rels" ContentType="application/vnd.openxmlformats-package.relationships+xml"/>
  <Override PartName="/ppt/slides/_rels/slide1314.xml.rels" ContentType="application/vnd.openxmlformats-package.relationships+xml"/>
  <Override PartName="/ppt/slides/_rels/slide1551.xml.rels" ContentType="application/vnd.openxmlformats-package.relationships+xml"/>
  <Override PartName="/ppt/slides/_rels/slide620.xml.rels" ContentType="application/vnd.openxmlformats-package.relationships+xml"/>
  <Override PartName="/ppt/slides/_rels/slide907.xml.rels" ContentType="application/vnd.openxmlformats-package.relationships+xml"/>
  <Override PartName="/ppt/slides/_rels/slide826.xml.rels" ContentType="application/vnd.openxmlformats-package.relationships+xml"/>
  <Override PartName="/ppt/slides/_rels/slide1278.xml.rels" ContentType="application/vnd.openxmlformats-package.relationships+xml"/>
  <Override PartName="/ppt/slides/_rels/slide186.xml.rels" ContentType="application/vnd.openxmlformats-package.relationships+xml"/>
  <Override PartName="/ppt/slides/_rels/slide85.xml.rels" ContentType="application/vnd.openxmlformats-package.relationships+xml"/>
  <Override PartName="/ppt/slides/_rels/slide657.xml.rels" ContentType="application/vnd.openxmlformats-package.relationships+xml"/>
  <Override PartName="/ppt/slides/_rels/slide630.xml.rels" ContentType="application/vnd.openxmlformats-package.relationships+xml"/>
  <Override PartName="/ppt/slides/_rels/slide1557.xml.rels" ContentType="application/vnd.openxmlformats-package.relationships+xml"/>
  <Override PartName="/ppt/slides/_rels/slide446.xml.rels" ContentType="application/vnd.openxmlformats-package.relationships+xml"/>
  <Override PartName="/ppt/slides/_rels/slide294.xml.rels" ContentType="application/vnd.openxmlformats-package.relationships+xml"/>
  <Override PartName="/ppt/slides/_rels/slide821.xml.rels" ContentType="application/vnd.openxmlformats-package.relationships+xml"/>
  <Override PartName="/ppt/slides/_rels/slide29.xml.rels" ContentType="application/vnd.openxmlformats-package.relationships+xml"/>
  <Override PartName="/ppt/slides/_rels/slide340.xml.rels" ContentType="application/vnd.openxmlformats-package.relationships+xml"/>
  <Override PartName="/ppt/slides/_rels/slide1217.xml.rels" ContentType="application/vnd.openxmlformats-package.relationships+xml"/>
  <Override PartName="/ppt/slides/_rels/slide273.xml.rels" ContentType="application/vnd.openxmlformats-package.relationships+xml"/>
  <Override PartName="/ppt/slides/_rels/slide412.xml.rels" ContentType="application/vnd.openxmlformats-package.relationships+xml"/>
  <Override PartName="/ppt/slides/_rels/slide857.xml.rels" ContentType="application/vnd.openxmlformats-package.relationships+xml"/>
  <Override PartName="/ppt/slides/_rels/slide1537.xml.rels" ContentType="application/vnd.openxmlformats-package.relationships+xml"/>
  <Override PartName="/ppt/slides/_rels/slide27.xml.rels" ContentType="application/vnd.openxmlformats-package.relationships+xml"/>
  <Override PartName="/ppt/slides/_rels/slide1627.xml.rels" ContentType="application/vnd.openxmlformats-package.relationships+xml"/>
  <Override PartName="/ppt/slides/_rels/slide180.xml.rels" ContentType="application/vnd.openxmlformats-package.relationships+xml"/>
  <Override PartName="/ppt/slides/_rels/slide1487.xml.rels" ContentType="application/vnd.openxmlformats-package.relationships+xml"/>
  <Override PartName="/ppt/slides/_rels/slide516.xml.rels" ContentType="application/vnd.openxmlformats-package.relationships+xml"/>
  <Override PartName="/ppt/slides/_rels/slide1147.xml.rels" ContentType="application/vnd.openxmlformats-package.relationships+xml"/>
  <Override PartName="/ppt/slides/_rels/slide321.xml.rels" ContentType="application/vnd.openxmlformats-package.relationships+xml"/>
  <Override PartName="/ppt/slides/_rels/slide693.xml.rels" ContentType="application/vnd.openxmlformats-package.relationships+xml"/>
  <Override PartName="/ppt/slides/_rels/slide1510.xml.rels" ContentType="application/vnd.openxmlformats-package.relationships+xml"/>
  <Override PartName="/ppt/slides/_rels/slide141.xml.rels" ContentType="application/vnd.openxmlformats-package.relationships+xml"/>
  <Override PartName="/ppt/slides/_rels/slide901.xml.rels" ContentType="application/vnd.openxmlformats-package.relationships+xml"/>
  <Override PartName="/ppt/slides/_rels/slide252.xml.rels" ContentType="application/vnd.openxmlformats-package.relationships+xml"/>
  <Override PartName="/ppt/slides/_rels/slide1536.xml.rels" ContentType="application/vnd.openxmlformats-package.relationships+xml"/>
  <Override PartName="/ppt/slides/_rels/slide1352.xml.rels" ContentType="application/vnd.openxmlformats-package.relationships+xml"/>
  <Override PartName="/ppt/slides/_rels/slide1024.xml.rels" ContentType="application/vnd.openxmlformats-package.relationships+xml"/>
  <Override PartName="/ppt/slides/_rels/slide1625.xml.rels" ContentType="application/vnd.openxmlformats-package.relationships+xml"/>
  <Override PartName="/ppt/slides/_rels/slide1542.xml.rels" ContentType="application/vnd.openxmlformats-package.relationships+xml"/>
  <Override PartName="/ppt/slides/_rels/slide862.xml.rels" ContentType="application/vnd.openxmlformats-package.relationships+xml"/>
  <Override PartName="/ppt/slides/_rels/slide940.xml.rels" ContentType="application/vnd.openxmlformats-package.relationships+xml"/>
  <Override PartName="/ppt/slides/_rels/slide1532.xml.rels" ContentType="application/vnd.openxmlformats-package.relationships+xml"/>
  <Override PartName="/ppt/slides/_rels/slide1246.xml.rels" ContentType="application/vnd.openxmlformats-package.relationships+xml"/>
  <Override PartName="/ppt/slides/_rels/slide1034.xml.rels" ContentType="application/vnd.openxmlformats-package.relationships+xml"/>
  <Override PartName="/ppt/slides/_rels/slide1315.xml.rels" ContentType="application/vnd.openxmlformats-package.relationships+xml"/>
  <Override PartName="/ppt/slides/_rels/slide466.xml.rels" ContentType="application/vnd.openxmlformats-package.relationships+xml"/>
  <Override PartName="/ppt/slides/_rels/slide1058.xml.rels" ContentType="application/vnd.openxmlformats-package.relationships+xml"/>
  <Override PartName="/ppt/slides/_rels/slide825.xml.rels" ContentType="application/vnd.openxmlformats-package.relationships+xml"/>
  <Override PartName="/ppt/slides/_rels/slide911.xml.rels" ContentType="application/vnd.openxmlformats-package.relationships+xml"/>
  <Override PartName="/ppt/slides/_rels/slide366.xml.rels" ContentType="application/vnd.openxmlformats-package.relationships+xml"/>
  <Override PartName="/ppt/slides/_rels/slide1015.xml.rels" ContentType="application/vnd.openxmlformats-package.relationships+xml"/>
  <Override PartName="/ppt/slides/_rels/slide865.xml.rels" ContentType="application/vnd.openxmlformats-package.relationships+xml"/>
  <Override PartName="/ppt/slides/_rels/slide211.xml.rels" ContentType="application/vnd.openxmlformats-package.relationships+xml"/>
  <Override PartName="/ppt/slides/_rels/slide464.xml.rels" ContentType="application/vnd.openxmlformats-package.relationships+xml"/>
  <Override PartName="/ppt/slides/_rels/slide832.xml.rels" ContentType="application/vnd.openxmlformats-package.relationships+xml"/>
  <Override PartName="/ppt/slides/_rels/slide1048.xml.rels" ContentType="application/vnd.openxmlformats-package.relationships+xml"/>
  <Override PartName="/ppt/slides/_rels/slide166.xml.rels" ContentType="application/vnd.openxmlformats-package.relationships+xml"/>
  <Override PartName="/ppt/slides/_rels/slide380.xml.rels" ContentType="application/vnd.openxmlformats-package.relationships+xml"/>
  <Override PartName="/ppt/slides/_rels/slide142.xml.rels" ContentType="application/vnd.openxmlformats-package.relationships+xml"/>
  <Override PartName="/ppt/slides/_rels/slide813.xml.rels" ContentType="application/vnd.openxmlformats-package.relationships+xml"/>
  <Override PartName="/ppt/slides/_rels/slide202.xml.rels" ContentType="application/vnd.openxmlformats-package.relationships+xml"/>
  <Override PartName="/ppt/slides/_rels/slide833.xml.rels" ContentType="application/vnd.openxmlformats-package.relationships+xml"/>
  <Override PartName="/ppt/slides/_rels/slide1548.xml.rels" ContentType="application/vnd.openxmlformats-package.relationships+xml"/>
  <Override PartName="/ppt/slides/_rels/slide1106.xml.rels" ContentType="application/vnd.openxmlformats-package.relationships+xml"/>
  <Override PartName="/ppt/slides/_rels/slide655.xml.rels" ContentType="application/vnd.openxmlformats-package.relationships+xml"/>
  <Override PartName="/ppt/slides/_rels/slide654.xml.rels" ContentType="application/vnd.openxmlformats-package.relationships+xml"/>
  <Override PartName="/ppt/slides/_rels/slide564.xml.rels" ContentType="application/vnd.openxmlformats-package.relationships+xml"/>
  <Override PartName="/ppt/slides/_rels/slide1068.xml.rels" ContentType="application/vnd.openxmlformats-package.relationships+xml"/>
  <Override PartName="/ppt/slides/_rels/slide165.xml.rels" ContentType="application/vnd.openxmlformats-package.relationships+xml"/>
  <Override PartName="/ppt/slides/_rels/slide1027.xml.rels" ContentType="application/vnd.openxmlformats-package.relationships+xml"/>
  <Override PartName="/ppt/slides/_rels/slide860.xml.rels" ContentType="application/vnd.openxmlformats-package.relationships+xml"/>
  <Override PartName="/ppt/slides/_rels/slide1029.xml.rels" ContentType="application/vnd.openxmlformats-package.relationships+xml"/>
  <Override PartName="/ppt/slides/_rels/slide244.xml.rels" ContentType="application/vnd.openxmlformats-package.relationships+xml"/>
  <Override PartName="/ppt/slides/_rels/slide1028.xml.rels" ContentType="application/vnd.openxmlformats-package.relationships+xml"/>
  <Override PartName="/ppt/slides/_rels/slide1312.xml.rels" ContentType="application/vnd.openxmlformats-package.relationships+xml"/>
  <Override PartName="/ppt/slides/_rels/slide899.xml.rels" ContentType="application/vnd.openxmlformats-package.relationships+xml"/>
  <Override PartName="/ppt/slides/_rels/slide54.xml.rels" ContentType="application/vnd.openxmlformats-package.relationships+xml"/>
  <Override PartName="/ppt/slides/_rels/slide1225.xml.rels" ContentType="application/vnd.openxmlformats-package.relationships+xml"/>
  <Override PartName="/ppt/slides/_rels/slide1155.xml.rels" ContentType="application/vnd.openxmlformats-package.relationships+xml"/>
  <Override PartName="/ppt/slides/_rels/slide1176.xml.rels" ContentType="application/vnd.openxmlformats-package.relationships+xml"/>
  <Override PartName="/ppt/slides/_rels/slide993.xml.rels" ContentType="application/vnd.openxmlformats-package.relationships+xml"/>
  <Override PartName="/ppt/slides/_rels/slide610.xml.rels" ContentType="application/vnd.openxmlformats-package.relationships+xml"/>
  <Override PartName="/ppt/slides/_rels/slide1265.xml.rels" ContentType="application/vnd.openxmlformats-package.relationships+xml"/>
  <Override PartName="/ppt/slides/_rels/slide809.xml.rels" ContentType="application/vnd.openxmlformats-package.relationships+xml"/>
  <Override PartName="/ppt/slides/_rels/slide219.xml.rels" ContentType="application/vnd.openxmlformats-package.relationships+xml"/>
  <Override PartName="/ppt/slides/_rels/slide445.xml.rels" ContentType="application/vnd.openxmlformats-package.relationships+xml"/>
  <Override PartName="/ppt/slides/_rels/slide372.xml.rels" ContentType="application/vnd.openxmlformats-package.relationships+xml"/>
  <Override PartName="/ppt/slides/_rels/slide1544.xml.rels" ContentType="application/vnd.openxmlformats-package.relationships+xml"/>
  <Override PartName="/ppt/slides/_rels/slide1576.xml.rels" ContentType="application/vnd.openxmlformats-package.relationships+xml"/>
  <Override PartName="/ppt/slides/_rels/slide816.xml.rels" ContentType="application/vnd.openxmlformats-package.relationships+xml"/>
  <Override PartName="/ppt/slides/_rels/slide1226.xml.rels" ContentType="application/vnd.openxmlformats-package.relationships+xml"/>
  <Override PartName="/ppt/slides/_rels/slide64.xml.rels" ContentType="application/vnd.openxmlformats-package.relationships+xml"/>
  <Override PartName="/ppt/slides/_rels/slide640.xml.rels" ContentType="application/vnd.openxmlformats-package.relationships+xml"/>
  <Override PartName="/ppt/slides/_rels/slide1513.xml.rels" ContentType="application/vnd.openxmlformats-package.relationships+xml"/>
  <Override PartName="/ppt/slides/_rels/slide11.xml.rels" ContentType="application/vnd.openxmlformats-package.relationships+xml"/>
  <Override PartName="/ppt/slides/_rels/slide164.xml.rels" ContentType="application/vnd.openxmlformats-package.relationships+xml"/>
  <Override PartName="/ppt/slides/_rels/slide552.xml.rels" ContentType="application/vnd.openxmlformats-package.relationships+xml"/>
  <Override PartName="/ppt/slides/_rels/slide1254.xml.rels" ContentType="application/vnd.openxmlformats-package.relationships+xml"/>
  <Override PartName="/ppt/slides/_rels/slide1260.xml.rels" ContentType="application/vnd.openxmlformats-package.relationships+xml"/>
  <Override PartName="/ppt/slides/_rels/slide683.xml.rels" ContentType="application/vnd.openxmlformats-package.relationships+xml"/>
  <Override PartName="/ppt/slides/_rels/slide207.xml.rels" ContentType="application/vnd.openxmlformats-package.relationships+xml"/>
  <Override PartName="/ppt/slides/_rels/slide367.xml.rels" ContentType="application/vnd.openxmlformats-package.relationships+xml"/>
  <Override PartName="/ppt/slides/_rels/slide270.xml.rels" ContentType="application/vnd.openxmlformats-package.relationships+xml"/>
  <Override PartName="/ppt/slides/_rels/slide1397.xml.rels" ContentType="application/vnd.openxmlformats-package.relationships+xml"/>
  <Override PartName="/ppt/slides/_rels/slide1399.xml.rels" ContentType="application/vnd.openxmlformats-package.relationships+xml"/>
  <Override PartName="/ppt/slides/_rels/slide1463.xml.rels" ContentType="application/vnd.openxmlformats-package.relationships+xml"/>
  <Override PartName="/ppt/slides/_rels/slide1386.xml.rels" ContentType="application/vnd.openxmlformats-package.relationships+xml"/>
  <Override PartName="/ppt/slides/_rels/slide110.xml.rels" ContentType="application/vnd.openxmlformats-package.relationships+xml"/>
  <Override PartName="/ppt/slides/_rels/slide522.xml.rels" ContentType="application/vnd.openxmlformats-package.relationships+xml"/>
  <Override PartName="/ppt/slides/_rels/slide1525.xml.rels" ContentType="application/vnd.openxmlformats-package.relationships+xml"/>
  <Override PartName="/ppt/slides/_rels/slide731.xml.rels" ContentType="application/vnd.openxmlformats-package.relationships+xml"/>
  <Override PartName="/ppt/slides/_rels/slide995.xml.rels" ContentType="application/vnd.openxmlformats-package.relationships+xml"/>
  <Override PartName="/ppt/slides/_rels/slide991.xml.rels" ContentType="application/vnd.openxmlformats-package.relationships+xml"/>
  <Override PartName="/ppt/slides/_rels/slide259.xml.rels" ContentType="application/vnd.openxmlformats-package.relationships+xml"/>
  <Override PartName="/ppt/slides/_rels/slide1188.xml.rels" ContentType="application/vnd.openxmlformats-package.relationships+xml"/>
  <Override PartName="/ppt/slides/_rels/slide1572.xml.rels" ContentType="application/vnd.openxmlformats-package.relationships+xml"/>
  <Override PartName="/ppt/slides/_rels/slide1426.xml.rels" ContentType="application/vnd.openxmlformats-package.relationships+xml"/>
  <Override PartName="/ppt/slides/_rels/slide1309.xml.rels" ContentType="application/vnd.openxmlformats-package.relationships+xml"/>
  <Override PartName="/ppt/slides/_rels/slide916.xml.rels" ContentType="application/vnd.openxmlformats-package.relationships+xml"/>
  <Override PartName="/ppt/slides/_rels/slide586.xml.rels" ContentType="application/vnd.openxmlformats-package.relationships+xml"/>
  <Override PartName="/ppt/slides/_rels/slide966.xml.rels" ContentType="application/vnd.openxmlformats-package.relationships+xml"/>
  <Override PartName="/ppt/slides/_rels/slide1621.xml.rels" ContentType="application/vnd.openxmlformats-package.relationships+xml"/>
  <Override PartName="/ppt/slides/_rels/slide213.xml.rels" ContentType="application/vnd.openxmlformats-package.relationships+xml"/>
  <Override PartName="/ppt/slides/_rels/slide144.xml.rels" ContentType="application/vnd.openxmlformats-package.relationships+xml"/>
  <Override PartName="/ppt/slides/_rels/slide973.xml.rels" ContentType="application/vnd.openxmlformats-package.relationships+xml"/>
  <Override PartName="/ppt/slides/_rels/slide1120.xml.rels" ContentType="application/vnd.openxmlformats-package.relationships+xml"/>
  <Override PartName="/ppt/slides/_rels/slide722.xml.rels" ContentType="application/vnd.openxmlformats-package.relationships+xml"/>
  <Override PartName="/ppt/slides/_rels/slide1628.xml.rels" ContentType="application/vnd.openxmlformats-package.relationships+xml"/>
  <Override PartName="/ppt/slides/_rels/slide873.xml.rels" ContentType="application/vnd.openxmlformats-package.relationships+xml"/>
  <Override PartName="/ppt/slides/_rels/slide58.xml.rels" ContentType="application/vnd.openxmlformats-package.relationships+xml"/>
  <Override PartName="/ppt/slides/_rels/slide846.xml.rels" ContentType="application/vnd.openxmlformats-package.relationships+xml"/>
  <Override PartName="/ppt/slides/_rels/slide1617.xml.rels" ContentType="application/vnd.openxmlformats-package.relationships+xml"/>
  <Override PartName="/ppt/slides/_rels/slide1033.xml.rels" ContentType="application/vnd.openxmlformats-package.relationships+xml"/>
  <Override PartName="/ppt/slides/_rels/slide437.xml.rels" ContentType="application/vnd.openxmlformats-package.relationships+xml"/>
  <Override PartName="/ppt/slides/_rels/slide351.xml.rels" ContentType="application/vnd.openxmlformats-package.relationships+xml"/>
  <Override PartName="/ppt/slides/_rels/slide885.xml.rels" ContentType="application/vnd.openxmlformats-package.relationships+xml"/>
  <Override PartName="/ppt/slides/_rels/slide1109.xml.rels" ContentType="application/vnd.openxmlformats-package.relationships+xml"/>
  <Override PartName="/ppt/slides/_rels/slide750.xml.rels" ContentType="application/vnd.openxmlformats-package.relationships+xml"/>
  <Override PartName="/ppt/slides/_rels/slide736.xml.rels" ContentType="application/vnd.openxmlformats-package.relationships+xml"/>
  <Override PartName="/ppt/slides/_rels/slide1136.xml.rels" ContentType="application/vnd.openxmlformats-package.relationships+xml"/>
  <Override PartName="/ppt/slides/_rels/slide540.xml.rels" ContentType="application/vnd.openxmlformats-package.relationships+xml"/>
  <Override PartName="/ppt/slides/_rels/slide1224.xml.rels" ContentType="application/vnd.openxmlformats-package.relationships+xml"/>
  <Override PartName="/ppt/slides/_rels/slide528.xml.rels" ContentType="application/vnd.openxmlformats-package.relationships+xml"/>
  <Override PartName="/ppt/slides/_rels/slide1518.xml.rels" ContentType="application/vnd.openxmlformats-package.relationships+xml"/>
  <Override PartName="/ppt/slides/_rels/slide1318.xml.rels" ContentType="application/vnd.openxmlformats-package.relationships+xml"/>
  <Override PartName="/ppt/slides/_rels/slide500.xml.rels" ContentType="application/vnd.openxmlformats-package.relationships+xml"/>
  <Override PartName="/ppt/slides/_rels/slide1539.xml.rels" ContentType="application/vnd.openxmlformats-package.relationships+xml"/>
  <Override PartName="/ppt/slides/_rels/slide1324.xml.rels" ContentType="application/vnd.openxmlformats-package.relationships+xml"/>
  <Override PartName="/ppt/slides/_rels/slide1257.xml.rels" ContentType="application/vnd.openxmlformats-package.relationships+xml"/>
  <Override PartName="/ppt/slides/_rels/slide1467.xml.rels" ContentType="application/vnd.openxmlformats-package.relationships+xml"/>
  <Override PartName="/ppt/slides/_rels/slide1070.xml.rels" ContentType="application/vnd.openxmlformats-package.relationships+xml"/>
  <Override PartName="/ppt/slides/_rels/slide1273.xml.rels" ContentType="application/vnd.openxmlformats-package.relationships+xml"/>
  <Override PartName="/ppt/slides/_rels/slide1607.xml.rels" ContentType="application/vnd.openxmlformats-package.relationships+xml"/>
  <Override PartName="/ppt/slides/_rels/slide150.xml.rels" ContentType="application/vnd.openxmlformats-package.relationships+xml"/>
  <Override PartName="/ppt/slides/_rels/slide59.xml.rels" ContentType="application/vnd.openxmlformats-package.relationships+xml"/>
  <Override PartName="/ppt/slides/_rels/slide1223.xml.rels" ContentType="application/vnd.openxmlformats-package.relationships+xml"/>
  <Override PartName="/ppt/slides/_rels/slide1183.xml.rels" ContentType="application/vnd.openxmlformats-package.relationships+xml"/>
  <Override PartName="/ppt/slides/_rels/slide961.xml.rels" ContentType="application/vnd.openxmlformats-package.relationships+xml"/>
  <Override PartName="/ppt/slides/_rels/slide643.xml.rels" ContentType="application/vnd.openxmlformats-package.relationships+xml"/>
  <Override PartName="/ppt/slides/_rels/slide887.xml.rels" ContentType="application/vnd.openxmlformats-package.relationships+xml"/>
  <Override PartName="/ppt/slides/_rels/slide771.xml.rels" ContentType="application/vnd.openxmlformats-package.relationships+xml"/>
  <Override PartName="/ppt/slides/_rels/slide904.xml.rels" ContentType="application/vnd.openxmlformats-package.relationships+xml"/>
  <Override PartName="/ppt/slides/_rels/slide444.xml.rels" ContentType="application/vnd.openxmlformats-package.relationships+xml"/>
  <Override PartName="/ppt/slides/_rels/slide953.xml.rels" ContentType="application/vnd.openxmlformats-package.relationships+xml"/>
  <Override PartName="/ppt/slides/_rels/slide1088.xml.rels" ContentType="application/vnd.openxmlformats-package.relationships+xml"/>
  <Override PartName="/ppt/slides/_rels/slide1606.xml.rels" ContentType="application/vnd.openxmlformats-package.relationships+xml"/>
  <Override PartName="/ppt/slides/_rels/slide575.xml.rels" ContentType="application/vnd.openxmlformats-package.relationships+xml"/>
  <Override PartName="/ppt/slides/_rels/slide92.xml.rels" ContentType="application/vnd.openxmlformats-package.relationships+xml"/>
  <Override PartName="/ppt/slides/_rels/slide613.xml.rels" ContentType="application/vnd.openxmlformats-package.relationships+xml"/>
  <Override PartName="/ppt/slides/_rels/slide1118.xml.rels" ContentType="application/vnd.openxmlformats-package.relationships+xml"/>
  <Override PartName="/ppt/slides/_rels/slide1142.xml.rels" ContentType="application/vnd.openxmlformats-package.relationships+xml"/>
  <Override PartName="/ppt/slides/_rels/slide1458.xml.rels" ContentType="application/vnd.openxmlformats-package.relationships+xml"/>
  <Override PartName="/ppt/slides/_rels/slide697.xml.rels" ContentType="application/vnd.openxmlformats-package.relationships+xml"/>
  <Override PartName="/ppt/slides/_rels/slide151.xml.rels" ContentType="application/vnd.openxmlformats-package.relationships+xml"/>
  <Override PartName="/ppt/slides/_rels/slide913.xml.rels" ContentType="application/vnd.openxmlformats-package.relationships+xml"/>
  <Override PartName="/ppt/slides/_rels/slide18.xml.rels" ContentType="application/vnd.openxmlformats-package.relationships+xml"/>
  <Override PartName="/ppt/slides/_rels/slide1215.xml.rels" ContentType="application/vnd.openxmlformats-package.relationships+xml"/>
  <Override PartName="/ppt/slides/_rels/slide843.xml.rels" ContentType="application/vnd.openxmlformats-package.relationships+xml"/>
  <Override PartName="/ppt/slides/_rels/slide752.xml.rels" ContentType="application/vnd.openxmlformats-package.relationships+xml"/>
  <Override PartName="/ppt/slides/_rels/slide507.xml.rels" ContentType="application/vnd.openxmlformats-package.relationships+xml"/>
  <Override PartName="/ppt/slides/_rels/slide1213.xml.rels" ContentType="application/vnd.openxmlformats-package.relationships+xml"/>
  <Override PartName="/ppt/slides/_rels/slide1212.xml.rels" ContentType="application/vnd.openxmlformats-package.relationships+xml"/>
  <Override PartName="/ppt/slides/_rels/slide256.xml.rels" ContentType="application/vnd.openxmlformats-package.relationships+xml"/>
  <Override PartName="/ppt/slides/_rels/slide878.xml.rels" ContentType="application/vnd.openxmlformats-package.relationships+xml"/>
  <Override PartName="/ppt/slides/_rels/slide1358.xml.rels" ContentType="application/vnd.openxmlformats-package.relationships+xml"/>
  <Override PartName="/ppt/slides/_rels/slide271.xml.rels" ContentType="application/vnd.openxmlformats-package.relationships+xml"/>
  <Override PartName="/ppt/slides/_rels/slide559.xml.rels" ContentType="application/vnd.openxmlformats-package.relationships+xml"/>
  <Override PartName="/ppt/slides/_rels/slide682.xml.rels" ContentType="application/vnd.openxmlformats-package.relationships+xml"/>
  <Override PartName="/ppt/slides/_rels/slide780.xml.rels" ContentType="application/vnd.openxmlformats-package.relationships+xml"/>
  <Override PartName="/ppt/slides/_rels/slide1210.xml.rels" ContentType="application/vnd.openxmlformats-package.relationships+xml"/>
  <Override PartName="/ppt/slides/_rels/slide174.xml.rels" ContentType="application/vnd.openxmlformats-package.relationships+xml"/>
  <Override PartName="/ppt/slides/_rels/slide999.xml.rels" ContentType="application/vnd.openxmlformats-package.relationships+xml"/>
  <Override PartName="/ppt/slides/_rels/slide803.xml.rels" ContentType="application/vnd.openxmlformats-package.relationships+xml"/>
  <Override PartName="/ppt/slides/_rels/slide287.xml.rels" ContentType="application/vnd.openxmlformats-package.relationships+xml"/>
  <Override PartName="/ppt/slides/_rels/slide625.xml.rels" ContentType="application/vnd.openxmlformats-package.relationships+xml"/>
  <Override PartName="/ppt/slides/_rels/slide8.xml.rels" ContentType="application/vnd.openxmlformats-package.relationships+xml"/>
  <Override PartName="/ppt/slides/_rels/slide386.xml.rels" ContentType="application/vnd.openxmlformats-package.relationships+xml"/>
  <Override PartName="/ppt/slides/_rels/slide14.xml.rels" ContentType="application/vnd.openxmlformats-package.relationships+xml"/>
  <Override PartName="/ppt/slides/_rels/slide651.xml.rels" ContentType="application/vnd.openxmlformats-package.relationships+xml"/>
  <Override PartName="/ppt/slides/_rels/slide261.xml.rels" ContentType="application/vnd.openxmlformats-package.relationships+xml"/>
  <Override PartName="/ppt/slides/_rels/slide1374.xml.rels" ContentType="application/vnd.openxmlformats-package.relationships+xml"/>
  <Override PartName="/ppt/slides/_rels/slide241.xml.rels" ContentType="application/vnd.openxmlformats-package.relationships+xml"/>
  <Override PartName="/ppt/slides/_rels/slide482.xml.rels" ContentType="application/vnd.openxmlformats-package.relationships+xml"/>
  <Override PartName="/ppt/slides/_rels/slide265.xml.rels" ContentType="application/vnd.openxmlformats-package.relationships+xml"/>
  <Override PartName="/ppt/slides/_rels/slide1073.xml.rels" ContentType="application/vnd.openxmlformats-package.relationships+xml"/>
  <Override PartName="/ppt/slides/_rels/slide140.xml.rels" ContentType="application/vnd.openxmlformats-package.relationships+xml"/>
  <Override PartName="/ppt/slides/_rels/slide893.xml.rels" ContentType="application/vnd.openxmlformats-package.relationships+xml"/>
  <Override PartName="/ppt/slides/_rels/slide383.xml.rels" ContentType="application/vnd.openxmlformats-package.relationships+xml"/>
  <Override PartName="/ppt/slides/_rels/slide611.xml.rels" ContentType="application/vnd.openxmlformats-package.relationships+xml"/>
  <Override PartName="/ppt/slides/_rels/slide1439.xml.rels" ContentType="application/vnd.openxmlformats-package.relationships+xml"/>
  <Override PartName="/ppt/slides/_rels/slide1377.xml.rels" ContentType="application/vnd.openxmlformats-package.relationships+xml"/>
  <Override PartName="/ppt/slides/_rels/slide1393.xml.rels" ContentType="application/vnd.openxmlformats-package.relationships+xml"/>
  <Override PartName="/ppt/slides/_rels/slide1612.xml.rels" ContentType="application/vnd.openxmlformats-package.relationships+xml"/>
  <Override PartName="/ppt/slides/_rels/slide123.xml.rels" ContentType="application/vnd.openxmlformats-package.relationships+xml"/>
  <Override PartName="/ppt/slides/_rels/slide24.xml.rels" ContentType="application/vnd.openxmlformats-package.relationships+xml"/>
  <Override PartName="/ppt/slides/_rels/slide1037.xml.rels" ContentType="application/vnd.openxmlformats-package.relationships+xml"/>
  <Override PartName="/ppt/slides/_rels/slide562.xml.rels" ContentType="application/vnd.openxmlformats-package.relationships+xml"/>
  <Override PartName="/ppt/slides/_rels/slide107.xml.rels" ContentType="application/vnd.openxmlformats-package.relationships+xml"/>
  <Override PartName="/ppt/slides/_rels/slide1587.xml.rels" ContentType="application/vnd.openxmlformats-package.relationships+xml"/>
  <Override PartName="/ppt/slides/_rels/slide420.xml.rels" ContentType="application/vnd.openxmlformats-package.relationships+xml"/>
  <Override PartName="/ppt/slides/_rels/slide255.xml.rels" ContentType="application/vnd.openxmlformats-package.relationships+xml"/>
  <Override PartName="/ppt/slides/_rels/slide1498.xml.rels" ContentType="application/vnd.openxmlformats-package.relationships+xml"/>
  <Override PartName="/ppt/slides/_rels/slide801.xml.rels" ContentType="application/vnd.openxmlformats-package.relationships+xml"/>
  <Override PartName="/ppt/slides/_rels/slide130.xml.rels" ContentType="application/vnd.openxmlformats-package.relationships+xml"/>
  <Override PartName="/ppt/slides/_rels/slide1522.xml.rels" ContentType="application/vnd.openxmlformats-package.relationships+xml"/>
  <Override PartName="/ppt/slides/_rels/slide238.xml.rels" ContentType="application/vnd.openxmlformats-package.relationships+xml"/>
  <Override PartName="/ppt/slides/_rels/slide155.xml.rels" ContentType="application/vnd.openxmlformats-package.relationships+xml"/>
  <Override PartName="/ppt/slides/_rels/slide975.xml.rels" ContentType="application/vnd.openxmlformats-package.relationships+xml"/>
  <Override PartName="/ppt/slides/_rels/slide578.xml.rels" ContentType="application/vnd.openxmlformats-package.relationships+xml"/>
  <Override PartName="/ppt/slides/_rels/slide849.xml.rels" ContentType="application/vnd.openxmlformats-package.relationships+xml"/>
  <Override PartName="/ppt/slides/_rels/slide1245.xml.rels" ContentType="application/vnd.openxmlformats-package.relationships+xml"/>
  <Override PartName="/ppt/slides/_rels/slide749.xml.rels" ContentType="application/vnd.openxmlformats-package.relationships+xml"/>
  <Override PartName="/ppt/slides/_rels/slide296.xml.rels" ContentType="application/vnd.openxmlformats-package.relationships+xml"/>
  <Override PartName="/ppt/slides/_rels/slide467.xml.rels" ContentType="application/vnd.openxmlformats-package.relationships+xml"/>
  <Override PartName="/ppt/slides/_rels/slide992.xml.rels" ContentType="application/vnd.openxmlformats-package.relationships+xml"/>
  <Override PartName="/ppt/slides/_rels/slide1575.xml.rels" ContentType="application/vnd.openxmlformats-package.relationships+xml"/>
  <Override PartName="/ppt/slides/_rels/slide677.xml.rels" ContentType="application/vnd.openxmlformats-package.relationships+xml"/>
  <Override PartName="/ppt/slides/_rels/slide869.xml.rels" ContentType="application/vnd.openxmlformats-package.relationships+xml"/>
  <Override PartName="/ppt/slides/_rels/slide845.xml.rels" ContentType="application/vnd.openxmlformats-package.relationships+xml"/>
  <Override PartName="/ppt/slides/_rels/slide1330.xml.rels" ContentType="application/vnd.openxmlformats-package.relationships+xml"/>
  <Override PartName="/ppt/slides/_rels/slide391.xml.rels" ContentType="application/vnd.openxmlformats-package.relationships+xml"/>
  <Override PartName="/ppt/slides/_rels/slide868.xml.rels" ContentType="application/vnd.openxmlformats-package.relationships+xml"/>
  <Override PartName="/ppt/slides/_rels/slide1174.xml.rels" ContentType="application/vnd.openxmlformats-package.relationships+xml"/>
  <Override PartName="/ppt/slides/_rels/slide1410.xml.rels" ContentType="application/vnd.openxmlformats-package.relationships+xml"/>
  <Override PartName="/ppt/slides/_rels/slide1558.xml.rels" ContentType="application/vnd.openxmlformats-package.relationships+xml"/>
  <Override PartName="/ppt/slides/_rels/slide1376.xml.rels" ContentType="application/vnd.openxmlformats-package.relationships+xml"/>
  <Override PartName="/ppt/slides/_rels/slide311.xml.rels" ContentType="application/vnd.openxmlformats-package.relationships+xml"/>
  <Override PartName="/ppt/slides/_rels/slide465.xml.rels" ContentType="application/vnd.openxmlformats-package.relationships+xml"/>
  <Override PartName="/ppt/slides/_rels/slide1093.xml.rels" ContentType="application/vnd.openxmlformats-package.relationships+xml"/>
  <Override PartName="/ppt/slides/_rels/slide776.xml.rels" ContentType="application/vnd.openxmlformats-package.relationships+xml"/>
  <Override PartName="/ppt/slides/_rels/slide1297.xml.rels" ContentType="application/vnd.openxmlformats-package.relationships+xml"/>
  <Override PartName="/ppt/slides/_rels/slide1486.xml.rels" ContentType="application/vnd.openxmlformats-package.relationships+xml"/>
  <Override PartName="/ppt/slides/_rels/slide1039.xml.rels" ContentType="application/vnd.openxmlformats-package.relationships+xml"/>
  <Override PartName="/ppt/slides/_rels/slide900.xml.rels" ContentType="application/vnd.openxmlformats-package.relationships+xml"/>
  <Override PartName="/ppt/slides/_rels/slide521.xml.rels" ContentType="application/vnd.openxmlformats-package.relationships+xml"/>
  <Override PartName="/ppt/slides/_rels/slide517.xml.rels" ContentType="application/vnd.openxmlformats-package.relationships+xml"/>
  <Override PartName="/ppt/slides/_rels/slide147.xml.rels" ContentType="application/vnd.openxmlformats-package.relationships+xml"/>
  <Override PartName="/ppt/slides/_rels/slide1203.xml.rels" ContentType="application/vnd.openxmlformats-package.relationships+xml"/>
  <Override PartName="/ppt/slides/_rels/slide866.xml.rels" ContentType="application/vnd.openxmlformats-package.relationships+xml"/>
  <Override PartName="/ppt/slides/_rels/slide1479.xml.rels" ContentType="application/vnd.openxmlformats-package.relationships+xml"/>
  <Override PartName="/ppt/slides/_rels/slide1529.xml.rels" ContentType="application/vnd.openxmlformats-package.relationships+xml"/>
  <Override PartName="/ppt/slides/_rels/slide370.xml.rels" ContentType="application/vnd.openxmlformats-package.relationships+xml"/>
  <Override PartName="/ppt/slides/_rels/slide588.xml.rels" ContentType="application/vnd.openxmlformats-package.relationships+xml"/>
  <Override PartName="/ppt/slides/_rels/slide175.xml.rels" ContentType="application/vnd.openxmlformats-package.relationships+xml"/>
  <Override PartName="/ppt/slides/_rels/slide499.xml.rels" ContentType="application/vnd.openxmlformats-package.relationships+xml"/>
  <Override PartName="/ppt/slides/_rels/slide376.xml.rels" ContentType="application/vnd.openxmlformats-package.relationships+xml"/>
  <Override PartName="/ppt/slides/_rels/slide1211.xml.rels" ContentType="application/vnd.openxmlformats-package.relationships+xml"/>
  <Override PartName="/ppt/slides/_rels/slide1368.xml.rels" ContentType="application/vnd.openxmlformats-package.relationships+xml"/>
  <Override PartName="/ppt/slides/_rels/slide285.xml.rels" ContentType="application/vnd.openxmlformats-package.relationships+xml"/>
  <Override PartName="/ppt/slides/_rels/slide15.xml.rels" ContentType="application/vnd.openxmlformats-package.relationships+xml"/>
  <Override PartName="/ppt/slides/_rels/slide888.xml.rels" ContentType="application/vnd.openxmlformats-package.relationships+xml"/>
  <Override PartName="/ppt/slides/_rels/slide1049.xml.rels" ContentType="application/vnd.openxmlformats-package.relationships+xml"/>
  <Override PartName="/ppt/slides/_rels/slide13.xml.rels" ContentType="application/vnd.openxmlformats-package.relationships+xml"/>
  <Override PartName="/ppt/slides/_rels/slide777.xml.rels" ContentType="application/vnd.openxmlformats-package.relationships+xml"/>
  <Override PartName="/ppt/slides/_rels/slide1162.xml.rels" ContentType="application/vnd.openxmlformats-package.relationships+xml"/>
  <Override PartName="/ppt/slides/_rels/slide377.xml.rels" ContentType="application/vnd.openxmlformats-package.relationships+xml"/>
  <Override PartName="/ppt/slides/_rels/slide1601.xml.rels" ContentType="application/vnd.openxmlformats-package.relationships+xml"/>
  <Override PartName="/ppt/slides/_rels/slide436.xml.rels" ContentType="application/vnd.openxmlformats-package.relationships+xml"/>
  <Override PartName="/ppt/slides/_rels/slide898.xml.rels" ContentType="application/vnd.openxmlformats-package.relationships+xml"/>
  <Override PartName="/ppt/slides/_rels/slide156.xml.rels" ContentType="application/vnd.openxmlformats-package.relationships+xml"/>
  <Override PartName="/ppt/slides/_rels/slide330.xml.rels" ContentType="application/vnd.openxmlformats-package.relationships+xml"/>
  <Override PartName="/ppt/slides/_rels/slide7.xml.rels" ContentType="application/vnd.openxmlformats-package.relationships+xml"/>
  <Override PartName="/ppt/slides/_rels/slide1340.xml.rels" ContentType="application/vnd.openxmlformats-package.relationships+xml"/>
  <Override PartName="/ppt/slides/_rels/slide1003.xml.rels" ContentType="application/vnd.openxmlformats-package.relationships+xml"/>
  <Override PartName="/ppt/slides/_rels/slide1512.xml.rels" ContentType="application/vnd.openxmlformats-package.relationships+xml"/>
  <Override PartName="/ppt/slides/_rels/slide260.xml.rels" ContentType="application/vnd.openxmlformats-package.relationships+xml"/>
  <Override PartName="/ppt/slides/_rels/slide1144.xml.rels" ContentType="application/vnd.openxmlformats-package.relationships+xml"/>
  <Override PartName="/ppt/slides/_rels/slide720.xml.rels" ContentType="application/vnd.openxmlformats-package.relationships+xml"/>
  <Override PartName="/ppt/slides/_rels/slide1019.xml.rels" ContentType="application/vnd.openxmlformats-package.relationships+xml"/>
  <Override PartName="/ppt/slides/_rels/slide811.xml.rels" ContentType="application/vnd.openxmlformats-package.relationships+xml"/>
  <Override PartName="/ppt/slides/_rels/slide286.xml.rels" ContentType="application/vnd.openxmlformats-package.relationships+xml"/>
  <Override PartName="/ppt/slides/_rels/slide841.xml.rels" ContentType="application/vnd.openxmlformats-package.relationships+xml"/>
  <Override PartName="/ppt/slides/_rels/slide318.xml.rels" ContentType="application/vnd.openxmlformats-package.relationships+xml"/>
  <Override PartName="/ppt/slides/_rels/slide1244.xml.rels" ContentType="application/vnd.openxmlformats-package.relationships+xml"/>
  <Override PartName="/ppt/slides/_rels/slide1359.xml.rels" ContentType="application/vnd.openxmlformats-package.relationships+xml"/>
  <Override PartName="/ppt/slides/_rels/slide1605.xml.rels" ContentType="application/vnd.openxmlformats-package.relationships+xml"/>
  <Override PartName="/ppt/slides/_rels/slide1146.xml.rels" ContentType="application/vnd.openxmlformats-package.relationships+xml"/>
  <Override PartName="/ppt/slides/_rels/slide619.xml.rels" ContentType="application/vnd.openxmlformats-package.relationships+xml"/>
  <Override PartName="/ppt/slides/_rels/slide1353.xml.rels" ContentType="application/vnd.openxmlformats-package.relationships+xml"/>
  <Override PartName="/ppt/slides/_rels/slide136.xml.rels" ContentType="application/vnd.openxmlformats-package.relationships+xml"/>
  <Override PartName="/ppt/slides/_rels/slide970.xml.rels" ContentType="application/vnd.openxmlformats-package.relationships+xml"/>
  <Override PartName="/ppt/slides/_rels/slide1527.xml.rels" ContentType="application/vnd.openxmlformats-package.relationships+xml"/>
  <Override PartName="/ppt/slides/_rels/slide1134.xml.rels" ContentType="application/vnd.openxmlformats-package.relationships+xml"/>
  <Override PartName="/ppt/slides/_rels/slide1477.xml.rels" ContentType="application/vnd.openxmlformats-package.relationships+xml"/>
  <Override PartName="/ppt/slides/_rels/slide1573.xml.rels" ContentType="application/vnd.openxmlformats-package.relationships+xml"/>
  <Override PartName="/ppt/slides/_rels/slide1131.xml.rels" ContentType="application/vnd.openxmlformats-package.relationships+xml"/>
  <Override PartName="/ppt/slides/_rels/slide877.xml.rels" ContentType="application/vnd.openxmlformats-package.relationships+xml"/>
  <Override PartName="/ppt/slides/_rels/slide954.xml.rels" ContentType="application/vnd.openxmlformats-package.relationships+xml"/>
  <Override PartName="/ppt/slides/_rels/slide1228.xml.rels" ContentType="application/vnd.openxmlformats-package.relationships+xml"/>
  <Override PartName="/ppt/slides/_rels/slide254.xml.rels" ContentType="application/vnd.openxmlformats-package.relationships+xml"/>
  <Override PartName="/ppt/slides/_rels/slide712.xml.rels" ContentType="application/vnd.openxmlformats-package.relationships+xml"/>
  <Override PartName="/ppt/slides/_rels/slide960.xml.rels" ContentType="application/vnd.openxmlformats-package.relationships+xml"/>
  <Override PartName="/ppt/slides/_rels/slide539.xml.rels" ContentType="application/vnd.openxmlformats-package.relationships+xml"/>
  <Override PartName="/ppt/slides/_rels/slide1501.xml.rels" ContentType="application/vnd.openxmlformats-package.relationships+xml"/>
  <Override PartName="/ppt/slides/_rels/slide282.xml.rels" ContentType="application/vnd.openxmlformats-package.relationships+xml"/>
  <Override PartName="/ppt/slides/_rels/slide319.xml.rels" ContentType="application/vnd.openxmlformats-package.relationships+xml"/>
  <Override PartName="/ppt/slides/_rels/slide306.xml.rels" ContentType="application/vnd.openxmlformats-package.relationships+xml"/>
  <Override PartName="/ppt/slides/_rels/slide550.xml.rels" ContentType="application/vnd.openxmlformats-package.relationships+xml"/>
  <Override PartName="/ppt/slides/_rels/slide226.xml.rels" ContentType="application/vnd.openxmlformats-package.relationships+xml"/>
  <Override PartName="/ppt/slides/_rels/slide1546.xml.rels" ContentType="application/vnd.openxmlformats-package.relationships+xml"/>
  <Override PartName="/ppt/slides/_rels/slide691.xml.rels" ContentType="application/vnd.openxmlformats-package.relationships+xml"/>
  <Override PartName="/ppt/slides/_rels/slide246.xml.rels" ContentType="application/vnd.openxmlformats-package.relationships+xml"/>
  <Override PartName="/ppt/slides/_rels/slide1431.xml.rels" ContentType="application/vnd.openxmlformats-package.relationships+xml"/>
  <Override PartName="/ppt/slides/_rels/slide300.xml.rels" ContentType="application/vnd.openxmlformats-package.relationships+xml"/>
  <Override PartName="/ppt/slides/_rels/slide1405.xml.rels" ContentType="application/vnd.openxmlformats-package.relationships+xml"/>
  <Override PartName="/ppt/slides/_rels/slide350.xml.rels" ContentType="application/vnd.openxmlformats-package.relationships+xml"/>
  <Override PartName="/ppt/slides/_rels/slide513.xml.rels" ContentType="application/vnd.openxmlformats-package.relationships+xml"/>
  <Override PartName="/ppt/slides/_rels/slide879.xml.rels" ContentType="application/vnd.openxmlformats-package.relationships+xml"/>
  <Override PartName="/ppt/slides/_rels/slide935.xml.rels" ContentType="application/vnd.openxmlformats-package.relationships+xml"/>
  <Override PartName="/ppt/slides/_rels/slide927.xml.rels" ContentType="application/vnd.openxmlformats-package.relationships+xml"/>
  <Override PartName="/ppt/slides/_rels/slide1018.xml.rels" ContentType="application/vnd.openxmlformats-package.relationships+xml"/>
  <Override PartName="/ppt/slides/_rels/slide853.xml.rels" ContentType="application/vnd.openxmlformats-package.relationships+xml"/>
  <Override PartName="/ppt/slides/_rels/slide570.xml.rels" ContentType="application/vnd.openxmlformats-package.relationships+xml"/>
  <Override PartName="/ppt/slides/_rels/slide656.xml.rels" ContentType="application/vnd.openxmlformats-package.relationships+xml"/>
  <Override PartName="/ppt/slides/_rels/slide939.xml.rels" ContentType="application/vnd.openxmlformats-package.relationships+xml"/>
  <Override PartName="/ppt/slides/_rels/slide410.xml.rels" ContentType="application/vnd.openxmlformats-package.relationships+xml"/>
  <Override PartName="/ppt/slides/_rels/slide263.xml.rels" ContentType="application/vnd.openxmlformats-package.relationships+xml"/>
  <Override PartName="/ppt/slides/_rels/slide1251.xml.rels" ContentType="application/vnd.openxmlformats-package.relationships+xml"/>
  <Override PartName="/ppt/slides/_rels/slide398.xml.rels" ContentType="application/vnd.openxmlformats-package.relationships+xml"/>
  <Override PartName="/ppt/slides/_rels/slide1389.xml.rels" ContentType="application/vnd.openxmlformats-package.relationships+xml"/>
  <Override PartName="/ppt/slides/_rels/slide1112.xml.rels" ContentType="application/vnd.openxmlformats-package.relationships+xml"/>
  <Override PartName="/ppt/slides/_rels/slide109.xml.rels" ContentType="application/vnd.openxmlformats-package.relationships+xml"/>
  <Override PartName="/ppt/slides/_rels/slide716.xml.rels" ContentType="application/vnd.openxmlformats-package.relationships+xml"/>
  <Override PartName="/ppt/slides/_rels/slide276.xml.rels" ContentType="application/vnd.openxmlformats-package.relationships+xml"/>
  <Override PartName="/ppt/slides/_rels/slide1013.xml.rels" ContentType="application/vnd.openxmlformats-package.relationships+xml"/>
  <Override PartName="/ppt/slides/_rels/slide974.xml.rels" ContentType="application/vnd.openxmlformats-package.relationships+xml"/>
  <Override PartName="/ppt/slides/_rels/slide589.xml.rels" ContentType="application/vnd.openxmlformats-package.relationships+xml"/>
  <Override PartName="/ppt/slides/_rels/slide154.xml.rels" ContentType="application/vnd.openxmlformats-package.relationships+xml"/>
  <Override PartName="/ppt/slides/_rels/slide1177.xml.rels" ContentType="application/vnd.openxmlformats-package.relationships+xml"/>
  <Override PartName="/ppt/slides/_rels/slide1430.xml.rels" ContentType="application/vnd.openxmlformats-package.relationships+xml"/>
  <Override PartName="/ppt/slides/_rels/slide951.xml.rels" ContentType="application/vnd.openxmlformats-package.relationships+xml"/>
  <Override PartName="/ppt/slides/_rels/slide1339.xml.rels" ContentType="application/vnd.openxmlformats-package.relationships+xml"/>
  <Override PartName="/ppt/slides/_rels/slide272.xml.rels" ContentType="application/vnd.openxmlformats-package.relationships+xml"/>
  <Override PartName="/ppt/slides/_rels/slide1179.xml.rels" ContentType="application/vnd.openxmlformats-package.relationships+xml"/>
  <Override PartName="/ppt/slides/_rels/slide199.xml.rels" ContentType="application/vnd.openxmlformats-package.relationships+xml"/>
  <Override PartName="/ppt/slides/_rels/slide344.xml.rels" ContentType="application/vnd.openxmlformats-package.relationships+xml"/>
  <Override PartName="/ppt/slides/_rels/slide9.xml.rels" ContentType="application/vnd.openxmlformats-package.relationships+xml"/>
  <Override PartName="/ppt/slides/_rels/slide972.xml.rels" ContentType="application/vnd.openxmlformats-package.relationships+xml"/>
  <Override PartName="/ppt/slides/_rels/slide262.xml.rels" ContentType="application/vnd.openxmlformats-package.relationships+xml"/>
  <Override PartName="/ppt/slides/_rels/slide96.xml.rels" ContentType="application/vnd.openxmlformats-package.relationships+xml"/>
  <Override PartName="/ppt/slides/_rels/slide309.xml.rels" ContentType="application/vnd.openxmlformats-package.relationships+xml"/>
  <Override PartName="/ppt/slides/_rels/slide1570.xml.rels" ContentType="application/vnd.openxmlformats-package.relationships+xml"/>
  <Override PartName="/ppt/slides/_rels/slide815.xml.rels" ContentType="application/vnd.openxmlformats-package.relationships+xml"/>
  <Override PartName="/ppt/slides/_rels/slide1204.xml.rels" ContentType="application/vnd.openxmlformats-package.relationships+xml"/>
  <Override PartName="/ppt/slides/_rels/slide1603.xml.rels" ContentType="application/vnd.openxmlformats-package.relationships+xml"/>
  <Override PartName="/ppt/slides/_rels/slide984.xml.rels" ContentType="application/vnd.openxmlformats-package.relationships+xml"/>
  <Override PartName="/ppt/slides/_rels/slide1351.xml.rels" ContentType="application/vnd.openxmlformats-package.relationships+xml"/>
  <Override PartName="/ppt/slides/_rels/slide740.xml.rels" ContentType="application/vnd.openxmlformats-package.relationships+xml"/>
  <Override PartName="/ppt/slides/_rels/slide646.xml.rels" ContentType="application/vnd.openxmlformats-package.relationships+xml"/>
  <Override PartName="/ppt/slides/_rels/slide201.xml.rels" ContentType="application/vnd.openxmlformats-package.relationships+xml"/>
  <Override PartName="/ppt/slides/_rels/slide1145.xml.rels" ContentType="application/vnd.openxmlformats-package.relationships+xml"/>
  <Override PartName="/ppt/slides/_rels/slide239.xml.rels" ContentType="application/vnd.openxmlformats-package.relationships+xml"/>
  <Override PartName="/ppt/slides/_rels/slide86.xml.rels" ContentType="application/vnd.openxmlformats-package.relationships+xml"/>
  <Override PartName="/ppt/slides/_rels/slide17.xml.rels" ContentType="application/vnd.openxmlformats-package.relationships+xml"/>
  <Override PartName="/ppt/slides/_rels/slide830.xml.rels" ContentType="application/vnd.openxmlformats-package.relationships+xml"/>
  <Override PartName="/ppt/slides/_rels/slide264.xml.rels" ContentType="application/vnd.openxmlformats-package.relationships+xml"/>
  <Override PartName="/ppt/slides/_rels/slide216.xml.rels" ContentType="application/vnd.openxmlformats-package.relationships+xml"/>
  <Override PartName="/ppt/slides/_rels/slide615.xml.rels" ContentType="application/vnd.openxmlformats-package.relationships+xml"/>
  <Override PartName="/ppt/slides/_rels/slide1325.xml.rels" ContentType="application/vnd.openxmlformats-package.relationships+xml"/>
  <Override PartName="/ppt/slides/_rels/slide353.xml.rels" ContentType="application/vnd.openxmlformats-package.relationships+xml"/>
  <Override PartName="/ppt/slides/_rels/slide863.xml.rels" ContentType="application/vnd.openxmlformats-package.relationships+xml"/>
  <Override PartName="/ppt/slides/_rels/slide461.xml.rels" ContentType="application/vnd.openxmlformats-package.relationships+xml"/>
  <Override PartName="/ppt/slides/_rels/slide1249.xml.rels" ContentType="application/vnd.openxmlformats-package.relationships+xml"/>
  <Override PartName="/ppt/slides/slide168.xml" ContentType="application/vnd.openxmlformats-officedocument.presentationml.slide+xml"/>
  <Override PartName="/ppt/slides/slide1090.xml" ContentType="application/vnd.openxmlformats-officedocument.presentationml.slide+xml"/>
  <Override PartName="/ppt/slides/slide867.xml" ContentType="application/vnd.openxmlformats-officedocument.presentationml.slide+xml"/>
  <Override PartName="/ppt/slides/slide215.xml" ContentType="application/vnd.openxmlformats-officedocument.presentationml.slide+xml"/>
  <Override PartName="/ppt/slides/slide1156.xml" ContentType="application/vnd.openxmlformats-officedocument.presentationml.slide+xml"/>
  <Override PartName="/ppt/slides/slide1316.xml" ContentType="application/vnd.openxmlformats-officedocument.presentationml.slide+xml"/>
  <Override PartName="/ppt/slides/slide1566.xml" ContentType="application/vnd.openxmlformats-officedocument.presentationml.slide+xml"/>
  <Override PartName="/ppt/slides/slide1132.xml" ContentType="application/vnd.openxmlformats-officedocument.presentationml.slide+xml"/>
  <Override PartName="/ppt/slides/slide1095.xml" ContentType="application/vnd.openxmlformats-officedocument.presentationml.slide+xml"/>
  <Override PartName="/ppt/slides/slide702.xml" ContentType="application/vnd.openxmlformats-officedocument.presentationml.slide+xml"/>
  <Override PartName="/ppt/slides/slide584.xml" ContentType="application/vnd.openxmlformats-officedocument.presentationml.slide+xml"/>
  <Override PartName="/ppt/slides/slide81.xml" ContentType="application/vnd.openxmlformats-officedocument.presentationml.slide+xml"/>
  <Override PartName="/ppt/slides/slide120.xml" ContentType="application/vnd.openxmlformats-officedocument.presentationml.slide+xml"/>
  <Override PartName="/ppt/slides/slide531.xml" ContentType="application/vnd.openxmlformats-officedocument.presentationml.slide+xml"/>
  <Override PartName="/ppt/slides/slide1591.xml" ContentType="application/vnd.openxmlformats-officedocument.presentationml.slide+xml"/>
  <Override PartName="/ppt/slides/slide1401.xml" ContentType="application/vnd.openxmlformats-officedocument.presentationml.slide+xml"/>
  <Override PartName="/ppt/slides/slide514.xml" ContentType="application/vnd.openxmlformats-officedocument.presentationml.slide+xml"/>
  <Override PartName="/ppt/slides/slide896.xml" ContentType="application/vnd.openxmlformats-officedocument.presentationml.slide+xml"/>
  <Override PartName="/ppt/slides/slide211.xml" ContentType="application/vnd.openxmlformats-officedocument.presentationml.slide+xml"/>
  <Override PartName="/ppt/slides/slide1151.xml" ContentType="application/vnd.openxmlformats-officedocument.presentationml.slide+xml"/>
  <Override PartName="/ppt/slides/slide868.xml" ContentType="application/vnd.openxmlformats-officedocument.presentationml.slide+xml"/>
  <Override PartName="/ppt/slides/slide1517.xml" ContentType="application/vnd.openxmlformats-officedocument.presentationml.slide+xml"/>
  <Override PartName="/ppt/slides/slide1567.xml" ContentType="application/vnd.openxmlformats-officedocument.presentationml.slide+xml"/>
  <Override PartName="/ppt/slides/slide1043.xml" ContentType="application/vnd.openxmlformats-officedocument.presentationml.slide+xml"/>
  <Override PartName="/ppt/slides/slide1102.xml" ContentType="application/vnd.openxmlformats-officedocument.presentationml.slide+xml"/>
  <Override PartName="/ppt/slides/slide703.xml" ContentType="application/vnd.openxmlformats-officedocument.presentationml.slide+xml"/>
  <Override PartName="/ppt/slides/slide908.xml" ContentType="application/vnd.openxmlformats-officedocument.presentationml.slide+xml"/>
  <Override PartName="/ppt/slides/slide1473.xml" ContentType="application/vnd.openxmlformats-officedocument.presentationml.slide+xml"/>
  <Override PartName="/ppt/slides/slide950.xml" ContentType="application/vnd.openxmlformats-officedocument.presentationml.slide+xml"/>
  <Override PartName="/ppt/slides/slide1049.xml" ContentType="application/vnd.openxmlformats-officedocument.presentationml.slide+xml"/>
  <Override PartName="/ppt/slides/slide869.xml" ContentType="application/vnd.openxmlformats-officedocument.presentationml.slide+xml"/>
  <Override PartName="/ppt/slides/slide1568.xml" ContentType="application/vnd.openxmlformats-officedocument.presentationml.slide+xml"/>
  <Override PartName="/ppt/slides/slide1290.xml" ContentType="application/vnd.openxmlformats-officedocument.presentationml.slide+xml"/>
  <Override PartName="/ppt/slides/slide1575.xml" ContentType="application/vnd.openxmlformats-officedocument.presentationml.slide+xml"/>
  <Override PartName="/ppt/slides/slide1355.xml" ContentType="application/vnd.openxmlformats-officedocument.presentationml.slide+xml"/>
  <Override PartName="/ppt/slides/slide1006.xml" ContentType="application/vnd.openxmlformats-officedocument.presentationml.slide+xml"/>
  <Override PartName="/ppt/slides/slide1559.xml" ContentType="application/vnd.openxmlformats-officedocument.presentationml.slide+xml"/>
  <Override PartName="/ppt/slides/slide704.xml" ContentType="application/vnd.openxmlformats-officedocument.presentationml.slide+xml"/>
  <Override PartName="/ppt/slides/slide711.xml" ContentType="application/vnd.openxmlformats-officedocument.presentationml.slide+xml"/>
  <Override PartName="/ppt/slides/slide833.xml" ContentType="application/vnd.openxmlformats-officedocument.presentationml.slide+xml"/>
  <Override PartName="/ppt/slides/slide1456.xml" ContentType="application/vnd.openxmlformats-officedocument.presentationml.slide+xml"/>
  <Override PartName="/ppt/slides/slide1340.xml" ContentType="application/vnd.openxmlformats-officedocument.presentationml.slide+xml"/>
  <Override PartName="/ppt/slides/slide1410.xml" ContentType="application/vnd.openxmlformats-officedocument.presentationml.slide+xml"/>
  <Override PartName="/ppt/slides/slide178.xml" ContentType="application/vnd.openxmlformats-officedocument.presentationml.slide+xml"/>
  <Override PartName="/ppt/slides/slide1532.xml" ContentType="application/vnd.openxmlformats-officedocument.presentationml.slide+xml"/>
  <Override PartName="/ppt/slides/slide712.xml" ContentType="application/vnd.openxmlformats-officedocument.presentationml.slide+xml"/>
  <Override PartName="/ppt/slides/slide508.xml" ContentType="application/vnd.openxmlformats-officedocument.presentationml.slide+xml"/>
  <Override PartName="/ppt/slides/slide45.xml" ContentType="application/vnd.openxmlformats-officedocument.presentationml.slide+xml"/>
  <Override PartName="/ppt/slides/slide78.xml" ContentType="application/vnd.openxmlformats-officedocument.presentationml.slide+xml"/>
  <Override PartName="/ppt/slides/slide619.xml" ContentType="application/vnd.openxmlformats-officedocument.presentationml.slide+xml"/>
  <Override PartName="/ppt/slides/slide405.xml" ContentType="application/vnd.openxmlformats-officedocument.presentationml.slide+xml"/>
  <Override PartName="/ppt/slides/slide1370.xml" ContentType="application/vnd.openxmlformats-officedocument.presentationml.slide+xml"/>
  <Override PartName="/ppt/slides/slide878.xml" ContentType="application/vnd.openxmlformats-officedocument.presentationml.slide+xml"/>
  <Override PartName="/ppt/slides/slide74.xml" ContentType="application/vnd.openxmlformats-officedocument.presentationml.slide+xml"/>
  <Override PartName="/ppt/slides/slide1466.xml" ContentType="application/vnd.openxmlformats-officedocument.presentationml.slide+xml"/>
  <Override PartName="/ppt/slides/slide1578.xml" ContentType="application/vnd.openxmlformats-officedocument.presentationml.slide+xml"/>
  <Override PartName="/ppt/slides/slide730.xml" ContentType="application/vnd.openxmlformats-officedocument.presentationml.slide+xml"/>
  <Override PartName="/ppt/slides/slide1215.xml" ContentType="application/vnd.openxmlformats-officedocument.presentationml.slide+xml"/>
  <Override PartName="/ppt/slides/slide1286.xml" ContentType="application/vnd.openxmlformats-officedocument.presentationml.slide+xml"/>
  <Override PartName="/ppt/slides/slide1413.xml" ContentType="application/vnd.openxmlformats-officedocument.presentationml.slide+xml"/>
  <Override PartName="/ppt/slides/slide720.xml" ContentType="application/vnd.openxmlformats-officedocument.presentationml.slide+xml"/>
  <Override PartName="/ppt/slides/slide777.xml" ContentType="application/vnd.openxmlformats-officedocument.presentationml.slide+xml"/>
  <Override PartName="/ppt/slides/slide187.xml" ContentType="application/vnd.openxmlformats-officedocument.presentationml.slide+xml"/>
  <Override PartName="/ppt/slides/slide339.xml" ContentType="application/vnd.openxmlformats-officedocument.presentationml.slide+xml"/>
  <Override PartName="/ppt/slides/slide203.xml" ContentType="application/vnd.openxmlformats-officedocument.presentationml.slide+xml"/>
  <Override PartName="/ppt/slides/slide1124.xml" ContentType="application/vnd.openxmlformats-officedocument.presentationml.slide+xml"/>
  <Override PartName="/ppt/slides/slide319.xml" ContentType="application/vnd.openxmlformats-officedocument.presentationml.slide+xml"/>
  <Override PartName="/ppt/slides/slide1463.xml" ContentType="application/vnd.openxmlformats-officedocument.presentationml.slide+xml"/>
  <Override PartName="/ppt/slides/slide118.xml" ContentType="application/vnd.openxmlformats-officedocument.presentationml.slide+xml"/>
  <Override PartName="/ppt/slides/slide333.xml" ContentType="application/vnd.openxmlformats-officedocument.presentationml.slide+xml"/>
  <Override PartName="/ppt/slides/slide1404.xml" ContentType="application/vnd.openxmlformats-officedocument.presentationml.slide+xml"/>
  <Override PartName="/ppt/slides/slide524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1374.xml" ContentType="application/vnd.openxmlformats-officedocument.presentationml.slide+xml"/>
  <Override PartName="/ppt/slides/slide1302.xml" ContentType="application/vnd.openxmlformats-officedocument.presentationml.slide+xml"/>
  <Override PartName="/ppt/slides/slide713.xml" ContentType="application/vnd.openxmlformats-officedocument.presentationml.slide+xml"/>
  <Override PartName="/ppt/slides/slide72.xml" ContentType="application/vnd.openxmlformats-officedocument.presentationml.slide+xml"/>
  <Override PartName="/ppt/slides/slide306.xml" ContentType="application/vnd.openxmlformats-officedocument.presentationml.slide+xml"/>
  <Override PartName="/ppt/slides/slide706.xml" ContentType="application/vnd.openxmlformats-officedocument.presentationml.slide+xml"/>
  <Override PartName="/ppt/slides/slide961.xml" ContentType="application/vnd.openxmlformats-officedocument.presentationml.slide+xml"/>
  <Override PartName="/ppt/slides/slide1531.xml" ContentType="application/vnd.openxmlformats-officedocument.presentationml.slide+xml"/>
  <Override PartName="/ppt/slides/slide1371.xml" ContentType="application/vnd.openxmlformats-officedocument.presentationml.slide+xml"/>
  <Override PartName="/ppt/slides/slide234.xml" ContentType="application/vnd.openxmlformats-officedocument.presentationml.slide+xml"/>
  <Override PartName="/ppt/slides/slide1342.xml" ContentType="application/vnd.openxmlformats-officedocument.presentationml.slide+xml"/>
  <Override PartName="/ppt/slides/slide939.xml" ContentType="application/vnd.openxmlformats-officedocument.presentationml.slide+xml"/>
  <Override PartName="/ppt/slides/slide1565.xml" ContentType="application/vnd.openxmlformats-officedocument.presentationml.slide+xml"/>
  <Override PartName="/ppt/slides/slide724.xml" ContentType="application/vnd.openxmlformats-officedocument.presentationml.slide+xml"/>
  <Override PartName="/ppt/slides/slide1475.xml" ContentType="application/vnd.openxmlformats-officedocument.presentationml.slide+xml"/>
  <Override PartName="/ppt/slides/slide1423.xml" ContentType="application/vnd.openxmlformats-officedocument.presentationml.slide+xml"/>
  <Override PartName="/ppt/slides/slide1407.xml" ContentType="application/vnd.openxmlformats-officedocument.presentationml.slide+xml"/>
  <Override PartName="/ppt/slides/slide416.xml" ContentType="application/vnd.openxmlformats-officedocument.presentationml.slide+xml"/>
  <Override PartName="/ppt/slides/slide1061.xml" ContentType="application/vnd.openxmlformats-officedocument.presentationml.slide+xml"/>
  <Override PartName="/ppt/slides/slide1350.xml" ContentType="application/vnd.openxmlformats-officedocument.presentationml.slide+xml"/>
  <Override PartName="/ppt/slides/slide406.xml" ContentType="application/vnd.openxmlformats-officedocument.presentationml.slide+xml"/>
  <Override PartName="/ppt/slides/slide637.xml" ContentType="application/vnd.openxmlformats-officedocument.presentationml.slide+xml"/>
  <Override PartName="/ppt/slides/slide99.xml" ContentType="application/vnd.openxmlformats-officedocument.presentationml.slide+xml"/>
  <Override PartName="/ppt/slides/slide693.xml" ContentType="application/vnd.openxmlformats-officedocument.presentationml.slide+xml"/>
  <Override PartName="/ppt/slides/slide1558.xml" ContentType="application/vnd.openxmlformats-officedocument.presentationml.slide+xml"/>
  <Override PartName="/ppt/slides/slide708.xml" ContentType="application/vnd.openxmlformats-officedocument.presentationml.slide+xml"/>
  <Override PartName="/ppt/slides/slide725.xml" ContentType="application/vnd.openxmlformats-officedocument.presentationml.slide+xml"/>
  <Override PartName="/ppt/slides/slide1103.xml" ContentType="application/vnd.openxmlformats-officedocument.presentationml.slide+xml"/>
  <Override PartName="/ppt/slides/slide95.xml" ContentType="application/vnd.openxmlformats-officedocument.presentationml.slide+xml"/>
  <Override PartName="/ppt/slides/slide1621.xml" ContentType="application/vnd.openxmlformats-officedocument.presentationml.slide+xml"/>
  <Override PartName="/ppt/slides/slide1134.xml" ContentType="application/vnd.openxmlformats-officedocument.presentationml.slide+xml"/>
  <Override PartName="/ppt/slides/slide709.xml" ContentType="application/vnd.openxmlformats-officedocument.presentationml.slide+xml"/>
  <Override PartName="/ppt/slides/slide1240.xml" ContentType="application/vnd.openxmlformats-officedocument.presentationml.slide+xml"/>
  <Override PartName="/ppt/slides/slide1409.xml" ContentType="application/vnd.openxmlformats-officedocument.presentationml.slide+xml"/>
  <Override PartName="/ppt/slides/slide716.xml" ContentType="application/vnd.openxmlformats-officedocument.presentationml.slide+xml"/>
  <Override PartName="/ppt/slides/slide1416.xml" ContentType="application/vnd.openxmlformats-officedocument.presentationml.slide+xml"/>
  <Override PartName="/ppt/slides/slide513.xml" ContentType="application/vnd.openxmlformats-officedocument.presentationml.slide+xml"/>
  <Override PartName="/ppt/slides/slide683.xml" ContentType="application/vnd.openxmlformats-officedocument.presentationml.slide+xml"/>
  <Override PartName="/ppt/slides/slide747.xml" ContentType="application/vnd.openxmlformats-officedocument.presentationml.slide+xml"/>
  <Override PartName="/ppt/slides/slide428.xml" ContentType="application/vnd.openxmlformats-officedocument.presentationml.slide+xml"/>
  <Override PartName="/ppt/slides/slide170.xml" ContentType="application/vnd.openxmlformats-officedocument.presentationml.slide+xml"/>
  <Override PartName="/ppt/slides/slide1576.xml" ContentType="application/vnd.openxmlformats-officedocument.presentationml.slide+xml"/>
  <Override PartName="/ppt/slides/slide1477.xml" ContentType="application/vnd.openxmlformats-officedocument.presentationml.slide+xml"/>
  <Override PartName="/ppt/slides/slide718.xml" ContentType="application/vnd.openxmlformats-officedocument.presentationml.slide+xml"/>
  <Override PartName="/ppt/slides/slide1434.xml" ContentType="application/vnd.openxmlformats-officedocument.presentationml.slide+xml"/>
  <Override PartName="/ppt/slides/slide1418.xml" ContentType="application/vnd.openxmlformats-officedocument.presentationml.slide+xml"/>
  <Override PartName="/ppt/slides/slide1011.xml" ContentType="application/vnd.openxmlformats-officedocument.presentationml.slide+xml"/>
  <Override PartName="/ppt/slides/slide967.xml" ContentType="application/vnd.openxmlformats-officedocument.presentationml.slide+xml"/>
  <Override PartName="/ppt/slides/slide430.xml" ContentType="application/vnd.openxmlformats-officedocument.presentationml.slide+xml"/>
  <Override PartName="/ppt/slides/slide671.xml" ContentType="application/vnd.openxmlformats-officedocument.presentationml.slide+xml"/>
  <Override PartName="/ppt/slides/slide1419.xml" ContentType="application/vnd.openxmlformats-officedocument.presentationml.slide+xml"/>
  <Override PartName="/ppt/slides/slide413.xml" ContentType="application/vnd.openxmlformats-officedocument.presentationml.slide+xml"/>
  <Override PartName="/ppt/slides/slide1309.xml" ContentType="application/vnd.openxmlformats-officedocument.presentationml.slide+xml"/>
  <Override PartName="/ppt/slides/slide484.xml" ContentType="application/vnd.openxmlformats-officedocument.presentationml.slide+xml"/>
  <Override PartName="/ppt/slides/slide1425.xml" ContentType="application/vnd.openxmlformats-officedocument.presentationml.slide+xml"/>
  <Override PartName="/ppt/slides/slide726.xml" ContentType="application/vnd.openxmlformats-officedocument.presentationml.slide+xml"/>
  <Override PartName="/ppt/slides/slide1201.xml" ContentType="application/vnd.openxmlformats-officedocument.presentationml.slide+xml"/>
  <Override PartName="/ppt/slides/slide1479.xml" ContentType="application/vnd.openxmlformats-officedocument.presentationml.slide+xml"/>
  <Override PartName="/ppt/slides/slide728.xml" ContentType="application/vnd.openxmlformats-officedocument.presentationml.slide+xml"/>
  <Override PartName="/ppt/slides/slide745.xml" ContentType="application/vnd.openxmlformats-officedocument.presentationml.slide+xml"/>
  <Override PartName="/ppt/slides/slide1117.xml" ContentType="application/vnd.openxmlformats-officedocument.presentationml.slide+xml"/>
  <Override PartName="/ppt/slides/slide1428.xml" ContentType="application/vnd.openxmlformats-officedocument.presentationml.slide+xml"/>
  <Override PartName="/ppt/slides/slide1429.xml" ContentType="application/vnd.openxmlformats-officedocument.presentationml.slide+xml"/>
  <Override PartName="/ppt/slides/slide1536.xml" ContentType="application/vnd.openxmlformats-officedocument.presentationml.slide+xml"/>
  <Override PartName="/ppt/slides/slide199.xml" ContentType="application/vnd.openxmlformats-officedocument.presentationml.slide+xml"/>
  <Override PartName="/ppt/slides/slide560.xml" ContentType="application/vnd.openxmlformats-officedocument.presentationml.slide+xml"/>
  <Override PartName="/ppt/slides/slide1359.xml" ContentType="application/vnd.openxmlformats-officedocument.presentationml.slide+xml"/>
  <Override PartName="/ppt/slides/slide1070.xml" ContentType="application/vnd.openxmlformats-officedocument.presentationml.slide+xml"/>
  <Override PartName="/ppt/slides/slide992.xml" ContentType="application/vnd.openxmlformats-officedocument.presentationml.slide+xml"/>
  <Override PartName="/ppt/slides/slide1150.xml" ContentType="application/vnd.openxmlformats-officedocument.presentationml.slide+xml"/>
  <Override PartName="/ppt/slides/slide166.xml" ContentType="application/vnd.openxmlformats-officedocument.presentationml.slide+xml"/>
  <Override PartName="/ppt/slides/slide911.xml" ContentType="application/vnd.openxmlformats-officedocument.presentationml.slide+xml"/>
  <Override PartName="/ppt/slides/slide189.xml" ContentType="application/vnd.openxmlformats-officedocument.presentationml.slide+xml"/>
  <Override PartName="/ppt/slides/slide223.xml" ContentType="application/vnd.openxmlformats-officedocument.presentationml.slide+xml"/>
  <Override PartName="/ppt/slides/slide802.xml" ContentType="application/vnd.openxmlformats-officedocument.presentationml.slide+xml"/>
  <Override PartName="/ppt/slides/slide1447.xml" ContentType="application/vnd.openxmlformats-officedocument.presentationml.slide+xml"/>
  <Override PartName="/ppt/slides/slide736.xml" ContentType="application/vnd.openxmlformats-officedocument.presentationml.slide+xml"/>
  <Override PartName="/ppt/slides/slide737.xml" ContentType="application/vnd.openxmlformats-officedocument.presentationml.slide+xml"/>
  <Override PartName="/ppt/slides/slide121.xml" ContentType="application/vnd.openxmlformats-officedocument.presentationml.slide+xml"/>
  <Override PartName="/ppt/slides/slide1048.xml" ContentType="application/vnd.openxmlformats-officedocument.presentationml.slide+xml"/>
  <Override PartName="/ppt/slides/slide608.xml" ContentType="application/vnd.openxmlformats-officedocument.presentationml.slide+xml"/>
  <Override PartName="/ppt/slides/slide1491.xml" ContentType="application/vnd.openxmlformats-officedocument.presentationml.slide+xml"/>
  <Override PartName="/ppt/slides/slide754.xml" ContentType="application/vnd.openxmlformats-officedocument.presentationml.slide+xml"/>
  <Override PartName="/ppt/slides/slide647.xml" ContentType="application/vnd.openxmlformats-officedocument.presentationml.slide+xml"/>
  <Override PartName="/ppt/slides/slide738.xml" ContentType="application/vnd.openxmlformats-officedocument.presentationml.slide+xml"/>
  <Override PartName="/ppt/slides/slide755.xml" ContentType="application/vnd.openxmlformats-officedocument.presentationml.slide+xml"/>
  <Override PartName="/ppt/slides/slide191.xml" ContentType="application/vnd.openxmlformats-officedocument.presentationml.slide+xml"/>
  <Override PartName="/ppt/slides/slide402.xml" ContentType="application/vnd.openxmlformats-officedocument.presentationml.slide+xml"/>
  <Override PartName="/ppt/slides/slide1420.xml" ContentType="application/vnd.openxmlformats-officedocument.presentationml.slide+xml"/>
  <Override PartName="/ppt/slides/slide746.xml" ContentType="application/vnd.openxmlformats-officedocument.presentationml.slide+xml"/>
  <Override PartName="/ppt/slides/slide174.xml" ContentType="application/vnd.openxmlformats-officedocument.presentationml.slide+xml"/>
  <Override PartName="/ppt/slides/slide70.xml" ContentType="application/vnd.openxmlformats-officedocument.presentationml.slide+xml"/>
  <Override PartName="/ppt/slides/slide629.xml" ContentType="application/vnd.openxmlformats-officedocument.presentationml.slide+xml"/>
  <Override PartName="/ppt/slides/slide757.xml" ContentType="application/vnd.openxmlformats-officedocument.presentationml.slide+xml"/>
  <Override PartName="/ppt/slides/slide348.xml" ContentType="application/vnd.openxmlformats-officedocument.presentationml.slide+xml"/>
  <Override PartName="/ppt/slides/slide1598.xml" ContentType="application/vnd.openxmlformats-officedocument.presentationml.slide+xml"/>
  <Override PartName="/ppt/slides/slide758.xml" ContentType="application/vnd.openxmlformats-officedocument.presentationml.slide+xml"/>
  <Override PartName="/ppt/slides/slide364.xml" ContentType="application/vnd.openxmlformats-officedocument.presentationml.slide+xml"/>
  <Override PartName="/ppt/slides/slide1077.xml" ContentType="application/vnd.openxmlformats-officedocument.presentationml.slide+xml"/>
  <Override PartName="/ppt/slides/slide1458.xml" ContentType="application/vnd.openxmlformats-officedocument.presentationml.slide+xml"/>
  <Override PartName="/ppt/slides/slide1455.xml" ContentType="application/vnd.openxmlformats-officedocument.presentationml.slide+xml"/>
  <Override PartName="/ppt/slides/slide169.xml" ContentType="application/vnd.openxmlformats-officedocument.presentationml.slide+xml"/>
  <Override PartName="/ppt/slides/slide922.xml" ContentType="application/vnd.openxmlformats-officedocument.presentationml.slide+xml"/>
  <Override PartName="/ppt/slides/slide632.xml" ContentType="application/vnd.openxmlformats-officedocument.presentationml.slide+xml"/>
  <Override PartName="/ppt/slides/slide1465.xml" ContentType="application/vnd.openxmlformats-officedocument.presentationml.slide+xml"/>
  <Override PartName="/ppt/slides/slide617.xml" ContentType="application/vnd.openxmlformats-officedocument.presentationml.slide+xml"/>
  <Override PartName="/ppt/slides/slide1557.xml" ContentType="application/vnd.openxmlformats-officedocument.presentationml.slide+xml"/>
  <Override PartName="/ppt/slides/slide1518.xml" ContentType="application/vnd.openxmlformats-officedocument.presentationml.slide+xml"/>
  <Override PartName="/ppt/slides/slide384.xml" ContentType="application/vnd.openxmlformats-officedocument.presentationml.slide+xml"/>
  <Override PartName="/ppt/slides/slide1214.xml" ContentType="application/vnd.openxmlformats-officedocument.presentationml.slide+xml"/>
  <Override PartName="/ppt/slides/slide839.xml" ContentType="application/vnd.openxmlformats-officedocument.presentationml.slide+xml"/>
  <Override PartName="/ppt/slides/slide268.xml" ContentType="application/vnd.openxmlformats-officedocument.presentationml.slide+xml"/>
  <Override PartName="/ppt/slides/slide1538.xml" ContentType="application/vnd.openxmlformats-officedocument.presentationml.slide+xml"/>
  <Override PartName="/ppt/slides/slide1193.xml" ContentType="application/vnd.openxmlformats-officedocument.presentationml.slide+xml"/>
  <Override PartName="/ppt/slides/slide1126.xml" ContentType="application/vnd.openxmlformats-officedocument.presentationml.slide+xml"/>
  <Override PartName="/ppt/slides/slide591.xml" ContentType="application/vnd.openxmlformats-officedocument.presentationml.slide+xml"/>
  <Override PartName="/ppt/slides/slide1608.xml" ContentType="application/vnd.openxmlformats-officedocument.presentationml.slide+xml"/>
  <Override PartName="/ppt/slides/slide1023.xml" ContentType="application/vnd.openxmlformats-officedocument.presentationml.slide+xml"/>
  <Override PartName="/ppt/slides/slide1522.xml" ContentType="application/vnd.openxmlformats-officedocument.presentationml.slide+xml"/>
  <Override PartName="/ppt/slides/slide850.xml" ContentType="application/vnd.openxmlformats-officedocument.presentationml.slide+xml"/>
  <Override PartName="/ppt/slides/slide919.xml" ContentType="application/vnd.openxmlformats-officedocument.presentationml.slide+xml"/>
  <Override PartName="/ppt/slides/slide161.xml" ContentType="application/vnd.openxmlformats-officedocument.presentationml.slide+xml"/>
  <Override PartName="/ppt/slides/slide1021.xml" ContentType="application/vnd.openxmlformats-officedocument.presentationml.slide+xml"/>
  <Override PartName="/ppt/slides/slide766.xml" ContentType="application/vnd.openxmlformats-officedocument.presentationml.slide+xml"/>
  <Override PartName="/ppt/slides/slide1020.xml" ContentType="application/vnd.openxmlformats-officedocument.presentationml.slide+xml"/>
  <Override PartName="/ppt/slides/slide588.xml" ContentType="application/vnd.openxmlformats-officedocument.presentationml.slide+xml"/>
  <Override PartName="/ppt/slides/slide321.xml" ContentType="application/vnd.openxmlformats-officedocument.presentationml.slide+xml"/>
  <Override PartName="/ppt/slides/slide1346.xml" ContentType="application/vnd.openxmlformats-officedocument.presentationml.slide+xml"/>
  <Override PartName="/ppt/slides/slide487.xml" ContentType="application/vnd.openxmlformats-officedocument.presentationml.slide+xml"/>
  <Override PartName="/ppt/slides/slide1189.xml" ContentType="application/vnd.openxmlformats-officedocument.presentationml.slide+xml"/>
  <Override PartName="/ppt/slides/slide322.xml" ContentType="application/vnd.openxmlformats-officedocument.presentationml.slide+xml"/>
  <Override PartName="/ppt/slides/slide1556.xml" ContentType="application/vnd.openxmlformats-officedocument.presentationml.slide+xml"/>
  <Override PartName="/ppt/slides/slide107.xml" ContentType="application/vnd.openxmlformats-officedocument.presentationml.slide+xml"/>
  <Override PartName="/ppt/slides/slide196.xml" ContentType="application/vnd.openxmlformats-officedocument.presentationml.slide+xml"/>
  <Override PartName="/ppt/slides/slide136.xml" ContentType="application/vnd.openxmlformats-officedocument.presentationml.slide+xml"/>
  <Override PartName="/ppt/slides/slide323.xml" ContentType="application/vnd.openxmlformats-officedocument.presentationml.slide+xml"/>
  <Override PartName="/ppt/slides/slide611.xml" ContentType="application/vnd.openxmlformats-officedocument.presentationml.slide+xml"/>
  <Override PartName="/ppt/slides/slide949.xml" ContentType="application/vnd.openxmlformats-officedocument.presentationml.slide+xml"/>
  <Override PartName="/ppt/slides/slide331.xml" ContentType="application/vnd.openxmlformats-officedocument.presentationml.slide+xml"/>
  <Override PartName="/ppt/slides/slide940.xml" ContentType="application/vnd.openxmlformats-officedocument.presentationml.slide+xml"/>
  <Override PartName="/ppt/slides/slide1196.xml" ContentType="application/vnd.openxmlformats-officedocument.presentationml.slide+xml"/>
  <Override PartName="/ppt/slides/slide1031.xml" ContentType="application/vnd.openxmlformats-officedocument.presentationml.slide+xml"/>
  <Override PartName="/ppt/slides/slide857.xml" ContentType="application/vnd.openxmlformats-officedocument.presentationml.slide+xml"/>
  <Override PartName="/ppt/slides/slide1606.xml" ContentType="application/vnd.openxmlformats-officedocument.presentationml.slide+xml"/>
  <Override PartName="/ppt/slides/slide998.xml" ContentType="application/vnd.openxmlformats-officedocument.presentationml.slide+xml"/>
  <Override PartName="/ppt/slides/slide1052.xml" ContentType="application/vnd.openxmlformats-officedocument.presentationml.slide+xml"/>
  <Override PartName="/ppt/slides/slide499.xml" ContentType="application/vnd.openxmlformats-officedocument.presentationml.slide+xml"/>
  <Override PartName="/ppt/slides/slide1040.xml" ContentType="application/vnd.openxmlformats-officedocument.presentationml.slide+xml"/>
  <Override PartName="/ppt/slides/slide1480.xml" ContentType="application/vnd.openxmlformats-officedocument.presentationml.slide+xml"/>
  <Override PartName="/ppt/slides/slide984.xml" ContentType="application/vnd.openxmlformats-officedocument.presentationml.slide+xml"/>
  <Override PartName="/ppt/slides/slide103.xml" ContentType="application/vnd.openxmlformats-officedocument.presentationml.slide+xml"/>
  <Override PartName="/ppt/slides/slide208.xml" ContentType="application/vnd.openxmlformats-officedocument.presentationml.slide+xml"/>
  <Override PartName="/ppt/slides/slide273.xml" ContentType="application/vnd.openxmlformats-officedocument.presentationml.slide+xml"/>
  <Override PartName="/ppt/slides/slide1115.xml" ContentType="application/vnd.openxmlformats-officedocument.presentationml.slide+xml"/>
  <Override PartName="/ppt/slides/slide1444.xml" ContentType="application/vnd.openxmlformats-officedocument.presentationml.slide+xml"/>
  <Override PartName="/ppt/slides/slide657.xml" ContentType="application/vnd.openxmlformats-officedocument.presentationml.slide+xml"/>
  <Override PartName="/ppt/slides/slide341.xml" ContentType="application/vnd.openxmlformats-officedocument.presentationml.slide+xml"/>
  <Override PartName="/ppt/slides/slide1221.xml" ContentType="application/vnd.openxmlformats-officedocument.presentationml.slide+xml"/>
  <Override PartName="/ppt/slides/slide677.xml" ContentType="application/vnd.openxmlformats-officedocument.presentationml.slide+xml"/>
  <Override PartName="/ppt/slides/slide388.xml" ContentType="application/vnd.openxmlformats-officedocument.presentationml.slide+xml"/>
  <Override PartName="/ppt/slides/slide353.xml" ContentType="application/vnd.openxmlformats-officedocument.presentationml.slide+xml"/>
  <Override PartName="/ppt/slides/slide274.xml" ContentType="application/vnd.openxmlformats-officedocument.presentationml.slide+xml"/>
  <Override PartName="/ppt/slides/slide907.xml" ContentType="application/vnd.openxmlformats-officedocument.presentationml.slide+xml"/>
  <Override PartName="/ppt/slides/slide264.xml" ContentType="application/vnd.openxmlformats-officedocument.presentationml.slide+xml"/>
  <Override PartName="/ppt/slides/slide470.xml" ContentType="application/vnd.openxmlformats-officedocument.presentationml.slide+xml"/>
  <Override PartName="/ppt/slides/slide1417.xml" ContentType="application/vnd.openxmlformats-officedocument.presentationml.slide+xml"/>
  <Override PartName="/ppt/slides/slide361.xml" ContentType="application/vnd.openxmlformats-officedocument.presentationml.slide+xml"/>
  <Override PartName="/ppt/slides/slide1159.xml" ContentType="application/vnd.openxmlformats-officedocument.presentationml.slide+xml"/>
  <Override PartName="/ppt/slides/slide1388.xml" ContentType="application/vnd.openxmlformats-officedocument.presentationml.slide+xml"/>
  <Override PartName="/ppt/slides/slide1144.xml" ContentType="application/vnd.openxmlformats-officedocument.presentationml.slide+xml"/>
  <Override PartName="/ppt/slides/slide1087.xml" ContentType="application/vnd.openxmlformats-officedocument.presentationml.slide+xml"/>
  <Override PartName="/ppt/slides/slide733.xml" ContentType="application/vnd.openxmlformats-officedocument.presentationml.slide+xml"/>
  <Override PartName="/ppt/slides/slide142.xml" ContentType="application/vnd.openxmlformats-officedocument.presentationml.slide+xml"/>
  <Override PartName="/ppt/slides/slide1066.xml" ContentType="application/vnd.openxmlformats-officedocument.presentationml.slide+xml"/>
  <Override PartName="/ppt/slides/slide1382.xml" ContentType="application/vnd.openxmlformats-officedocument.presentationml.slide+xml"/>
  <Override PartName="/ppt/slides/slide253.xml" ContentType="application/vnd.openxmlformats-officedocument.presentationml.slide+xml"/>
  <Override PartName="/ppt/slides/slide190.xml" ContentType="application/vnd.openxmlformats-officedocument.presentationml.slide+xml"/>
  <Override PartName="/ppt/slides/slide225.xml" ContentType="application/vnd.openxmlformats-officedocument.presentationml.slide+xml"/>
  <Override PartName="/ppt/slides/slide1071.xml" ContentType="application/vnd.openxmlformats-officedocument.presentationml.slide+xml"/>
  <Override PartName="/ppt/slides/slide1072.xml" ContentType="application/vnd.openxmlformats-officedocument.presentationml.slide+xml"/>
  <Override PartName="/ppt/slides/slide1343.xml" ContentType="application/vnd.openxmlformats-officedocument.presentationml.slide+xml"/>
  <Override PartName="/ppt/slides/slide373.xml" ContentType="application/vnd.openxmlformats-officedocument.presentationml.slide+xml"/>
  <Override PartName="/ppt/slides/slide1260.xml" ContentType="application/vnd.openxmlformats-officedocument.presentationml.slide+xml"/>
  <Override PartName="/ppt/slides/slide877.xml" ContentType="application/vnd.openxmlformats-officedocument.presentationml.slide+xml"/>
  <Override PartName="/ppt/slides/slide1457.xml" ContentType="application/vnd.openxmlformats-officedocument.presentationml.slide+xml"/>
  <Override PartName="/ppt/slides/slide566.xml" ContentType="application/vnd.openxmlformats-officedocument.presentationml.slide+xml"/>
  <Override PartName="/ppt/slides/slide383.xml" ContentType="application/vnd.openxmlformats-officedocument.presentationml.slide+xml"/>
  <Override PartName="/ppt/slides/slide418.xml" ContentType="application/vnd.openxmlformats-officedocument.presentationml.slide+xml"/>
  <Override PartName="/ppt/slides/slide1083.xml" ContentType="application/vnd.openxmlformats-officedocument.presentationml.slide+xml"/>
  <Override PartName="/ppt/slides/slide385.xml" ContentType="application/vnd.openxmlformats-officedocument.presentationml.slide+xml"/>
  <Override PartName="/ppt/slides/slide485.xml" ContentType="application/vnd.openxmlformats-officedocument.presentationml.slide+xml"/>
  <Override PartName="/ppt/slides/slide296.xml" ContentType="application/vnd.openxmlformats-officedocument.presentationml.slide+xml"/>
  <Override PartName="/ppt/slides/slide1298.xml" ContentType="application/vnd.openxmlformats-officedocument.presentationml.slide+xml"/>
  <Override PartName="/ppt/slides/slide387.xml" ContentType="application/vnd.openxmlformats-officedocument.presentationml.slide+xml"/>
  <Override PartName="/ppt/slides/slide602.xml" ContentType="application/vnd.openxmlformats-officedocument.presentationml.slide+xml"/>
  <Override PartName="/ppt/slides/slide1439.xml" ContentType="application/vnd.openxmlformats-officedocument.presentationml.slide+xml"/>
  <Override PartName="/ppt/slides/slide792.xml" ContentType="application/vnd.openxmlformats-officedocument.presentationml.slide+xml"/>
  <Override PartName="/ppt/slides/slide1499.xml" ContentType="application/vnd.openxmlformats-officedocument.presentationml.slide+xml"/>
  <Override PartName="/ppt/slides/slide1142.xml" ContentType="application/vnd.openxmlformats-officedocument.presentationml.slide+xml"/>
  <Override PartName="/ppt/slides/slide369.xml" ContentType="application/vnd.openxmlformats-officedocument.presentationml.slide+xml"/>
  <Override PartName="/ppt/slides/slide49.xml" ContentType="application/vnd.openxmlformats-officedocument.presentationml.slide+xml"/>
  <Override PartName="/ppt/slides/slide976.xml" ContentType="application/vnd.openxmlformats-officedocument.presentationml.slide+xml"/>
  <Override PartName="/ppt/slides/slide13.xml" ContentType="application/vnd.openxmlformats-officedocument.presentationml.slide+xml"/>
  <Override PartName="/ppt/slides/slide483.xml" ContentType="application/vnd.openxmlformats-officedocument.presentationml.slide+xml"/>
  <Override PartName="/ppt/slides/slide1380.xml" ContentType="application/vnd.openxmlformats-officedocument.presentationml.slide+xml"/>
  <Override PartName="/ppt/slides/slide1088.xml" ContentType="application/vnd.openxmlformats-officedocument.presentationml.slide+xml"/>
  <Override PartName="/ppt/slides/slide1541.xml" ContentType="application/vnd.openxmlformats-officedocument.presentationml.slide+xml"/>
  <Override PartName="/ppt/slides/slide1331.xml" ContentType="application/vnd.openxmlformats-officedocument.presentationml.slide+xml"/>
  <Override PartName="/ppt/slides/slide648.xml" ContentType="application/vnd.openxmlformats-officedocument.presentationml.slide+xml"/>
  <Override PartName="/ppt/slides/slide829.xml" ContentType="application/vnd.openxmlformats-officedocument.presentationml.slide+xml"/>
  <Override PartName="/ppt/slides/slide342.xml" ContentType="application/vnd.openxmlformats-officedocument.presentationml.slide+xml"/>
  <Override PartName="/ppt/slides/slide985.xml" ContentType="application/vnd.openxmlformats-officedocument.presentationml.slide+xml"/>
  <Override PartName="/ppt/slides/slide1345.xml" ContentType="application/vnd.openxmlformats-officedocument.presentationml.slide+xml"/>
  <Override PartName="/ppt/slides/slide1161.xml" ContentType="application/vnd.openxmlformats-officedocument.presentationml.slide+xml"/>
  <Override PartName="/ppt/slides/slide164.xml" ContentType="application/vnd.openxmlformats-officedocument.presentationml.slide+xml"/>
  <Override PartName="/ppt/slides/slide796.xml" ContentType="application/vnd.openxmlformats-officedocument.presentationml.slide+xml"/>
  <Override PartName="/ppt/slides/slide1554.xml" ContentType="application/vnd.openxmlformats-officedocument.presentationml.slide+xml"/>
  <Override PartName="/ppt/slides/slide1373.xml" ContentType="application/vnd.openxmlformats-officedocument.presentationml.slide+xml"/>
  <Override PartName="/ppt/slides/slide1282.xml" ContentType="application/vnd.openxmlformats-officedocument.presentationml.slide+xml"/>
  <Override PartName="/ppt/slides/slide101.xml" ContentType="application/vnd.openxmlformats-officedocument.presentationml.slide+xml"/>
  <Override PartName="/ppt/slides/slide214.xml" ContentType="application/vnd.openxmlformats-officedocument.presentationml.slide+xml"/>
  <Override PartName="/ppt/slides/slide396.xml" ContentType="application/vnd.openxmlformats-officedocument.presentationml.slide+xml"/>
  <Override PartName="/ppt/slides/slide298.xml" ContentType="application/vnd.openxmlformats-officedocument.presentationml.slide+xml"/>
  <Override PartName="/ppt/slides/slide1097.xml" ContentType="application/vnd.openxmlformats-officedocument.presentationml.slide+xml"/>
  <Override PartName="/ppt/slides/slide1120.xml" ContentType="application/vnd.openxmlformats-officedocument.presentationml.slide+xml"/>
  <Override PartName="/ppt/slides/slide1361.xml" ContentType="application/vnd.openxmlformats-officedocument.presentationml.slide+xml"/>
  <Override PartName="/ppt/slides/slide883.xml" ContentType="application/vnd.openxmlformats-officedocument.presentationml.slide+xml"/>
  <Override PartName="/ppt/slides/slide933.xml" ContentType="application/vnd.openxmlformats-officedocument.presentationml.slide+xml"/>
  <Override PartName="/ppt/slides/slide772.xml" ContentType="application/vnd.openxmlformats-officedocument.presentationml.slide+xml"/>
  <Override PartName="/ppt/slides/slide482.xml" ContentType="application/vnd.openxmlformats-officedocument.presentationml.slide+xml"/>
  <Override PartName="/ppt/slides/slide1438.xml" ContentType="application/vnd.openxmlformats-officedocument.presentationml.slide+xml"/>
  <Override PartName="/ppt/slides/slide788.xml" ContentType="application/vnd.openxmlformats-officedocument.presentationml.slide+xml"/>
  <Override PartName="/ppt/slides/slide836.xml" ContentType="application/vnd.openxmlformats-officedocument.presentationml.slide+xml"/>
  <Override PartName="/ppt/slides/slide815.xml" ContentType="application/vnd.openxmlformats-officedocument.presentationml.slide+xml"/>
  <Override PartName="/ppt/slides/slide1292.xml" ContentType="application/vnd.openxmlformats-officedocument.presentationml.slide+xml"/>
  <Override PartName="/ppt/slides/slide177.xml" ContentType="application/vnd.openxmlformats-officedocument.presentationml.slide+xml"/>
  <Override PartName="/ppt/slides/slide453.xml" ContentType="application/vnd.openxmlformats-officedocument.presentationml.slide+xml"/>
  <Override PartName="/ppt/slides/slide1470.xml" ContentType="application/vnd.openxmlformats-officedocument.presentationml.slide+xml"/>
  <Override PartName="/ppt/slides/slide452.xml" ContentType="application/vnd.openxmlformats-officedocument.presentationml.slide+xml"/>
  <Override PartName="/ppt/slides/slide1287.xml" ContentType="application/vnd.openxmlformats-officedocument.presentationml.slide+xml"/>
  <Override PartName="/ppt/slides/slide794.xml" ContentType="application/vnd.openxmlformats-officedocument.presentationml.slide+xml"/>
  <Override PartName="/ppt/slides/slide1288.xml" ContentType="application/vnd.openxmlformats-officedocument.presentationml.slide+xml"/>
  <Override PartName="/ppt/slides/slide343.xml" ContentType="application/vnd.openxmlformats-officedocument.presentationml.slide+xml"/>
  <Override PartName="/ppt/slides/slide398.xml" ContentType="application/vnd.openxmlformats-officedocument.presentationml.slide+xml"/>
  <Override PartName="/ppt/slides/slide1130.xml" ContentType="application/vnd.openxmlformats-officedocument.presentationml.slide+xml"/>
  <Override PartName="/ppt/slides/slide392.xml" ContentType="application/vnd.openxmlformats-officedocument.presentationml.slide+xml"/>
  <Override PartName="/ppt/slides/slide825.xml" ContentType="application/vnd.openxmlformats-officedocument.presentationml.slide+xml"/>
  <Override PartName="/ppt/slides/slide431.xml" ContentType="application/vnd.openxmlformats-officedocument.presentationml.slide+xml"/>
  <Override PartName="/ppt/slides/slide83.xml" ContentType="application/vnd.openxmlformats-officedocument.presentationml.slide+xml"/>
  <Override PartName="/ppt/slides/slide1533.xml" ContentType="application/vnd.openxmlformats-officedocument.presentationml.slide+xml"/>
  <Override PartName="/ppt/slides/slide399.xml" ContentType="application/vnd.openxmlformats-officedocument.presentationml.slide+xml"/>
  <Override PartName="/ppt/slides/slide574.xml" ContentType="application/vnd.openxmlformats-officedocument.presentationml.slide+xml"/>
  <Override PartName="/ppt/slides/slide853.xml" ContentType="application/vnd.openxmlformats-officedocument.presentationml.slide+xml"/>
  <Override PartName="/ppt/slides/slide1251.xml" ContentType="application/vnd.openxmlformats-officedocument.presentationml.slide+xml"/>
  <Override PartName="/ppt/slides/slide1074.xml" ContentType="application/vnd.openxmlformats-officedocument.presentationml.slide+xml"/>
  <Override PartName="/ppt/slides/slide401.xml" ContentType="application/vnd.openxmlformats-officedocument.presentationml.slide+xml"/>
  <Override PartName="/ppt/slides/slide849.xml" ContentType="application/vnd.openxmlformats-officedocument.presentationml.slide+xml"/>
  <Override PartName="/ppt/slides/slide1383.xml" ContentType="application/vnd.openxmlformats-officedocument.presentationml.slide+xml"/>
  <Override PartName="/ppt/slides/slide597.xml" ContentType="application/vnd.openxmlformats-officedocument.presentationml.slide+xml"/>
  <Override PartName="/ppt/slides/slide771.xml" ContentType="application/vnd.openxmlformats-officedocument.presentationml.slide+xml"/>
  <Override PartName="/ppt/slides/slide715.xml" ContentType="application/vnd.openxmlformats-officedocument.presentationml.slide+xml"/>
  <Override PartName="/ppt/slides/slide2.xml" ContentType="application/vnd.openxmlformats-officedocument.presentationml.slide+xml"/>
  <Override PartName="/ppt/slides/slide1131.xml" ContentType="application/vnd.openxmlformats-officedocument.presentationml.slide+xml"/>
  <Override PartName="/ppt/slides/slide394.xml" ContentType="application/vnd.openxmlformats-officedocument.presentationml.slide+xml"/>
  <Override PartName="/ppt/slides/slide937.xml" ContentType="application/vnd.openxmlformats-officedocument.presentationml.slide+xml"/>
  <Override PartName="/ppt/slides/slide598.xml" ContentType="application/vnd.openxmlformats-officedocument.presentationml.slide+xml"/>
  <Override PartName="/ppt/slides/slide363.xml" ContentType="application/vnd.openxmlformats-officedocument.presentationml.slide+xml"/>
  <Override PartName="/ppt/slides/slide1208.xml" ContentType="application/vnd.openxmlformats-officedocument.presentationml.slide+xml"/>
  <Override PartName="/ppt/slides/slide548.xml" ContentType="application/vnd.openxmlformats-officedocument.presentationml.slide+xml"/>
  <Override PartName="/ppt/slides/slide1231.xml" ContentType="application/vnd.openxmlformats-officedocument.presentationml.slide+xml"/>
  <Override PartName="/ppt/slides/slide1140.xml" ContentType="application/vnd.openxmlformats-officedocument.presentationml.slide+xml"/>
  <Override PartName="/ppt/slides/slide846.xml" ContentType="application/vnd.openxmlformats-officedocument.presentationml.slide+xml"/>
  <Override PartName="/ppt/slides/slide1172.xml" ContentType="application/vnd.openxmlformats-officedocument.presentationml.slide+xml"/>
  <Override PartName="/ppt/slides/slide351.xml" ContentType="application/vnd.openxmlformats-officedocument.presentationml.slide+xml"/>
  <Override PartName="/ppt/slides/slide280.xml" ContentType="application/vnd.openxmlformats-officedocument.presentationml.slide+xml"/>
  <Override PartName="/ppt/slides/slide441.xml" ContentType="application/vnd.openxmlformats-officedocument.presentationml.slide+xml"/>
  <Override PartName="/ppt/slides/slide443.xml" ContentType="application/vnd.openxmlformats-officedocument.presentationml.slide+xml"/>
  <Override PartName="/ppt/slides/slide988.xml" ContentType="application/vnd.openxmlformats-officedocument.presentationml.slide+xml"/>
  <Override PartName="/ppt/slides/slide831.xml" ContentType="application/vnd.openxmlformats-officedocument.presentationml.slide+xml"/>
  <Override PartName="/ppt/slides/slide959.xml" ContentType="application/vnd.openxmlformats-officedocument.presentationml.slide+xml"/>
  <Override PartName="/ppt/slides/slide1503.xml" ContentType="application/vnd.openxmlformats-officedocument.presentationml.slide+xml"/>
  <Override PartName="/ppt/slides/slide1085.xml" ContentType="application/vnd.openxmlformats-officedocument.presentationml.slide+xml"/>
  <Override PartName="/ppt/slides/slide1326.xml" ContentType="application/vnd.openxmlformats-officedocument.presentationml.slide+xml"/>
  <Override PartName="/ppt/slides/slide1529.xml" ContentType="application/vnd.openxmlformats-officedocument.presentationml.slide+xml"/>
  <Override PartName="/ppt/slides/slide1162.xml" ContentType="application/vnd.openxmlformats-officedocument.presentationml.slide+xml"/>
  <Override PartName="/ppt/slides/slide463.xml" ContentType="application/vnd.openxmlformats-officedocument.presentationml.slide+xml"/>
  <Override PartName="/ppt/slides/slide860.xml" ContentType="application/vnd.openxmlformats-officedocument.presentationml.slide+xml"/>
  <Override PartName="/ppt/slides/slide481.xml" ContentType="application/vnd.openxmlformats-officedocument.presentationml.slide+xml"/>
  <Override PartName="/ppt/slides/slide362.xml" ContentType="application/vnd.openxmlformats-officedocument.presentationml.slide+xml"/>
  <Override PartName="/ppt/slides/slide1181.xml" ContentType="application/vnd.openxmlformats-officedocument.presentationml.slide+xml"/>
  <Override PartName="/ppt/slides/slide1183.xml" ContentType="application/vnd.openxmlformats-officedocument.presentationml.slide+xml"/>
  <Override PartName="/ppt/slides/slide1582.xml" ContentType="application/vnd.openxmlformats-officedocument.presentationml.slide+xml"/>
  <Override PartName="/ppt/slides/slide1209.xml" ContentType="application/vnd.openxmlformats-officedocument.presentationml.slide+xml"/>
  <Override PartName="/ppt/slides/slide1381.xml" ContentType="application/vnd.openxmlformats-officedocument.presentationml.slide+xml"/>
  <Override PartName="/ppt/slides/slide391.xml" ContentType="application/vnd.openxmlformats-officedocument.presentationml.slide+xml"/>
  <Override PartName="/ppt/slides/slide1187.xml" ContentType="application/vnd.openxmlformats-officedocument.presentationml.slide+xml"/>
  <Override PartName="/ppt/slides/slide318.xml" ContentType="application/vnd.openxmlformats-officedocument.presentationml.slide+xml"/>
  <Override PartName="/ppt/slides/slide819.xml" ContentType="application/vnd.openxmlformats-officedocument.presentationml.slide+xml"/>
  <Override PartName="/ppt/slides/slide1311.xml" ContentType="application/vnd.openxmlformats-officedocument.presentationml.slide+xml"/>
  <Override PartName="/ppt/slides/slide1495.xml" ContentType="application/vnd.openxmlformats-officedocument.presentationml.slide+xml"/>
  <Override PartName="/ppt/slides/slide423.xml" ContentType="application/vnd.openxmlformats-officedocument.presentationml.slide+xml"/>
  <Override PartName="/ppt/slides/slide86.xml" ContentType="application/vnd.openxmlformats-officedocument.presentationml.slide+xml"/>
  <Override PartName="/ppt/slides/slide435.xml" ContentType="application/vnd.openxmlformats-officedocument.presentationml.slide+xml"/>
  <Override PartName="/ppt/slides/slide641.xml" ContentType="application/vnd.openxmlformats-officedocument.presentationml.slide+xml"/>
  <Override PartName="/ppt/slides/slide1192.xml" ContentType="application/vnd.openxmlformats-officedocument.presentationml.slide+xml"/>
  <Override PartName="/ppt/slides/slide1169.xml" ContentType="application/vnd.openxmlformats-officedocument.presentationml.slide+xml"/>
  <Override PartName="/ppt/slides/slide776.xml" ContentType="application/vnd.openxmlformats-officedocument.presentationml.slide+xml"/>
  <Override PartName="/ppt/slides/slide1080.xml" ContentType="application/vnd.openxmlformats-officedocument.presentationml.slide+xml"/>
  <Override PartName="/ppt/slides/slide585.xml" ContentType="application/vnd.openxmlformats-officedocument.presentationml.slide+xml"/>
  <Override PartName="/ppt/slides/slide521.xml" ContentType="application/vnd.openxmlformats-officedocument.presentationml.slide+xml"/>
  <Override PartName="/ppt/slides/slide1206.xml" ContentType="application/vnd.openxmlformats-officedocument.presentationml.slide+xml"/>
  <Override PartName="/ppt/slides/slide1386.xml" ContentType="application/vnd.openxmlformats-officedocument.presentationml.slide+xml"/>
  <Override PartName="/ppt/slides/slide687.xml" ContentType="application/vnd.openxmlformats-officedocument.presentationml.slide+xml"/>
  <Override PartName="/ppt/slides/slide1291.xml" ContentType="application/vnd.openxmlformats-officedocument.presentationml.slide+xml"/>
  <Override PartName="/ppt/slides/slide813.xml" ContentType="application/vnd.openxmlformats-officedocument.presentationml.slide+xml"/>
  <Override PartName="/ppt/slides/slide157.xml" ContentType="application/vnd.openxmlformats-officedocument.presentationml.slide+xml"/>
  <Override PartName="/ppt/slides/slide620.xml" ContentType="application/vnd.openxmlformats-officedocument.presentationml.slide+xml"/>
  <Override PartName="/ppt/slides/slide557.xml" ContentType="application/vnd.openxmlformats-officedocument.presentationml.slide+xml"/>
  <Override PartName="/ppt/slides/slide1337.xml" ContentType="application/vnd.openxmlformats-officedocument.presentationml.slide+xml"/>
  <Override PartName="/ppt/slides/slide1396.xml" ContentType="application/vnd.openxmlformats-officedocument.presentationml.slide+xml"/>
  <Override PartName="/ppt/slides/slide108.xml" ContentType="application/vnd.openxmlformats-officedocument.presentationml.slide+xml"/>
  <Override PartName="/ppt/slides/slide916.xml" ContentType="application/vnd.openxmlformats-officedocument.presentationml.slide+xml"/>
  <Override PartName="/ppt/slides/slide532.xml" ContentType="application/vnd.openxmlformats-officedocument.presentationml.slide+xml"/>
  <Override PartName="/ppt/slides/slide1188.xml" ContentType="application/vnd.openxmlformats-officedocument.presentationml.slide+xml"/>
  <Override PartName="/ppt/slides/slide53.xml" ContentType="application/vnd.openxmlformats-officedocument.presentationml.slide+xml"/>
  <Override PartName="/ppt/slides/slide551.xml" ContentType="application/vnd.openxmlformats-officedocument.presentationml.slide+xml"/>
  <Override PartName="/ppt/slides/slide1397.xml" ContentType="application/vnd.openxmlformats-officedocument.presentationml.slide+xml"/>
  <Override PartName="/ppt/slides/slide241.xml" ContentType="application/vnd.openxmlformats-officedocument.presentationml.slide+xml"/>
  <Override PartName="/ppt/slides/slide1408.xml" ContentType="application/vnd.openxmlformats-officedocument.presentationml.slide+xml"/>
  <Override PartName="/ppt/slides/slide601.xml" ContentType="application/vnd.openxmlformats-officedocument.presentationml.slide+xml"/>
  <Override PartName="/ppt/slides/slide360.xml" ContentType="application/vnd.openxmlformats-officedocument.presentationml.slide+xml"/>
  <Override PartName="/ppt/slides/slide359.xml" ContentType="application/vnd.openxmlformats-officedocument.presentationml.slide+xml"/>
  <Override PartName="/ppt/slides/slide621.xml" ContentType="application/vnd.openxmlformats-officedocument.presentationml.slide+xml"/>
  <Override PartName="/ppt/slides/slide1552.xml" ContentType="application/vnd.openxmlformats-officedocument.presentationml.slide+xml"/>
  <Override PartName="/ppt/slides/slide479.xml" ContentType="application/vnd.openxmlformats-officedocument.presentationml.slide+xml"/>
  <Override PartName="/ppt/slides/slide1119.xml" ContentType="application/vnd.openxmlformats-officedocument.presentationml.slide+xml"/>
  <Override PartName="/ppt/slides/slide1330.xml" ContentType="application/vnd.openxmlformats-officedocument.presentationml.slide+xml"/>
  <Override PartName="/ppt/slides/slide1422.xml" ContentType="application/vnd.openxmlformats-officedocument.presentationml.slide+xml"/>
  <Override PartName="/ppt/slides/slide1398.xml" ContentType="application/vnd.openxmlformats-officedocument.presentationml.slide+xml"/>
  <Override PartName="/ppt/slides/slide1253.xml" ContentType="application/vnd.openxmlformats-officedocument.presentationml.slide+xml"/>
  <Override PartName="/ppt/slides/slide1277.xml" ContentType="application/vnd.openxmlformats-officedocument.presentationml.slide+xml"/>
  <Override PartName="/ppt/slides/slide552.xml" ContentType="application/vnd.openxmlformats-officedocument.presentationml.slide+xml"/>
  <Override PartName="/ppt/slides/slide699.xml" ContentType="application/vnd.openxmlformats-officedocument.presentationml.slide+xml"/>
  <Override PartName="/ppt/slides/slide910.xml" ContentType="application/vnd.openxmlformats-officedocument.presentationml.slide+xml"/>
  <Override PartName="/ppt/slides/slide1112.xml" ContentType="application/vnd.openxmlformats-officedocument.presentationml.slide+xml"/>
  <Override PartName="/ppt/slides/slide1018.xml" ContentType="application/vnd.openxmlformats-officedocument.presentationml.slide+xml"/>
  <Override PartName="/ppt/slides/slide542.xml" ContentType="application/vnd.openxmlformats-officedocument.presentationml.slide+xml"/>
  <Override PartName="/ppt/slides/slide991.xml" ContentType="application/vnd.openxmlformats-officedocument.presentationml.slide+xml"/>
  <Override PartName="/ppt/slides/slide466.xml" ContentType="application/vnd.openxmlformats-officedocument.presentationml.slide+xml"/>
  <Override PartName="/ppt/slides/slide845.xml" ContentType="application/vnd.openxmlformats-officedocument.presentationml.slide+xml"/>
  <Override PartName="/ppt/slides/slide862.xml" ContentType="application/vnd.openxmlformats-officedocument.presentationml.slide+xml"/>
  <Override PartName="/ppt/slides/slide1081.xml" ContentType="application/vnd.openxmlformats-officedocument.presentationml.slide+xml"/>
  <Override PartName="/ppt/slides/slide386.xml" ContentType="application/vnd.openxmlformats-officedocument.presentationml.slide+xml"/>
  <Override PartName="/ppt/slides/slide395.xml" ContentType="application/vnd.openxmlformats-officedocument.presentationml.slide+xml"/>
  <Override PartName="/ppt/slides/slide96.xml" ContentType="application/vnd.openxmlformats-officedocument.presentationml.slide+xml"/>
  <Override PartName="/ppt/slides/slide527.xml" ContentType="application/vnd.openxmlformats-officedocument.presentationml.slide+xml"/>
  <Override PartName="/ppt/slides/slide1387.xml" ContentType="application/vnd.openxmlformats-officedocument.presentationml.slide+xml"/>
  <Override PartName="/ppt/slides/slide543.xml" ContentType="application/vnd.openxmlformats-officedocument.presentationml.slide+xml"/>
  <Override PartName="/ppt/slides/slide1200.xml" ContentType="application/vnd.openxmlformats-officedocument.presentationml.slide+xml"/>
  <Override PartName="/ppt/slides/slide464.xml" ContentType="application/vnd.openxmlformats-officedocument.presentationml.slide+xml"/>
  <Override PartName="/ppt/slides/slide561.xml" ContentType="application/vnd.openxmlformats-officedocument.presentationml.slide+xml"/>
  <Override PartName="/ppt/slides/slide496.xml" ContentType="application/vnd.openxmlformats-officedocument.presentationml.slide+xml"/>
  <Override PartName="/ppt/slides/slide810.xml" ContentType="application/vnd.openxmlformats-officedocument.presentationml.slide+xml"/>
  <Override PartName="/ppt/slides/slide1433.xml" ContentType="application/vnd.openxmlformats-officedocument.presentationml.slide+xml"/>
  <Override PartName="/ppt/slides/slide562.xml" ContentType="application/vnd.openxmlformats-officedocument.presentationml.slide+xml"/>
  <Override PartName="/ppt/slides/slide242.xml" ContentType="application/vnd.openxmlformats-officedocument.presentationml.slide+xml"/>
  <Override PartName="/ppt/slides/slide1619.xml" ContentType="application/vnd.openxmlformats-officedocument.presentationml.slide+xml"/>
  <Override PartName="/ppt/slides/slide823.xml" ContentType="application/vnd.openxmlformats-officedocument.presentationml.slide+xml"/>
  <Override PartName="/ppt/slides/slide1242.xml" ContentType="application/vnd.openxmlformats-officedocument.presentationml.slide+xml"/>
  <Override PartName="/ppt/slides/slide795.xml" ContentType="application/vnd.openxmlformats-officedocument.presentationml.slide+xml"/>
  <Override PartName="/ppt/slides/slide1488.xml" ContentType="application/vnd.openxmlformats-officedocument.presentationml.slide+xml"/>
  <Override PartName="/ppt/slides/slide62.xml" ContentType="application/vnd.openxmlformats-officedocument.presentationml.slide+xml"/>
  <Override PartName="/ppt/slides/slide77.xml" ContentType="application/vnd.openxmlformats-officedocument.presentationml.slide+xml"/>
  <Override PartName="/ppt/slides/slide252.xml" ContentType="application/vnd.openxmlformats-officedocument.presentationml.slide+xml"/>
  <Override PartName="/ppt/slides/slide1464.xml" ContentType="application/vnd.openxmlformats-officedocument.presentationml.slide+xml"/>
  <Override PartName="/ppt/slides/slide571.xml" ContentType="application/vnd.openxmlformats-officedocument.presentationml.slide+xml"/>
  <Override PartName="/ppt/slides/slide1270.xml" ContentType="application/vnd.openxmlformats-officedocument.presentationml.slide+xml"/>
  <Override PartName="/ppt/slides/slide134.xml" ContentType="application/vnd.openxmlformats-officedocument.presentationml.slide+xml"/>
  <Override PartName="/ppt/slides/slide437.xml" ContentType="application/vnd.openxmlformats-officedocument.presentationml.slide+xml"/>
  <Override PartName="/ppt/slides/slide140.xml" ContentType="application/vnd.openxmlformats-officedocument.presentationml.slide+xml"/>
  <Override PartName="/ppt/slides/slide212.xml" ContentType="application/vnd.openxmlformats-officedocument.presentationml.slide+xml"/>
  <Override PartName="/ppt/slides/slide131.xml" ContentType="application/vnd.openxmlformats-officedocument.presentationml.slide+xml"/>
  <Override PartName="/ppt/slides/slide1271.xml" ContentType="application/vnd.openxmlformats-officedocument.presentationml.slide+xml"/>
  <Override PartName="/ppt/slides/slide650.xml" ContentType="application/vnd.openxmlformats-officedocument.presentationml.slide+xml"/>
  <Override PartName="/ppt/slides/slide336.xml" ContentType="application/vnd.openxmlformats-officedocument.presentationml.slide+xml"/>
  <Override PartName="/ppt/slides/slide438.xml" ContentType="application/vnd.openxmlformats-officedocument.presentationml.slide+xml"/>
  <Override PartName="/ppt/slides/slide57.xml" ContentType="application/vnd.openxmlformats-officedocument.presentationml.slide+xml"/>
  <Override PartName="/ppt/slides/slide572.xml" ContentType="application/vnd.openxmlformats-officedocument.presentationml.slide+xml"/>
  <Override PartName="/ppt/slides/slide1451.xml" ContentType="application/vnd.openxmlformats-officedocument.presentationml.slide+xml"/>
  <Override PartName="/ppt/slides/slide530.xml" ContentType="application/vnd.openxmlformats-officedocument.presentationml.slide+xml"/>
  <Override PartName="/ppt/slides/slide1222.xml" ContentType="application/vnd.openxmlformats-officedocument.presentationml.slide+xml"/>
  <Override PartName="/ppt/slides/slide450.xml" ContentType="application/vnd.openxmlformats-officedocument.presentationml.slide+xml"/>
  <Override PartName="/ppt/slides/slide876.xml" ContentType="application/vnd.openxmlformats-officedocument.presentationml.slide+xml"/>
  <Override PartName="/ppt/slides/slide735.xml" ContentType="application/vnd.openxmlformats-officedocument.presentationml.slide+xml"/>
  <Override PartName="/ppt/slides/slide662.xml" ContentType="application/vnd.openxmlformats-officedocument.presentationml.slide+xml"/>
  <Override PartName="/ppt/slides/slide1280.xml" ContentType="application/vnd.openxmlformats-officedocument.presentationml.slide+xml"/>
  <Override PartName="/ppt/slides/slide1091.xml" ContentType="application/vnd.openxmlformats-officedocument.presentationml.slide+xml"/>
  <Override PartName="/ppt/slides/slide638.xml" ContentType="application/vnd.openxmlformats-officedocument.presentationml.slide+xml"/>
  <Override PartName="/ppt/slides/slide581.xml" ContentType="application/vnd.openxmlformats-officedocument.presentationml.slide+xml"/>
  <Override PartName="/ppt/slides/slide1623.xml" ContentType="application/vnd.openxmlformats-officedocument.presentationml.slide+xml"/>
  <Override PartName="/ppt/slides/slide824.xml" ContentType="application/vnd.openxmlformats-officedocument.presentationml.slide+xml"/>
  <Override PartName="/ppt/slides/slide1122.xml" ContentType="application/vnd.openxmlformats-officedocument.presentationml.slide+xml"/>
  <Override PartName="/ppt/slides/slide1472.xml" ContentType="application/vnd.openxmlformats-officedocument.presentationml.slide+xml"/>
  <Override PartName="/ppt/slides/slide1073.xml" ContentType="application/vnd.openxmlformats-officedocument.presentationml.slide+xml"/>
  <Override PartName="/ppt/slides/slide1281.xml" ContentType="application/vnd.openxmlformats-officedocument.presentationml.slide+xml"/>
  <Override PartName="/ppt/slides/slide1561.xml" ContentType="application/vnd.openxmlformats-officedocument.presentationml.slide+xml"/>
  <Override PartName="/ppt/slides/slide888.xml" ContentType="application/vnd.openxmlformats-officedocument.presentationml.slide+xml"/>
  <Override PartName="/ppt/slides/slide1185.xml" ContentType="application/vnd.openxmlformats-officedocument.presentationml.slide+xml"/>
  <Override PartName="/ppt/slides/slide814.xml" ContentType="application/vnd.openxmlformats-officedocument.presentationml.slide+xml"/>
  <Override PartName="/ppt/slides/slide465.xml" ContentType="application/vnd.openxmlformats-officedocument.presentationml.slide+xml"/>
  <Override PartName="/ppt/slides/slide895.xml" ContentType="application/vnd.openxmlformats-officedocument.presentationml.slide+xml"/>
  <Override PartName="/ppt/slides/slide923.xml" ContentType="application/vnd.openxmlformats-officedocument.presentationml.slide+xml"/>
  <Override PartName="/ppt/slides/slide1092.xml" ContentType="application/vnd.openxmlformats-officedocument.presentationml.slide+xml"/>
  <Override PartName="/ppt/slides/slide789.xml" ContentType="application/vnd.openxmlformats-officedocument.presentationml.slide+xml"/>
  <Override PartName="/ppt/slides/slide495.xml" ContentType="application/vnd.openxmlformats-officedocument.presentationml.slide+xml"/>
  <Override PartName="/ppt/slides/slide553.xml" ContentType="application/vnd.openxmlformats-officedocument.presentationml.slide+xml"/>
  <Override PartName="/ppt/slides/slide1195.xml" ContentType="application/vnd.openxmlformats-officedocument.presentationml.slide+xml"/>
  <Override PartName="/ppt/slides/slide852.xml" ContentType="application/vnd.openxmlformats-officedocument.presentationml.slide+xml"/>
  <Override PartName="/ppt/slides/slide586.xml" ContentType="application/vnd.openxmlformats-officedocument.presentationml.slide+xml"/>
  <Override PartName="/ppt/slides/slide734.xml" ContentType="application/vnd.openxmlformats-officedocument.presentationml.slide+xml"/>
  <Override PartName="/ppt/slides/slide29.xml" ContentType="application/vnd.openxmlformats-officedocument.presentationml.slide+xml"/>
  <Override PartName="/ppt/slides/slide1293.xml" ContentType="application/vnd.openxmlformats-officedocument.presentationml.slide+xml"/>
  <Override PartName="/ppt/slides/slide235.xml" ContentType="application/vnd.openxmlformats-officedocument.presentationml.slide+xml"/>
  <Override PartName="/ppt/slides/slide753.xml" ContentType="application/vnd.openxmlformats-officedocument.presentationml.slide+xml"/>
  <Override PartName="/ppt/slides/slide1152.xml" ContentType="application/vnd.openxmlformats-officedocument.presentationml.slide+xml"/>
  <Override PartName="/ppt/slides/slide1540.xml" ContentType="application/vnd.openxmlformats-officedocument.presentationml.slide+xml"/>
  <Override PartName="/ppt/slides/slide1580.xml" ContentType="application/vnd.openxmlformats-officedocument.presentationml.slide+xml"/>
  <Override PartName="/ppt/slides/slide1153.xml" ContentType="application/vnd.openxmlformats-officedocument.presentationml.slide+xml"/>
  <Override PartName="/ppt/slides/slide930.xml" ContentType="application/vnd.openxmlformats-officedocument.presentationml.slide+xml"/>
  <Override PartName="/ppt/slides/slide124.xml" ContentType="application/vnd.openxmlformats-officedocument.presentationml.slide+xml"/>
  <Override PartName="/ppt/slides/slide522.xml" ContentType="application/vnd.openxmlformats-officedocument.presentationml.slide+xml"/>
  <Override PartName="/ppt/slides/slide649.xml" ContentType="application/vnd.openxmlformats-officedocument.presentationml.slide+xml"/>
  <Override PartName="/ppt/slides/slide787.xml" ContentType="application/vnd.openxmlformats-officedocument.presentationml.slide+xml"/>
  <Override PartName="/ppt/slides/slide1405.xml" ContentType="application/vnd.openxmlformats-officedocument.presentationml.slide+xml"/>
  <Override PartName="/ppt/slides/slide622.xml" ContentType="application/vnd.openxmlformats-officedocument.presentationml.slide+xml"/>
  <Override PartName="/ppt/slides/slide1322.xml" ContentType="application/vnd.openxmlformats-officedocument.presentationml.slide+xml"/>
  <Override PartName="/ppt/slides/slide827.xml" ContentType="application/vnd.openxmlformats-officedocument.presentationml.slide+xml"/>
  <Override PartName="/ppt/slides/slide793.xml" ContentType="application/vnd.openxmlformats-officedocument.presentationml.slide+xml"/>
  <Override PartName="/ppt/slides/slide673.xml" ContentType="application/vnd.openxmlformats-officedocument.presentationml.slide+xml"/>
  <Override PartName="/ppt/slides/slide1319.xml" ContentType="application/vnd.openxmlformats-officedocument.presentationml.slide+xml"/>
  <Override PartName="/ppt/slides/slide1285.xml" ContentType="application/vnd.openxmlformats-officedocument.presentationml.slide+xml"/>
  <Override PartName="/ppt/slides/slide175.xml" ContentType="application/vnd.openxmlformats-officedocument.presentationml.slide+xml"/>
  <Override PartName="/ppt/slides/slide642.xml" ContentType="application/vnd.openxmlformats-officedocument.presentationml.slide+xml"/>
  <Override PartName="/ppt/slides/slide1588.xml" ContentType="application/vnd.openxmlformats-officedocument.presentationml.slide+xml"/>
  <Override PartName="/ppt/slides/slide1197.xml" ContentType="application/vnd.openxmlformats-officedocument.presentationml.slide+xml"/>
  <Override PartName="/ppt/slides/slide640.xml" ContentType="application/vnd.openxmlformats-officedocument.presentationml.slide+xml"/>
  <Override PartName="/ppt/slides/slide631.xml" ContentType="application/vnd.openxmlformats-officedocument.presentationml.slide+xml"/>
  <Override PartName="/ppt/slides/slide473.xml" ContentType="application/vnd.openxmlformats-officedocument.presentationml.slide+xml"/>
  <Override PartName="/ppt/slides/slide525.xml" ContentType="application/vnd.openxmlformats-officedocument.presentationml.slide+xml"/>
  <Override PartName="/ppt/slides/slide1177.xml" ContentType="application/vnd.openxmlformats-officedocument.presentationml.slide+xml"/>
  <Override PartName="/ppt/slides/slide797.xml" ContentType="application/vnd.openxmlformats-officedocument.presentationml.slide+xml"/>
  <Override PartName="/ppt/slides/slide389.xml" ContentType="application/vnd.openxmlformats-officedocument.presentationml.slide+xml"/>
  <Override PartName="/ppt/slides/slide678.xml" ContentType="application/vnd.openxmlformats-officedocument.presentationml.slide+xml"/>
  <Override PartName="/ppt/slides/slide1443.xml" ContentType="application/vnd.openxmlformats-officedocument.presentationml.slide+xml"/>
  <Override PartName="/ppt/slides/slide510.xml" ContentType="application/vnd.openxmlformats-officedocument.presentationml.slide+xml"/>
  <Override PartName="/ppt/slides/slide1462.xml" ContentType="application/vnd.openxmlformats-officedocument.presentationml.slide+xml"/>
  <Override PartName="/ppt/slides/slide1111.xml" ContentType="application/vnd.openxmlformats-officedocument.presentationml.slide+xml"/>
  <Override PartName="/ppt/slides/slide1184.xml" ContentType="application/vnd.openxmlformats-officedocument.presentationml.slide+xml"/>
  <Override PartName="/ppt/slides/slide798.xml" ContentType="application/vnd.openxmlformats-officedocument.presentationml.slide+xml"/>
  <Override PartName="/ppt/slides/slide1042.xml" ContentType="application/vnd.openxmlformats-officedocument.presentationml.slide+xml"/>
  <Override PartName="/ppt/slides/slide27.xml" ContentType="application/vnd.openxmlformats-officedocument.presentationml.slide+xml"/>
  <Override PartName="/ppt/slides/slide1486.xml" ContentType="application/vnd.openxmlformats-officedocument.presentationml.slide+xml"/>
  <Override PartName="/ppt/slides/slide762.xml" ContentType="application/vnd.openxmlformats-officedocument.presentationml.slide+xml"/>
  <Override PartName="/ppt/slides/slide1283.xml" ContentType="application/vnd.openxmlformats-officedocument.presentationml.slide+xml"/>
  <Override PartName="/ppt/slides/slide1369.xml" ContentType="application/vnd.openxmlformats-officedocument.presentationml.slide+xml"/>
  <Override PartName="/ppt/slides/slide158.xml" ContentType="application/vnd.openxmlformats-officedocument.presentationml.slide+xml"/>
  <Override PartName="/ppt/slides/slide1341.xml" ContentType="application/vnd.openxmlformats-officedocument.presentationml.slide+xml"/>
  <Override PartName="/ppt/slides/slide800.xml" ContentType="application/vnd.openxmlformats-officedocument.presentationml.slide+xml"/>
  <Override PartName="/ppt/slides/slide1.xml" ContentType="application/vnd.openxmlformats-officedocument.presentationml.slide+xml"/>
  <Override PartName="/ppt/slides/slide851.xml" ContentType="application/vnd.openxmlformats-officedocument.presentationml.slide+xml"/>
  <Override PartName="/ppt/slides/slide628.xml" ContentType="application/vnd.openxmlformats-officedocument.presentationml.slide+xml"/>
  <Override PartName="/ppt/slides/slide859.xml" ContentType="application/vnd.openxmlformats-officedocument.presentationml.slide+xml"/>
  <Override PartName="/ppt/slides/slide653.xml" ContentType="application/vnd.openxmlformats-officedocument.presentationml.slide+xml"/>
  <Override PartName="/ppt/slides/slide1118.xml" ContentType="application/vnd.openxmlformats-officedocument.presentationml.slide+xml"/>
  <Override PartName="/ppt/slides/slide614.xml" ContentType="application/vnd.openxmlformats-officedocument.presentationml.slide+xml"/>
  <Override PartName="/ppt/slides/slide236.xml" ContentType="application/vnd.openxmlformats-officedocument.presentationml.slide+xml"/>
  <Override PartName="/ppt/slides/slide661.xml" ContentType="application/vnd.openxmlformats-officedocument.presentationml.slide+xml"/>
  <Override PartName="/ppt/slides/slide1009.xml" ContentType="application/vnd.openxmlformats-officedocument.presentationml.slide+xml"/>
  <Override PartName="/ppt/slides/slide791.xml" ContentType="application/vnd.openxmlformats-officedocument.presentationml.slide+xml"/>
  <Override PartName="/ppt/slides/slide1440.xml" ContentType="application/vnd.openxmlformats-officedocument.presentationml.slide+xml"/>
  <Override PartName="/ppt/slides/slide258.xml" ContentType="application/vnd.openxmlformats-officedocument.presentationml.slide+xml"/>
  <Override PartName="/ppt/slides/slide1116.xml" ContentType="application/vnd.openxmlformats-officedocument.presentationml.slide+xml"/>
  <Override PartName="/ppt/slides/slide1351.xml" ContentType="application/vnd.openxmlformats-officedocument.presentationml.slide+xml"/>
  <Override PartName="/ppt/slides/slide1336.xml" ContentType="application/vnd.openxmlformats-officedocument.presentationml.slide+xml"/>
  <Override PartName="/ppt/slides/slide1272.xml" ContentType="application/vnd.openxmlformats-officedocument.presentationml.slide+xml"/>
  <Override PartName="/ppt/slides/slide58.xml" ContentType="application/vnd.openxmlformats-officedocument.presentationml.slide+xml"/>
  <Override PartName="/ppt/slides/slide1497.xml" ContentType="application/vnd.openxmlformats-officedocument.presentationml.slide+xml"/>
  <Override PartName="/ppt/slides/slide137.xml" ContentType="application/vnd.openxmlformats-officedocument.presentationml.slide+xml"/>
  <Override PartName="/ppt/slides/slide299.xml" ContentType="application/vnd.openxmlformats-officedocument.presentationml.slide+xml"/>
  <Override PartName="/ppt/slides/slide85.xml" ContentType="application/vnd.openxmlformats-officedocument.presentationml.slide+xml"/>
  <Override PartName="/ppt/slides/slide1496.xml" ContentType="application/vnd.openxmlformats-officedocument.presentationml.slide+xml"/>
  <Override PartName="/ppt/slides/slide517.xml" ContentType="application/vnd.openxmlformats-officedocument.presentationml.slide+xml"/>
  <Override PartName="/ppt/slides/slide66.xml" ContentType="application/vnd.openxmlformats-officedocument.presentationml.slide+xml"/>
  <Override PartName="/ppt/slides/slide625.xml" ContentType="application/vnd.openxmlformats-officedocument.presentationml.slide+xml"/>
  <Override PartName="/ppt/slides/slide1241.xml" ContentType="application/vnd.openxmlformats-officedocument.presentationml.slide+xml"/>
  <Override PartName="/ppt/slides/slide146.xml" ContentType="application/vnd.openxmlformats-officedocument.presentationml.slide+xml"/>
  <Override PartName="/ppt/slides/slide842.xml" ContentType="application/vnd.openxmlformats-officedocument.presentationml.slide+xml"/>
  <Override PartName="/ppt/slides/slide921.xml" ContentType="application/vnd.openxmlformats-officedocument.presentationml.slide+xml"/>
  <Override PartName="/ppt/slides/slide672.xml" ContentType="application/vnd.openxmlformats-officedocument.presentationml.slide+xml"/>
  <Override PartName="/ppt/slides/slide1445.xml" ContentType="application/vnd.openxmlformats-officedocument.presentationml.slide+xml"/>
  <Override PartName="/ppt/slides/slide697.xml" ContentType="application/vnd.openxmlformats-officedocument.presentationml.slide+xml"/>
  <Override PartName="/ppt/slides/slide293.xml" ContentType="application/vnd.openxmlformats-officedocument.presentationml.slide+xml"/>
  <Override PartName="/ppt/slides/slide948.xml" ContentType="application/vnd.openxmlformats-officedocument.presentationml.slide+xml"/>
  <Override PartName="/ppt/slides/slide886.xml" ContentType="application/vnd.openxmlformats-officedocument.presentationml.slide+xml"/>
  <Override PartName="/ppt/slides/slide769.xml" ContentType="application/vnd.openxmlformats-officedocument.presentationml.slide+xml"/>
  <Override PartName="/ppt/slides/slide695.xml" ContentType="application/vnd.openxmlformats-officedocument.presentationml.slide+xml"/>
  <Override PartName="/ppt/slides/slide1626.xml" ContentType="application/vnd.openxmlformats-officedocument.presentationml.slide+xml"/>
  <Override PartName="/ppt/slides/slide1392.xml" ContentType="application/vnd.openxmlformats-officedocument.presentationml.slide+xml"/>
  <Override PartName="/ppt/slides/slide1394.xml" ContentType="application/vnd.openxmlformats-officedocument.presentationml.slide+xml"/>
  <Override PartName="/ppt/slides/slide555.xml" ContentType="application/vnd.openxmlformats-officedocument.presentationml.slide+xml"/>
  <Override PartName="/ppt/slides/slide1461.xml" ContentType="application/vnd.openxmlformats-officedocument.presentationml.slide+xml"/>
  <Override PartName="/ppt/slides/slide751.xml" ContentType="application/vnd.openxmlformats-officedocument.presentationml.slide+xml"/>
  <Override PartName="/ppt/slides/slide33.xml" ContentType="application/vnd.openxmlformats-officedocument.presentationml.slide+xml"/>
  <Override PartName="/ppt/slides/slide898.xml" ContentType="application/vnd.openxmlformats-officedocument.presentationml.slide+xml"/>
  <Override PartName="/ppt/slides/slide781.xml" ContentType="application/vnd.openxmlformats-officedocument.presentationml.slide+xml"/>
  <Override PartName="/ppt/slides/slide404.xml" ContentType="application/vnd.openxmlformats-officedocument.presentationml.slide+xml"/>
  <Override PartName="/ppt/slides/slide767.xml" ContentType="application/vnd.openxmlformats-officedocument.presentationml.slide+xml"/>
  <Override PartName="/ppt/slides/slide1395.xml" ContentType="application/vnd.openxmlformats-officedocument.presentationml.slide+xml"/>
  <Override PartName="/ppt/slides/slide1250.xml" ContentType="application/vnd.openxmlformats-officedocument.presentationml.slide+xml"/>
  <Override PartName="/ppt/slides/slide668.xml" ContentType="application/vnd.openxmlformats-officedocument.presentationml.slide+xml"/>
  <Override PartName="/ppt/slides/slide1128.xml" ContentType="application/vnd.openxmlformats-officedocument.presentationml.slide+xml"/>
  <Override PartName="/ppt/slides/slide89.xml" ContentType="application/vnd.openxmlformats-officedocument.presentationml.slide+xml"/>
  <Override PartName="/ppt/slides/slide12.xml" ContentType="application/vnd.openxmlformats-officedocument.presentationml.slide+xml"/>
  <Override PartName="/ppt/slides/slide696.xml" ContentType="application/vnd.openxmlformats-officedocument.presentationml.slide+xml"/>
  <Override PartName="/ppt/slides/slide1385.xml" ContentType="application/vnd.openxmlformats-officedocument.presentationml.slide+xml"/>
  <Override PartName="/ppt/slides/slide1492.xml" ContentType="application/vnd.openxmlformats-officedocument.presentationml.slide+xml"/>
  <Override PartName="/ppt/slides/slide1586.xml" ContentType="application/vnd.openxmlformats-officedocument.presentationml.slide+xml"/>
  <Override PartName="/ppt/slides/slide1487.xml" ContentType="application/vnd.openxmlformats-officedocument.presentationml.slide+xml"/>
  <Override PartName="/ppt/slides/slide250.xml" ContentType="application/vnd.openxmlformats-officedocument.presentationml.slide+xml"/>
  <Override PartName="/ppt/slides/slide294.xml" ContentType="application/vnd.openxmlformats-officedocument.presentationml.slide+xml"/>
  <Override PartName="/ppt/slides/slide909.xml" ContentType="application/vnd.openxmlformats-officedocument.presentationml.slide+xml"/>
  <Override PartName="/ppt/slides/slide173.xml" ContentType="application/vnd.openxmlformats-officedocument.presentationml.slide+xml"/>
  <Override PartName="/ppt/slides/slide1252.xml" ContentType="application/vnd.openxmlformats-officedocument.presentationml.slide+xml"/>
  <Override PartName="/ppt/slides/slide1430.xml" ContentType="application/vnd.openxmlformats-officedocument.presentationml.slide+xml"/>
  <Override PartName="/ppt/slides/slide446.xml" ContentType="application/vnd.openxmlformats-officedocument.presentationml.slide+xml"/>
  <Override PartName="/ppt/slides/slide538.xml" ContentType="application/vnd.openxmlformats-officedocument.presentationml.slide+xml"/>
  <Override PartName="/ppt/slides/slide723.xml" ContentType="application/vnd.openxmlformats-officedocument.presentationml.slide+xml"/>
  <Override PartName="/ppt/slides/slide889.xml" ContentType="application/vnd.openxmlformats-officedocument.presentationml.slide+xml"/>
  <Override PartName="/ppt/slides/slide1069.xml" ContentType="application/vnd.openxmlformats-officedocument.presentationml.slide+xml"/>
  <Override PartName="/ppt/slides/slide1093.xml" ContentType="application/vnd.openxmlformats-officedocument.presentationml.slide+xml"/>
  <Override PartName="/ppt/slides/slide714.xml" ContentType="application/vnd.openxmlformats-officedocument.presentationml.slide+xml"/>
  <Override PartName="/ppt/slides/slide1587.xml" ContentType="application/vnd.openxmlformats-officedocument.presentationml.slide+xml"/>
  <Override PartName="/ppt/slides/slide1356.xml" ContentType="application/vnd.openxmlformats-officedocument.presentationml.slide+xml"/>
  <Override PartName="/ppt/slides/slide257.xml" ContentType="application/vnd.openxmlformats-officedocument.presentationml.slide+xml"/>
  <Override PartName="/ppt/slides/slide1596.xml" ContentType="application/vnd.openxmlformats-officedocument.presentationml.slide+xml"/>
  <Override PartName="/ppt/slides/slide982.xml" ContentType="application/vnd.openxmlformats-officedocument.presentationml.slide+xml"/>
  <Override PartName="/ppt/slides/slide880.xml" ContentType="application/vnd.openxmlformats-officedocument.presentationml.slide+xml"/>
  <Override PartName="/ppt/slides/slide979.xml" ContentType="application/vnd.openxmlformats-officedocument.presentationml.slide+xml"/>
  <Override PartName="/ppt/slides/slide748.xml" ContentType="application/vnd.openxmlformats-officedocument.presentationml.slide+xml"/>
  <Override PartName="/ppt/slides/slide732.xml" ContentType="application/vnd.openxmlformats-officedocument.presentationml.slide+xml"/>
  <Override PartName="/ppt/slides/slide570.xml" ContentType="application/vnd.openxmlformats-officedocument.presentationml.slide+xml"/>
  <Override PartName="/ppt/slides/slide1597.xml" ContentType="application/vnd.openxmlformats-officedocument.presentationml.slide+xml"/>
  <Override PartName="/ppt/slides/slide1431.xml" ContentType="application/vnd.openxmlformats-officedocument.presentationml.slide+xml"/>
  <Override PartName="/ppt/slides/slide50.xml" ContentType="application/vnd.openxmlformats-officedocument.presentationml.slide+xml"/>
  <Override PartName="/ppt/slides/slide549.xml" ContentType="application/vnd.openxmlformats-officedocument.presentationml.slide+xml"/>
  <Override PartName="/ppt/slides/slide421.xml" ContentType="application/vnd.openxmlformats-officedocument.presentationml.slide+xml"/>
  <Override PartName="/ppt/slides/slide596.xml" ContentType="application/vnd.openxmlformats-officedocument.presentationml.slide+xml"/>
  <Override PartName="/ppt/slides/slide1234.xml" ContentType="application/vnd.openxmlformats-officedocument.presentationml.slide+xml"/>
  <Override PartName="/ppt/slides/slide858.xml" ContentType="application/vnd.openxmlformats-officedocument.presentationml.slide+xml"/>
  <Override PartName="/ppt/slides/slide1079.xml" ContentType="application/vnd.openxmlformats-officedocument.presentationml.slide+xml"/>
  <Override PartName="/ppt/slides/slide610.xml" ContentType="application/vnd.openxmlformats-officedocument.presentationml.slide+xml"/>
  <Override PartName="/ppt/slides/slide1138.xml" ContentType="application/vnd.openxmlformats-officedocument.presentationml.slide+xml"/>
  <Override PartName="/ppt/slides/slide1478.xml" ContentType="application/vnd.openxmlformats-officedocument.presentationml.slide+xml"/>
  <Override PartName="/ppt/slides/slide1317.xml" ContentType="application/vnd.openxmlformats-officedocument.presentationml.slide+xml"/>
  <Override PartName="/ppt/slides/slide355.xml" ContentType="application/vnd.openxmlformats-officedocument.presentationml.slide+xml"/>
  <Override PartName="/ppt/slides/slide1384.xml" ContentType="application/vnd.openxmlformats-officedocument.presentationml.slide+xml"/>
  <Override PartName="/ppt/slides/slide109.xml" ContentType="application/vnd.openxmlformats-officedocument.presentationml.slide+xml"/>
  <Override PartName="/ppt/slides/slide1041.xml" ContentType="application/vnd.openxmlformats-officedocument.presentationml.slide+xml"/>
  <Override PartName="/ppt/slides/slide894.xml" ContentType="application/vnd.openxmlformats-officedocument.presentationml.slide+xml"/>
  <Override PartName="/ppt/slides/slide882.xml" ContentType="application/vnd.openxmlformats-officedocument.presentationml.slide+xml"/>
  <Override PartName="/ppt/slides/slide1226.xml" ContentType="application/vnd.openxmlformats-officedocument.presentationml.slide+xml"/>
  <Override PartName="/ppt/slides/slide741.xml" ContentType="application/vnd.openxmlformats-officedocument.presentationml.slide+xml"/>
  <Override PartName="/ppt/slides/slide1245.xml" ContentType="application/vnd.openxmlformats-officedocument.presentationml.slide+xml"/>
  <Override PartName="/ppt/slides/slide1269.xml" ContentType="application/vnd.openxmlformats-officedocument.presentationml.slide+xml"/>
  <Override PartName="/ppt/slides/slide899.xml" ContentType="application/vnd.openxmlformats-officedocument.presentationml.slide+xml"/>
  <Override PartName="/ppt/slides/slide1194.xml" ContentType="application/vnd.openxmlformats-officedocument.presentationml.slide+xml"/>
  <Override PartName="/ppt/slides/slide1054.xml" ContentType="application/vnd.openxmlformats-officedocument.presentationml.slide+xml"/>
  <Override PartName="/ppt/slides/slide1581.xml" ContentType="application/vnd.openxmlformats-officedocument.presentationml.slide+xml"/>
  <Override PartName="/ppt/slides/slide1262.xml" ContentType="application/vnd.openxmlformats-officedocument.presentationml.slide+xml"/>
  <Override PartName="/ppt/slides/slide841.xml" ContentType="application/vnd.openxmlformats-officedocument.presentationml.slide+xml"/>
  <Override PartName="/ppt/slides/slide1460.xml" ContentType="application/vnd.openxmlformats-officedocument.presentationml.slide+xml"/>
  <Override PartName="/ppt/slides/slide156.xml" ContentType="application/vnd.openxmlformats-officedocument.presentationml.slide+xml"/>
  <Override PartName="/ppt/slides/slide812.xml" ContentType="application/vnd.openxmlformats-officedocument.presentationml.slide+xml"/>
  <Override PartName="/ppt/slides/slide1141.xml" ContentType="application/vnd.openxmlformats-officedocument.presentationml.slide+xml"/>
  <Override PartName="/ppt/slides/slide1294.xml" ContentType="application/vnd.openxmlformats-officedocument.presentationml.slide+xml"/>
  <Override PartName="/ppt/slides/slide171.xml" ContentType="application/vnd.openxmlformats-officedocument.presentationml.slide+xml"/>
  <Override PartName="/ppt/slides/slide752.xml" ContentType="application/vnd.openxmlformats-officedocument.presentationml.slide+xml"/>
  <Override PartName="/ppt/slides/slide913.xml" ContentType="application/vnd.openxmlformats-officedocument.presentationml.slide+xml"/>
  <Override PartName="/ppt/slides/slide1360.xml" ContentType="application/vnd.openxmlformats-officedocument.presentationml.slide+xml"/>
  <Override PartName="/ppt/slides/slide1481.xml" ContentType="application/vnd.openxmlformats-officedocument.presentationml.slide+xml"/>
  <Override PartName="/ppt/slides/slide65.xml" ContentType="application/vnd.openxmlformats-officedocument.presentationml.slide+xml"/>
  <Override PartName="/ppt/slides/slide1412.xml" ContentType="application/vnd.openxmlformats-officedocument.presentationml.slide+xml"/>
  <Override PartName="/ppt/slides/slide686.xml" ContentType="application/vnd.openxmlformats-officedocument.presentationml.slide+xml"/>
  <Override PartName="/ppt/slides/slide1321.xml" ContentType="application/vnd.openxmlformats-officedocument.presentationml.slide+xml"/>
  <Override PartName="/ppt/slides/slide451.xml" ContentType="application/vnd.openxmlformats-officedocument.presentationml.slide+xml"/>
  <Override PartName="/ppt/slides/slide1303.xml" ContentType="application/vnd.openxmlformats-officedocument.presentationml.slide+xml"/>
  <Override PartName="/ppt/slides/slide371.xml" ContentType="application/vnd.openxmlformats-officedocument.presentationml.slide+xml"/>
  <Override PartName="/ppt/slides/slide871.xml" ContentType="application/vnd.openxmlformats-officedocument.presentationml.slide+xml"/>
  <Override PartName="/ppt/slides/slide283.xml" ContentType="application/vnd.openxmlformats-officedocument.presentationml.slide+xml"/>
  <Override PartName="/ppt/slides/slide1352.xml" ContentType="application/vnd.openxmlformats-officedocument.presentationml.slide+xml"/>
  <Override PartName="/ppt/slides/slide1100.xml" ContentType="application/vnd.openxmlformats-officedocument.presentationml.slide+xml"/>
  <Override PartName="/ppt/slides/slide1084.xml" ContentType="application/vnd.openxmlformats-officedocument.presentationml.slide+xml"/>
  <Override PartName="/ppt/slides/slide1362.xml" ContentType="application/vnd.openxmlformats-officedocument.presentationml.slide+xml"/>
  <Override PartName="/ppt/slides/slide763.xml" ContentType="application/vnd.openxmlformats-officedocument.presentationml.slide+xml"/>
  <Override PartName="/ppt/slides/slide1391.xml" ContentType="application/vnd.openxmlformats-officedocument.presentationml.slide+xml"/>
  <Override PartName="/ppt/slides/slide1612.xml" ContentType="application/vnd.openxmlformats-officedocument.presentationml.slide+xml"/>
  <Override PartName="/ppt/slides/slide255.xml" ContentType="application/vnd.openxmlformats-officedocument.presentationml.slide+xml"/>
  <Override PartName="/ppt/slides/slide1313.xml" ContentType="application/vnd.openxmlformats-officedocument.presentationml.slide+xml"/>
  <Override PartName="/ppt/slides/slide1289.xml" ContentType="application/vnd.openxmlformats-officedocument.presentationml.slide+xml"/>
  <Override PartName="/ppt/slides/slide127.xml" ContentType="application/vnd.openxmlformats-officedocument.presentationml.slide+xml"/>
  <Override PartName="/ppt/slides/slide1149.xml" ContentType="application/vnd.openxmlformats-officedocument.presentationml.slide+xml"/>
  <Override PartName="/ppt/slides/slide1485.xml" ContentType="application/vnd.openxmlformats-officedocument.presentationml.slide+xml"/>
  <Override PartName="/ppt/slides/slide759.xml" ContentType="application/vnd.openxmlformats-officedocument.presentationml.slide+xml"/>
  <Override PartName="/ppt/slides/slide556.xml" ContentType="application/vnd.openxmlformats-officedocument.presentationml.slide+xml"/>
  <Override PartName="/ppt/slides/slide88.xml" ContentType="application/vnd.openxmlformats-officedocument.presentationml.slide+xml"/>
  <Override PartName="/ppt/slides/slide1372.xml" ContentType="application/vnd.openxmlformats-officedocument.presentationml.slide+xml"/>
  <Override PartName="/ppt/slides/slide1229.xml" ContentType="application/vnd.openxmlformats-officedocument.presentationml.slide+xml"/>
  <Override PartName="/ppt/slides/slide1442.xml" ContentType="application/vnd.openxmlformats-officedocument.presentationml.slide+xml"/>
  <Override PartName="/ppt/slides/slide1432.xml" ContentType="application/vnd.openxmlformats-officedocument.presentationml.slide+xml"/>
  <Override PartName="/ppt/slides/slide497.xml" ContentType="application/vnd.openxmlformats-officedocument.presentationml.slide+xml"/>
  <Override PartName="/ppt/slides/slide1170.xml" ContentType="application/vnd.openxmlformats-officedocument.presentationml.slide+xml"/>
  <Override PartName="/ppt/slides/slide719.xml" ContentType="application/vnd.openxmlformats-officedocument.presentationml.slide+xml"/>
  <Override PartName="/ppt/slides/slide194.xml" ContentType="application/vnd.openxmlformats-officedocument.presentationml.slide+xml"/>
  <Override PartName="/ppt/slides/slide773.xml" ContentType="application/vnd.openxmlformats-officedocument.presentationml.slide+xml"/>
  <Override PartName="/ppt/slides/slide1450.xml" ContentType="application/vnd.openxmlformats-officedocument.presentationml.slide+xml"/>
  <Override PartName="/ppt/slides/slide1191.xml" ContentType="application/vnd.openxmlformats-officedocument.presentationml.slide+xml"/>
  <Override PartName="/ppt/slides/slide455.xml" ContentType="application/vnd.openxmlformats-officedocument.presentationml.slide+xml"/>
  <Override PartName="/ppt/slides/slide1616.xml" ContentType="application/vnd.openxmlformats-officedocument.presentationml.slide+xml"/>
  <Override PartName="/ppt/slides/slide903.xml" ContentType="application/vnd.openxmlformats-officedocument.presentationml.slide+xml"/>
  <Override PartName="/ppt/slides/slide547.xml" ContentType="application/vnd.openxmlformats-officedocument.presentationml.slide+xml"/>
  <Override PartName="/ppt/slides/slide1257.xml" ContentType="application/vnd.openxmlformats-officedocument.presentationml.slide+xml"/>
  <Override PartName="/ppt/slides/slide892.xml" ContentType="application/vnd.openxmlformats-officedocument.presentationml.slide+xml"/>
  <Override PartName="/ppt/slides/slide1592.xml" ContentType="application/vnd.openxmlformats-officedocument.presentationml.slide+xml"/>
  <Override PartName="/ppt/slides/slide492.xml" ContentType="application/vnd.openxmlformats-officedocument.presentationml.slide+xml"/>
  <Override PartName="/ppt/slides/slide1390.xml" ContentType="application/vnd.openxmlformats-officedocument.presentationml.slide+xml"/>
  <Override PartName="/ppt/slides/slide541.xml" ContentType="application/vnd.openxmlformats-officedocument.presentationml.slide+xml"/>
  <Override PartName="/ppt/slides/slide1520.xml" ContentType="application/vnd.openxmlformats-officedocument.presentationml.slide+xml"/>
  <Override PartName="/ppt/slides/slide692.xml" ContentType="application/vnd.openxmlformats-officedocument.presentationml.slide+xml"/>
  <Override PartName="/ppt/slides/slide722.xml" ContentType="application/vnd.openxmlformats-officedocument.presentationml.slide+xml"/>
  <Override PartName="/ppt/slides/slide1086.xml" ContentType="application/vnd.openxmlformats-officedocument.presentationml.slide+xml"/>
  <Override PartName="/ppt/slides/slide87.xml" ContentType="application/vnd.openxmlformats-officedocument.presentationml.slide+xml"/>
  <Override PartName="/ppt/slides/slide243.xml" ContentType="application/vnd.openxmlformats-officedocument.presentationml.slide+xml"/>
  <Override PartName="/ppt/slides/slide491.xml" ContentType="application/vnd.openxmlformats-officedocument.presentationml.slide+xml"/>
  <Override PartName="/ppt/slides/slide761.xml" ContentType="application/vnd.openxmlformats-officedocument.presentationml.slide+xml"/>
  <Override PartName="/ppt/slides/slide1504.xml" ContentType="application/vnd.openxmlformats-officedocument.presentationml.slide+xml"/>
  <Override PartName="/ppt/slides/slide822.xml" ContentType="application/vnd.openxmlformats-officedocument.presentationml.slide+xml"/>
  <Override PartName="/ppt/slides/slide19.xml" ContentType="application/vnd.openxmlformats-officedocument.presentationml.slide+xml"/>
  <Override PartName="/ppt/slides/slide1171.xml" ContentType="application/vnd.openxmlformats-officedocument.presentationml.slide+xml"/>
  <Override PartName="/ppt/slides/slide502.xml" ContentType="application/vnd.openxmlformats-officedocument.presentationml.slide+xml"/>
  <Override PartName="/ppt/slides/slide809.xml" ContentType="application/vnd.openxmlformats-officedocument.presentationml.slide+xml"/>
  <Override PartName="/ppt/slides/slide1613.xml" ContentType="application/vnd.openxmlformats-officedocument.presentationml.slide+xml"/>
  <Override PartName="/ppt/slides/slide188.xml" ContentType="application/vnd.openxmlformats-officedocument.presentationml.slide+xml"/>
  <Override PartName="/ppt/slides/slide1320.xml" ContentType="application/vnd.openxmlformats-officedocument.presentationml.slide+xml"/>
  <Override PartName="/ppt/slides/slide1510.xml" ContentType="application/vnd.openxmlformats-officedocument.presentationml.slide+xml"/>
  <Override PartName="/ppt/slides/slide1158.xml" ContentType="application/vnd.openxmlformats-officedocument.presentationml.slide+xml"/>
  <Override PartName="/ppt/slides/slide420.xml" ContentType="application/vnd.openxmlformats-officedocument.presentationml.slide+xml"/>
  <Override PartName="/ppt/slides/slide332.xml" ContentType="application/vnd.openxmlformats-officedocument.presentationml.slide+xml"/>
  <Override PartName="/ppt/slides/slide821.xml" ContentType="application/vnd.openxmlformats-officedocument.presentationml.slide+xml"/>
  <Override PartName="/ppt/slides/slide1530.xml" ContentType="application/vnd.openxmlformats-officedocument.presentationml.slide+xml"/>
  <Override PartName="/ppt/slides/slide652.xml" ContentType="application/vnd.openxmlformats-officedocument.presentationml.slide+xml"/>
  <Override PartName="/ppt/slides/slide656.xml" ContentType="application/vnd.openxmlformats-officedocument.presentationml.slide+xml"/>
  <Override PartName="/ppt/slides/slide501.xml" ContentType="application/vnd.openxmlformats-officedocument.presentationml.slide+xml"/>
  <Override PartName="/ppt/slides/slide1225.xml" ContentType="application/vnd.openxmlformats-officedocument.presentationml.slide+xml"/>
  <Override PartName="/ppt/slides/slide926.xml" ContentType="application/vnd.openxmlformats-officedocument.presentationml.slide+xml"/>
  <Override PartName="/ppt/slides/slide1550.xml" ContentType="application/vnd.openxmlformats-officedocument.presentationml.slide+xml"/>
  <Override PartName="/ppt/slides/slide1571.xml" ContentType="application/vnd.openxmlformats-officedocument.presentationml.slide+xml"/>
  <Override PartName="/ppt/slides/slide1327.xml" ContentType="application/vnd.openxmlformats-officedocument.presentationml.slide+xml"/>
  <Override PartName="/ppt/slides/slide643.xml" ContentType="application/vnd.openxmlformats-officedocument.presentationml.slide+xml"/>
  <Override PartName="/ppt/slides/slide454.xml" ContentType="application/vnd.openxmlformats-officedocument.presentationml.slide+xml"/>
  <Override PartName="/ppt/slides/slide832.xml" ContentType="application/vnd.openxmlformats-officedocument.presentationml.slide+xml"/>
  <Override PartName="/ppt/slides/slide1403.xml" ContentType="application/vnd.openxmlformats-officedocument.presentationml.slide+xml"/>
  <Override PartName="/ppt/slides/slide685.xml" ContentType="application/vnd.openxmlformats-officedocument.presentationml.slide+xml"/>
  <Override PartName="/ppt/slides/slide554.xml" ContentType="application/vnd.openxmlformats-officedocument.presentationml.slide+xml"/>
  <Override PartName="/ppt/slides/slide442.xml" ContentType="application/vnd.openxmlformats-officedocument.presentationml.slide+xml"/>
  <Override PartName="/ppt/slides/slide729.xml" ContentType="application/vnd.openxmlformats-officedocument.presentationml.slide+xml"/>
  <Override PartName="/ppt/slides/slide1482.xml" ContentType="application/vnd.openxmlformats-officedocument.presentationml.slide+xml"/>
  <Override PartName="/ppt/slides/slide1585.xml" ContentType="application/vnd.openxmlformats-officedocument.presentationml.slide+xml"/>
  <Override PartName="/ppt/slides/slide216.xml" ContentType="application/vnd.openxmlformats-officedocument.presentationml.slide+xml"/>
  <Override PartName="/ppt/slides/slide955.xml" ContentType="application/vnd.openxmlformats-officedocument.presentationml.slide+xml"/>
  <Override PartName="/ppt/slides/slide1484.xml" ContentType="application/vnd.openxmlformats-officedocument.presentationml.slide+xml"/>
  <Override PartName="/ppt/slides/slide1133.xml" ContentType="application/vnd.openxmlformats-officedocument.presentationml.slide+xml"/>
  <Override PartName="/ppt/slides/slide1338.xml" ContentType="application/vnd.openxmlformats-officedocument.presentationml.slide+xml"/>
  <Override PartName="/ppt/slides/slide1599.xml" ContentType="application/vnd.openxmlformats-officedocument.presentationml.slide+xml"/>
  <Override PartName="/ppt/slides/slide533.xml" ContentType="application/vnd.openxmlformats-officedocument.presentationml.slide+xml"/>
  <Override PartName="/ppt/slides/slide1099.xml" ContentType="application/vnd.openxmlformats-officedocument.presentationml.slide+xml"/>
  <Override PartName="/ppt/slides/slide314.xml" ContentType="application/vnd.openxmlformats-officedocument.presentationml.slide+xml"/>
  <Override PartName="/ppt/slides/slide1590.xml" ContentType="application/vnd.openxmlformats-officedocument.presentationml.slide+xml"/>
  <Override PartName="/ppt/slides/slide583.xml" ContentType="application/vnd.openxmlformats-officedocument.presentationml.slide+xml"/>
  <Override PartName="/ppt/slides/slide1147.xml" ContentType="application/vnd.openxmlformats-officedocument.presentationml.slide+xml"/>
  <Override PartName="/ppt/slides/slide945.xml" ContentType="application/vnd.openxmlformats-officedocument.presentationml.slide+xml"/>
  <Override PartName="/ppt/slides/slide518.xml" ContentType="application/vnd.openxmlformats-officedocument.presentationml.slide+xml"/>
  <Override PartName="/ppt/slides/slide1594.xml" ContentType="application/vnd.openxmlformats-officedocument.presentationml.slide+xml"/>
  <Override PartName="/ppt/slides/slide477.xml" ContentType="application/vnd.openxmlformats-officedocument.presentationml.slide+xml"/>
  <Override PartName="/ppt/slides/slide269.xml" ContentType="application/vnd.openxmlformats-officedocument.presentationml.slide+xml"/>
  <Override PartName="/ppt/slides/slide1186.xml" ContentType="application/vnd.openxmlformats-officedocument.presentationml.slide+xml"/>
  <Override PartName="/ppt/slides/slide1521.xml" ContentType="application/vnd.openxmlformats-officedocument.presentationml.slide+xml"/>
  <Override PartName="/ppt/slides/slide197.xml" ContentType="application/vnd.openxmlformats-officedocument.presentationml.slide+xml"/>
  <Override PartName="/ppt/slides/slide1096.xml" ContentType="application/vnd.openxmlformats-officedocument.presentationml.slide+xml"/>
  <Override PartName="/ppt/slides/slide1570.xml" ContentType="application/vnd.openxmlformats-officedocument.presentationml.slide+xml"/>
  <Override PartName="/ppt/slides/slide1595.xml" ContentType="application/vnd.openxmlformats-officedocument.presentationml.slide+xml"/>
  <Override PartName="/ppt/slides/slide900.xml" ContentType="application/vnd.openxmlformats-officedocument.presentationml.slide+xml"/>
  <Override PartName="/ppt/slides/slide1494.xml" ContentType="application/vnd.openxmlformats-officedocument.presentationml.slide+xml"/>
  <Override PartName="/ppt/slides/slide370.xml" ContentType="application/vnd.openxmlformats-officedocument.presentationml.slide+xml"/>
  <Override PartName="/ppt/slides/slide1551.xml" ContentType="application/vnd.openxmlformats-officedocument.presentationml.slide+xml"/>
  <Override PartName="/ppt/slides/slide69.xml" ContentType="application/vnd.openxmlformats-officedocument.presentationml.slide+xml"/>
  <Override PartName="/ppt/slides/slide1329.xml" ContentType="application/vnd.openxmlformats-officedocument.presentationml.slide+xml"/>
  <Override PartName="/ppt/slides/slide276.xml" ContentType="application/vnd.openxmlformats-officedocument.presentationml.slide+xml"/>
  <Override PartName="/ppt/slides/slide1548.xml" ContentType="application/vnd.openxmlformats-officedocument.presentationml.slide+xml"/>
  <Override PartName="/ppt/slides/slide664.xml" ContentType="application/vnd.openxmlformats-officedocument.presentationml.slide+xml"/>
  <Override PartName="/ppt/slides/slide1094.xml" ContentType="application/vnd.openxmlformats-officedocument.presentationml.slide+xml"/>
  <Override PartName="/ppt/slides/slide688.xml" ContentType="application/vnd.openxmlformats-officedocument.presentationml.slide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  <p:sldId id="294" r:id="rId41"/>
    <p:sldId id="295" r:id="rId42"/>
    <p:sldId id="296" r:id="rId43"/>
    <p:sldId id="297" r:id="rId44"/>
    <p:sldId id="298" r:id="rId45"/>
    <p:sldId id="299" r:id="rId46"/>
    <p:sldId id="300" r:id="rId47"/>
    <p:sldId id="301" r:id="rId48"/>
    <p:sldId id="302" r:id="rId49"/>
    <p:sldId id="303" r:id="rId50"/>
    <p:sldId id="304" r:id="rId51"/>
    <p:sldId id="305" r:id="rId52"/>
    <p:sldId id="306" r:id="rId53"/>
    <p:sldId id="307" r:id="rId54"/>
    <p:sldId id="308" r:id="rId55"/>
    <p:sldId id="309" r:id="rId56"/>
    <p:sldId id="310" r:id="rId57"/>
    <p:sldId id="311" r:id="rId58"/>
    <p:sldId id="312" r:id="rId59"/>
    <p:sldId id="313" r:id="rId60"/>
    <p:sldId id="314" r:id="rId61"/>
    <p:sldId id="315" r:id="rId62"/>
    <p:sldId id="316" r:id="rId63"/>
    <p:sldId id="317" r:id="rId64"/>
    <p:sldId id="318" r:id="rId65"/>
    <p:sldId id="319" r:id="rId66"/>
    <p:sldId id="320" r:id="rId67"/>
    <p:sldId id="321" r:id="rId68"/>
    <p:sldId id="322" r:id="rId69"/>
    <p:sldId id="323" r:id="rId70"/>
    <p:sldId id="324" r:id="rId71"/>
    <p:sldId id="325" r:id="rId72"/>
    <p:sldId id="326" r:id="rId73"/>
    <p:sldId id="327" r:id="rId74"/>
    <p:sldId id="328" r:id="rId75"/>
    <p:sldId id="329" r:id="rId76"/>
    <p:sldId id="330" r:id="rId77"/>
    <p:sldId id="331" r:id="rId78"/>
    <p:sldId id="332" r:id="rId79"/>
    <p:sldId id="333" r:id="rId80"/>
    <p:sldId id="334" r:id="rId81"/>
    <p:sldId id="335" r:id="rId82"/>
    <p:sldId id="336" r:id="rId83"/>
    <p:sldId id="337" r:id="rId84"/>
    <p:sldId id="338" r:id="rId85"/>
    <p:sldId id="339" r:id="rId86"/>
    <p:sldId id="340" r:id="rId87"/>
    <p:sldId id="341" r:id="rId88"/>
    <p:sldId id="342" r:id="rId89"/>
    <p:sldId id="343" r:id="rId90"/>
    <p:sldId id="344" r:id="rId91"/>
    <p:sldId id="345" r:id="rId92"/>
    <p:sldId id="346" r:id="rId93"/>
    <p:sldId id="347" r:id="rId94"/>
    <p:sldId id="348" r:id="rId95"/>
    <p:sldId id="349" r:id="rId96"/>
    <p:sldId id="350" r:id="rId97"/>
    <p:sldId id="351" r:id="rId98"/>
    <p:sldId id="352" r:id="rId99"/>
    <p:sldId id="353" r:id="rId100"/>
    <p:sldId id="354" r:id="rId101"/>
    <p:sldId id="355" r:id="rId102"/>
    <p:sldId id="356" r:id="rId103"/>
    <p:sldId id="357" r:id="rId104"/>
    <p:sldId id="358" r:id="rId105"/>
    <p:sldId id="359" r:id="rId106"/>
    <p:sldId id="360" r:id="rId107"/>
    <p:sldId id="361" r:id="rId108"/>
    <p:sldId id="362" r:id="rId109"/>
    <p:sldId id="363" r:id="rId110"/>
    <p:sldId id="364" r:id="rId111"/>
    <p:sldId id="365" r:id="rId112"/>
    <p:sldId id="366" r:id="rId113"/>
    <p:sldId id="367" r:id="rId114"/>
    <p:sldId id="368" r:id="rId115"/>
    <p:sldId id="369" r:id="rId116"/>
    <p:sldId id="370" r:id="rId117"/>
    <p:sldId id="371" r:id="rId118"/>
    <p:sldId id="372" r:id="rId119"/>
    <p:sldId id="373" r:id="rId120"/>
    <p:sldId id="374" r:id="rId121"/>
    <p:sldId id="375" r:id="rId122"/>
    <p:sldId id="376" r:id="rId123"/>
    <p:sldId id="377" r:id="rId124"/>
    <p:sldId id="378" r:id="rId125"/>
    <p:sldId id="379" r:id="rId126"/>
    <p:sldId id="380" r:id="rId127"/>
    <p:sldId id="381" r:id="rId128"/>
    <p:sldId id="382" r:id="rId129"/>
    <p:sldId id="383" r:id="rId130"/>
    <p:sldId id="384" r:id="rId131"/>
    <p:sldId id="385" r:id="rId132"/>
    <p:sldId id="386" r:id="rId133"/>
    <p:sldId id="387" r:id="rId134"/>
    <p:sldId id="388" r:id="rId135"/>
    <p:sldId id="389" r:id="rId136"/>
    <p:sldId id="390" r:id="rId137"/>
    <p:sldId id="391" r:id="rId138"/>
    <p:sldId id="392" r:id="rId139"/>
    <p:sldId id="393" r:id="rId140"/>
    <p:sldId id="394" r:id="rId141"/>
    <p:sldId id="395" r:id="rId142"/>
    <p:sldId id="396" r:id="rId143"/>
    <p:sldId id="397" r:id="rId144"/>
    <p:sldId id="398" r:id="rId145"/>
    <p:sldId id="399" r:id="rId146"/>
    <p:sldId id="400" r:id="rId147"/>
    <p:sldId id="401" r:id="rId148"/>
    <p:sldId id="402" r:id="rId149"/>
    <p:sldId id="403" r:id="rId150"/>
    <p:sldId id="404" r:id="rId151"/>
    <p:sldId id="405" r:id="rId152"/>
    <p:sldId id="406" r:id="rId153"/>
    <p:sldId id="407" r:id="rId154"/>
    <p:sldId id="408" r:id="rId155"/>
    <p:sldId id="409" r:id="rId156"/>
    <p:sldId id="410" r:id="rId157"/>
    <p:sldId id="411" r:id="rId158"/>
    <p:sldId id="412" r:id="rId159"/>
    <p:sldId id="413" r:id="rId160"/>
    <p:sldId id="414" r:id="rId161"/>
    <p:sldId id="415" r:id="rId162"/>
    <p:sldId id="416" r:id="rId163"/>
    <p:sldId id="417" r:id="rId164"/>
    <p:sldId id="418" r:id="rId165"/>
    <p:sldId id="419" r:id="rId166"/>
    <p:sldId id="420" r:id="rId167"/>
    <p:sldId id="421" r:id="rId168"/>
    <p:sldId id="422" r:id="rId169"/>
    <p:sldId id="423" r:id="rId170"/>
    <p:sldId id="424" r:id="rId171"/>
    <p:sldId id="425" r:id="rId172"/>
    <p:sldId id="426" r:id="rId173"/>
    <p:sldId id="427" r:id="rId174"/>
    <p:sldId id="428" r:id="rId175"/>
    <p:sldId id="429" r:id="rId176"/>
    <p:sldId id="430" r:id="rId177"/>
    <p:sldId id="431" r:id="rId178"/>
    <p:sldId id="432" r:id="rId179"/>
    <p:sldId id="433" r:id="rId180"/>
    <p:sldId id="434" r:id="rId181"/>
    <p:sldId id="435" r:id="rId182"/>
    <p:sldId id="436" r:id="rId183"/>
    <p:sldId id="437" r:id="rId184"/>
    <p:sldId id="438" r:id="rId185"/>
    <p:sldId id="439" r:id="rId186"/>
    <p:sldId id="440" r:id="rId187"/>
    <p:sldId id="441" r:id="rId188"/>
    <p:sldId id="442" r:id="rId189"/>
    <p:sldId id="443" r:id="rId190"/>
    <p:sldId id="444" r:id="rId191"/>
    <p:sldId id="445" r:id="rId192"/>
    <p:sldId id="446" r:id="rId193"/>
    <p:sldId id="447" r:id="rId194"/>
    <p:sldId id="448" r:id="rId195"/>
    <p:sldId id="449" r:id="rId196"/>
    <p:sldId id="450" r:id="rId197"/>
    <p:sldId id="451" r:id="rId198"/>
    <p:sldId id="452" r:id="rId199"/>
    <p:sldId id="453" r:id="rId200"/>
    <p:sldId id="454" r:id="rId201"/>
    <p:sldId id="455" r:id="rId202"/>
    <p:sldId id="456" r:id="rId203"/>
    <p:sldId id="457" r:id="rId204"/>
    <p:sldId id="458" r:id="rId205"/>
    <p:sldId id="459" r:id="rId206"/>
    <p:sldId id="460" r:id="rId207"/>
    <p:sldId id="461" r:id="rId208"/>
    <p:sldId id="462" r:id="rId209"/>
    <p:sldId id="463" r:id="rId210"/>
    <p:sldId id="464" r:id="rId211"/>
    <p:sldId id="465" r:id="rId212"/>
    <p:sldId id="466" r:id="rId213"/>
    <p:sldId id="467" r:id="rId214"/>
    <p:sldId id="468" r:id="rId215"/>
    <p:sldId id="469" r:id="rId216"/>
    <p:sldId id="470" r:id="rId217"/>
    <p:sldId id="471" r:id="rId218"/>
    <p:sldId id="472" r:id="rId219"/>
    <p:sldId id="473" r:id="rId220"/>
    <p:sldId id="474" r:id="rId221"/>
    <p:sldId id="475" r:id="rId222"/>
    <p:sldId id="476" r:id="rId223"/>
    <p:sldId id="477" r:id="rId224"/>
    <p:sldId id="478" r:id="rId225"/>
    <p:sldId id="479" r:id="rId226"/>
    <p:sldId id="480" r:id="rId227"/>
    <p:sldId id="481" r:id="rId228"/>
    <p:sldId id="482" r:id="rId229"/>
    <p:sldId id="483" r:id="rId230"/>
    <p:sldId id="484" r:id="rId231"/>
    <p:sldId id="485" r:id="rId232"/>
    <p:sldId id="486" r:id="rId233"/>
    <p:sldId id="487" r:id="rId234"/>
    <p:sldId id="488" r:id="rId235"/>
    <p:sldId id="489" r:id="rId236"/>
    <p:sldId id="490" r:id="rId237"/>
    <p:sldId id="491" r:id="rId238"/>
    <p:sldId id="492" r:id="rId239"/>
    <p:sldId id="493" r:id="rId240"/>
    <p:sldId id="494" r:id="rId241"/>
    <p:sldId id="495" r:id="rId242"/>
    <p:sldId id="496" r:id="rId243"/>
    <p:sldId id="497" r:id="rId244"/>
    <p:sldId id="498" r:id="rId245"/>
    <p:sldId id="499" r:id="rId246"/>
    <p:sldId id="500" r:id="rId247"/>
    <p:sldId id="501" r:id="rId248"/>
    <p:sldId id="502" r:id="rId249"/>
    <p:sldId id="503" r:id="rId250"/>
    <p:sldId id="504" r:id="rId251"/>
    <p:sldId id="505" r:id="rId252"/>
    <p:sldId id="506" r:id="rId253"/>
    <p:sldId id="507" r:id="rId254"/>
    <p:sldId id="508" r:id="rId255"/>
    <p:sldId id="509" r:id="rId256"/>
    <p:sldId id="510" r:id="rId257"/>
    <p:sldId id="511" r:id="rId258"/>
    <p:sldId id="512" r:id="rId259"/>
    <p:sldId id="513" r:id="rId260"/>
    <p:sldId id="514" r:id="rId261"/>
    <p:sldId id="515" r:id="rId262"/>
    <p:sldId id="516" r:id="rId263"/>
    <p:sldId id="517" r:id="rId264"/>
    <p:sldId id="518" r:id="rId265"/>
    <p:sldId id="519" r:id="rId266"/>
    <p:sldId id="520" r:id="rId267"/>
    <p:sldId id="521" r:id="rId268"/>
    <p:sldId id="522" r:id="rId269"/>
    <p:sldId id="523" r:id="rId270"/>
    <p:sldId id="524" r:id="rId271"/>
    <p:sldId id="525" r:id="rId272"/>
    <p:sldId id="526" r:id="rId273"/>
    <p:sldId id="527" r:id="rId274"/>
    <p:sldId id="528" r:id="rId275"/>
    <p:sldId id="529" r:id="rId276"/>
    <p:sldId id="530" r:id="rId277"/>
    <p:sldId id="531" r:id="rId278"/>
    <p:sldId id="532" r:id="rId279"/>
    <p:sldId id="533" r:id="rId280"/>
    <p:sldId id="534" r:id="rId281"/>
    <p:sldId id="535" r:id="rId282"/>
    <p:sldId id="536" r:id="rId283"/>
    <p:sldId id="537" r:id="rId284"/>
    <p:sldId id="538" r:id="rId285"/>
    <p:sldId id="539" r:id="rId286"/>
    <p:sldId id="540" r:id="rId287"/>
    <p:sldId id="541" r:id="rId288"/>
    <p:sldId id="542" r:id="rId289"/>
    <p:sldId id="543" r:id="rId290"/>
    <p:sldId id="544" r:id="rId291"/>
    <p:sldId id="545" r:id="rId292"/>
    <p:sldId id="546" r:id="rId293"/>
    <p:sldId id="547" r:id="rId294"/>
    <p:sldId id="548" r:id="rId295"/>
    <p:sldId id="549" r:id="rId296"/>
    <p:sldId id="550" r:id="rId297"/>
    <p:sldId id="551" r:id="rId298"/>
    <p:sldId id="552" r:id="rId299"/>
    <p:sldId id="553" r:id="rId300"/>
    <p:sldId id="554" r:id="rId301"/>
    <p:sldId id="555" r:id="rId302"/>
    <p:sldId id="556" r:id="rId303"/>
    <p:sldId id="557" r:id="rId304"/>
    <p:sldId id="558" r:id="rId305"/>
    <p:sldId id="559" r:id="rId306"/>
    <p:sldId id="560" r:id="rId307"/>
    <p:sldId id="561" r:id="rId308"/>
    <p:sldId id="562" r:id="rId309"/>
    <p:sldId id="563" r:id="rId310"/>
    <p:sldId id="564" r:id="rId311"/>
    <p:sldId id="565" r:id="rId312"/>
    <p:sldId id="566" r:id="rId313"/>
    <p:sldId id="567" r:id="rId314"/>
    <p:sldId id="568" r:id="rId315"/>
    <p:sldId id="569" r:id="rId316"/>
    <p:sldId id="570" r:id="rId317"/>
    <p:sldId id="571" r:id="rId318"/>
    <p:sldId id="572" r:id="rId319"/>
    <p:sldId id="573" r:id="rId320"/>
    <p:sldId id="574" r:id="rId321"/>
    <p:sldId id="575" r:id="rId322"/>
    <p:sldId id="576" r:id="rId323"/>
    <p:sldId id="577" r:id="rId324"/>
    <p:sldId id="578" r:id="rId325"/>
    <p:sldId id="579" r:id="rId326"/>
    <p:sldId id="580" r:id="rId327"/>
    <p:sldId id="581" r:id="rId328"/>
    <p:sldId id="582" r:id="rId329"/>
    <p:sldId id="583" r:id="rId330"/>
    <p:sldId id="584" r:id="rId331"/>
    <p:sldId id="585" r:id="rId332"/>
    <p:sldId id="586" r:id="rId333"/>
    <p:sldId id="587" r:id="rId334"/>
    <p:sldId id="588" r:id="rId335"/>
    <p:sldId id="589" r:id="rId336"/>
    <p:sldId id="590" r:id="rId337"/>
    <p:sldId id="591" r:id="rId338"/>
    <p:sldId id="592" r:id="rId339"/>
    <p:sldId id="593" r:id="rId340"/>
    <p:sldId id="594" r:id="rId341"/>
    <p:sldId id="595" r:id="rId342"/>
    <p:sldId id="596" r:id="rId343"/>
    <p:sldId id="597" r:id="rId344"/>
    <p:sldId id="598" r:id="rId345"/>
    <p:sldId id="599" r:id="rId346"/>
    <p:sldId id="600" r:id="rId347"/>
    <p:sldId id="601" r:id="rId348"/>
    <p:sldId id="602" r:id="rId349"/>
    <p:sldId id="603" r:id="rId350"/>
    <p:sldId id="604" r:id="rId351"/>
    <p:sldId id="605" r:id="rId352"/>
    <p:sldId id="606" r:id="rId353"/>
    <p:sldId id="607" r:id="rId354"/>
    <p:sldId id="608" r:id="rId355"/>
    <p:sldId id="609" r:id="rId356"/>
    <p:sldId id="610" r:id="rId357"/>
    <p:sldId id="611" r:id="rId358"/>
    <p:sldId id="612" r:id="rId359"/>
    <p:sldId id="613" r:id="rId360"/>
    <p:sldId id="614" r:id="rId361"/>
    <p:sldId id="615" r:id="rId362"/>
    <p:sldId id="616" r:id="rId363"/>
    <p:sldId id="617" r:id="rId364"/>
    <p:sldId id="618" r:id="rId365"/>
    <p:sldId id="619" r:id="rId366"/>
    <p:sldId id="620" r:id="rId367"/>
    <p:sldId id="621" r:id="rId368"/>
    <p:sldId id="622" r:id="rId369"/>
    <p:sldId id="623" r:id="rId370"/>
    <p:sldId id="624" r:id="rId371"/>
    <p:sldId id="625" r:id="rId372"/>
    <p:sldId id="626" r:id="rId373"/>
    <p:sldId id="627" r:id="rId374"/>
    <p:sldId id="628" r:id="rId375"/>
    <p:sldId id="629" r:id="rId376"/>
    <p:sldId id="630" r:id="rId377"/>
    <p:sldId id="631" r:id="rId378"/>
    <p:sldId id="632" r:id="rId379"/>
    <p:sldId id="633" r:id="rId380"/>
    <p:sldId id="634" r:id="rId381"/>
    <p:sldId id="635" r:id="rId382"/>
    <p:sldId id="636" r:id="rId383"/>
    <p:sldId id="637" r:id="rId384"/>
    <p:sldId id="638" r:id="rId385"/>
    <p:sldId id="639" r:id="rId386"/>
    <p:sldId id="640" r:id="rId387"/>
    <p:sldId id="641" r:id="rId388"/>
    <p:sldId id="642" r:id="rId389"/>
    <p:sldId id="643" r:id="rId390"/>
    <p:sldId id="644" r:id="rId391"/>
    <p:sldId id="645" r:id="rId392"/>
    <p:sldId id="646" r:id="rId393"/>
    <p:sldId id="647" r:id="rId394"/>
    <p:sldId id="648" r:id="rId395"/>
    <p:sldId id="649" r:id="rId396"/>
    <p:sldId id="650" r:id="rId397"/>
    <p:sldId id="651" r:id="rId398"/>
    <p:sldId id="652" r:id="rId399"/>
    <p:sldId id="653" r:id="rId400"/>
    <p:sldId id="654" r:id="rId401"/>
    <p:sldId id="655" r:id="rId402"/>
    <p:sldId id="656" r:id="rId403"/>
    <p:sldId id="657" r:id="rId404"/>
    <p:sldId id="658" r:id="rId405"/>
    <p:sldId id="659" r:id="rId406"/>
    <p:sldId id="660" r:id="rId407"/>
    <p:sldId id="661" r:id="rId408"/>
    <p:sldId id="662" r:id="rId409"/>
    <p:sldId id="663" r:id="rId410"/>
    <p:sldId id="664" r:id="rId411"/>
    <p:sldId id="665" r:id="rId412"/>
    <p:sldId id="666" r:id="rId413"/>
    <p:sldId id="667" r:id="rId414"/>
    <p:sldId id="668" r:id="rId415"/>
    <p:sldId id="669" r:id="rId416"/>
    <p:sldId id="670" r:id="rId417"/>
    <p:sldId id="671" r:id="rId418"/>
    <p:sldId id="672" r:id="rId419"/>
    <p:sldId id="673" r:id="rId420"/>
    <p:sldId id="674" r:id="rId421"/>
    <p:sldId id="675" r:id="rId422"/>
    <p:sldId id="676" r:id="rId423"/>
    <p:sldId id="677" r:id="rId424"/>
    <p:sldId id="678" r:id="rId425"/>
    <p:sldId id="679" r:id="rId426"/>
    <p:sldId id="680" r:id="rId427"/>
    <p:sldId id="681" r:id="rId428"/>
    <p:sldId id="682" r:id="rId429"/>
    <p:sldId id="683" r:id="rId430"/>
    <p:sldId id="684" r:id="rId431"/>
    <p:sldId id="685" r:id="rId432"/>
    <p:sldId id="686" r:id="rId433"/>
    <p:sldId id="687" r:id="rId434"/>
    <p:sldId id="688" r:id="rId435"/>
    <p:sldId id="689" r:id="rId436"/>
    <p:sldId id="690" r:id="rId437"/>
    <p:sldId id="691" r:id="rId438"/>
    <p:sldId id="692" r:id="rId439"/>
    <p:sldId id="693" r:id="rId440"/>
    <p:sldId id="694" r:id="rId441"/>
    <p:sldId id="695" r:id="rId442"/>
    <p:sldId id="696" r:id="rId443"/>
    <p:sldId id="697" r:id="rId444"/>
    <p:sldId id="698" r:id="rId445"/>
    <p:sldId id="699" r:id="rId446"/>
    <p:sldId id="700" r:id="rId447"/>
    <p:sldId id="701" r:id="rId448"/>
    <p:sldId id="702" r:id="rId449"/>
    <p:sldId id="703" r:id="rId450"/>
    <p:sldId id="704" r:id="rId451"/>
    <p:sldId id="705" r:id="rId452"/>
    <p:sldId id="706" r:id="rId453"/>
    <p:sldId id="707" r:id="rId454"/>
    <p:sldId id="708" r:id="rId455"/>
    <p:sldId id="709" r:id="rId456"/>
    <p:sldId id="710" r:id="rId457"/>
    <p:sldId id="711" r:id="rId458"/>
    <p:sldId id="712" r:id="rId459"/>
    <p:sldId id="713" r:id="rId460"/>
    <p:sldId id="714" r:id="rId461"/>
    <p:sldId id="715" r:id="rId462"/>
    <p:sldId id="716" r:id="rId463"/>
    <p:sldId id="717" r:id="rId464"/>
    <p:sldId id="718" r:id="rId465"/>
    <p:sldId id="719" r:id="rId466"/>
    <p:sldId id="720" r:id="rId467"/>
    <p:sldId id="721" r:id="rId468"/>
    <p:sldId id="722" r:id="rId469"/>
    <p:sldId id="723" r:id="rId470"/>
    <p:sldId id="724" r:id="rId471"/>
    <p:sldId id="725" r:id="rId472"/>
    <p:sldId id="726" r:id="rId473"/>
    <p:sldId id="727" r:id="rId474"/>
    <p:sldId id="728" r:id="rId475"/>
    <p:sldId id="729" r:id="rId476"/>
    <p:sldId id="730" r:id="rId477"/>
    <p:sldId id="731" r:id="rId478"/>
    <p:sldId id="732" r:id="rId479"/>
    <p:sldId id="733" r:id="rId480"/>
    <p:sldId id="734" r:id="rId481"/>
    <p:sldId id="735" r:id="rId482"/>
    <p:sldId id="736" r:id="rId483"/>
    <p:sldId id="737" r:id="rId484"/>
    <p:sldId id="738" r:id="rId485"/>
    <p:sldId id="739" r:id="rId486"/>
    <p:sldId id="740" r:id="rId487"/>
    <p:sldId id="741" r:id="rId488"/>
    <p:sldId id="742" r:id="rId489"/>
    <p:sldId id="743" r:id="rId490"/>
    <p:sldId id="744" r:id="rId491"/>
    <p:sldId id="745" r:id="rId492"/>
    <p:sldId id="746" r:id="rId493"/>
    <p:sldId id="747" r:id="rId494"/>
    <p:sldId id="748" r:id="rId495"/>
    <p:sldId id="749" r:id="rId496"/>
    <p:sldId id="750" r:id="rId497"/>
    <p:sldId id="751" r:id="rId498"/>
    <p:sldId id="752" r:id="rId499"/>
    <p:sldId id="753" r:id="rId500"/>
    <p:sldId id="754" r:id="rId501"/>
    <p:sldId id="755" r:id="rId502"/>
    <p:sldId id="756" r:id="rId503"/>
    <p:sldId id="757" r:id="rId504"/>
    <p:sldId id="758" r:id="rId505"/>
    <p:sldId id="759" r:id="rId506"/>
    <p:sldId id="760" r:id="rId507"/>
    <p:sldId id="761" r:id="rId508"/>
    <p:sldId id="762" r:id="rId509"/>
    <p:sldId id="763" r:id="rId510"/>
    <p:sldId id="764" r:id="rId511"/>
    <p:sldId id="765" r:id="rId512"/>
    <p:sldId id="766" r:id="rId513"/>
    <p:sldId id="767" r:id="rId514"/>
    <p:sldId id="768" r:id="rId515"/>
    <p:sldId id="769" r:id="rId516"/>
    <p:sldId id="770" r:id="rId517"/>
    <p:sldId id="771" r:id="rId518"/>
    <p:sldId id="772" r:id="rId519"/>
    <p:sldId id="773" r:id="rId520"/>
    <p:sldId id="774" r:id="rId521"/>
    <p:sldId id="775" r:id="rId522"/>
    <p:sldId id="776" r:id="rId523"/>
    <p:sldId id="777" r:id="rId524"/>
    <p:sldId id="778" r:id="rId525"/>
    <p:sldId id="779" r:id="rId526"/>
    <p:sldId id="780" r:id="rId527"/>
    <p:sldId id="781" r:id="rId528"/>
    <p:sldId id="782" r:id="rId529"/>
    <p:sldId id="783" r:id="rId530"/>
    <p:sldId id="784" r:id="rId531"/>
    <p:sldId id="785" r:id="rId532"/>
    <p:sldId id="786" r:id="rId533"/>
    <p:sldId id="787" r:id="rId534"/>
    <p:sldId id="788" r:id="rId535"/>
    <p:sldId id="789" r:id="rId536"/>
    <p:sldId id="790" r:id="rId537"/>
    <p:sldId id="791" r:id="rId538"/>
    <p:sldId id="792" r:id="rId539"/>
    <p:sldId id="793" r:id="rId540"/>
    <p:sldId id="794" r:id="rId541"/>
    <p:sldId id="795" r:id="rId542"/>
    <p:sldId id="796" r:id="rId543"/>
    <p:sldId id="797" r:id="rId544"/>
    <p:sldId id="798" r:id="rId545"/>
    <p:sldId id="799" r:id="rId546"/>
    <p:sldId id="800" r:id="rId547"/>
    <p:sldId id="801" r:id="rId548"/>
    <p:sldId id="802" r:id="rId549"/>
    <p:sldId id="803" r:id="rId550"/>
    <p:sldId id="804" r:id="rId551"/>
    <p:sldId id="805" r:id="rId552"/>
    <p:sldId id="806" r:id="rId553"/>
    <p:sldId id="807" r:id="rId554"/>
    <p:sldId id="808" r:id="rId555"/>
    <p:sldId id="809" r:id="rId556"/>
    <p:sldId id="810" r:id="rId557"/>
    <p:sldId id="811" r:id="rId558"/>
    <p:sldId id="812" r:id="rId559"/>
    <p:sldId id="813" r:id="rId560"/>
    <p:sldId id="814" r:id="rId561"/>
    <p:sldId id="815" r:id="rId562"/>
    <p:sldId id="816" r:id="rId563"/>
    <p:sldId id="817" r:id="rId564"/>
    <p:sldId id="818" r:id="rId565"/>
    <p:sldId id="819" r:id="rId566"/>
    <p:sldId id="820" r:id="rId567"/>
    <p:sldId id="821" r:id="rId568"/>
    <p:sldId id="822" r:id="rId569"/>
    <p:sldId id="823" r:id="rId570"/>
    <p:sldId id="824" r:id="rId571"/>
    <p:sldId id="825" r:id="rId572"/>
    <p:sldId id="826" r:id="rId573"/>
    <p:sldId id="827" r:id="rId574"/>
    <p:sldId id="828" r:id="rId575"/>
    <p:sldId id="829" r:id="rId576"/>
    <p:sldId id="830" r:id="rId577"/>
    <p:sldId id="831" r:id="rId578"/>
    <p:sldId id="832" r:id="rId579"/>
    <p:sldId id="833" r:id="rId580"/>
    <p:sldId id="834" r:id="rId581"/>
    <p:sldId id="835" r:id="rId582"/>
    <p:sldId id="836" r:id="rId583"/>
    <p:sldId id="837" r:id="rId584"/>
    <p:sldId id="838" r:id="rId585"/>
    <p:sldId id="839" r:id="rId586"/>
    <p:sldId id="840" r:id="rId587"/>
    <p:sldId id="841" r:id="rId588"/>
    <p:sldId id="842" r:id="rId589"/>
    <p:sldId id="843" r:id="rId590"/>
    <p:sldId id="844" r:id="rId591"/>
    <p:sldId id="845" r:id="rId592"/>
    <p:sldId id="846" r:id="rId593"/>
    <p:sldId id="847" r:id="rId594"/>
    <p:sldId id="848" r:id="rId595"/>
    <p:sldId id="849" r:id="rId596"/>
    <p:sldId id="850" r:id="rId597"/>
    <p:sldId id="851" r:id="rId598"/>
    <p:sldId id="852" r:id="rId599"/>
    <p:sldId id="853" r:id="rId600"/>
    <p:sldId id="854" r:id="rId601"/>
    <p:sldId id="855" r:id="rId602"/>
    <p:sldId id="856" r:id="rId603"/>
    <p:sldId id="857" r:id="rId604"/>
    <p:sldId id="858" r:id="rId605"/>
    <p:sldId id="859" r:id="rId606"/>
    <p:sldId id="860" r:id="rId607"/>
    <p:sldId id="861" r:id="rId608"/>
    <p:sldId id="862" r:id="rId609"/>
    <p:sldId id="863" r:id="rId610"/>
    <p:sldId id="864" r:id="rId611"/>
    <p:sldId id="865" r:id="rId612"/>
    <p:sldId id="866" r:id="rId613"/>
    <p:sldId id="867" r:id="rId614"/>
    <p:sldId id="868" r:id="rId615"/>
    <p:sldId id="869" r:id="rId616"/>
    <p:sldId id="870" r:id="rId617"/>
    <p:sldId id="871" r:id="rId618"/>
    <p:sldId id="872" r:id="rId619"/>
    <p:sldId id="873" r:id="rId620"/>
    <p:sldId id="874" r:id="rId621"/>
    <p:sldId id="875" r:id="rId622"/>
    <p:sldId id="876" r:id="rId623"/>
    <p:sldId id="877" r:id="rId624"/>
    <p:sldId id="878" r:id="rId625"/>
    <p:sldId id="879" r:id="rId626"/>
    <p:sldId id="880" r:id="rId627"/>
    <p:sldId id="881" r:id="rId628"/>
    <p:sldId id="882" r:id="rId629"/>
    <p:sldId id="883" r:id="rId630"/>
    <p:sldId id="884" r:id="rId631"/>
    <p:sldId id="885" r:id="rId632"/>
    <p:sldId id="886" r:id="rId633"/>
    <p:sldId id="887" r:id="rId634"/>
    <p:sldId id="888" r:id="rId635"/>
    <p:sldId id="889" r:id="rId636"/>
    <p:sldId id="890" r:id="rId637"/>
    <p:sldId id="891" r:id="rId638"/>
    <p:sldId id="892" r:id="rId639"/>
    <p:sldId id="893" r:id="rId640"/>
    <p:sldId id="894" r:id="rId641"/>
    <p:sldId id="895" r:id="rId642"/>
    <p:sldId id="896" r:id="rId643"/>
    <p:sldId id="897" r:id="rId644"/>
    <p:sldId id="898" r:id="rId645"/>
    <p:sldId id="899" r:id="rId646"/>
    <p:sldId id="900" r:id="rId647"/>
    <p:sldId id="901" r:id="rId648"/>
    <p:sldId id="902" r:id="rId649"/>
    <p:sldId id="903" r:id="rId650"/>
    <p:sldId id="904" r:id="rId651"/>
    <p:sldId id="905" r:id="rId652"/>
    <p:sldId id="906" r:id="rId653"/>
    <p:sldId id="907" r:id="rId654"/>
    <p:sldId id="908" r:id="rId655"/>
    <p:sldId id="909" r:id="rId656"/>
    <p:sldId id="910" r:id="rId657"/>
    <p:sldId id="911" r:id="rId658"/>
    <p:sldId id="912" r:id="rId659"/>
    <p:sldId id="913" r:id="rId660"/>
    <p:sldId id="914" r:id="rId661"/>
    <p:sldId id="915" r:id="rId662"/>
    <p:sldId id="916" r:id="rId663"/>
    <p:sldId id="917" r:id="rId664"/>
    <p:sldId id="918" r:id="rId665"/>
    <p:sldId id="919" r:id="rId666"/>
    <p:sldId id="920" r:id="rId667"/>
    <p:sldId id="921" r:id="rId668"/>
    <p:sldId id="922" r:id="rId669"/>
    <p:sldId id="923" r:id="rId670"/>
    <p:sldId id="924" r:id="rId671"/>
    <p:sldId id="925" r:id="rId672"/>
    <p:sldId id="926" r:id="rId673"/>
    <p:sldId id="927" r:id="rId674"/>
    <p:sldId id="928" r:id="rId675"/>
    <p:sldId id="929" r:id="rId676"/>
    <p:sldId id="930" r:id="rId677"/>
    <p:sldId id="931" r:id="rId678"/>
    <p:sldId id="932" r:id="rId679"/>
    <p:sldId id="933" r:id="rId680"/>
    <p:sldId id="934" r:id="rId681"/>
    <p:sldId id="935" r:id="rId682"/>
    <p:sldId id="936" r:id="rId683"/>
    <p:sldId id="937" r:id="rId684"/>
    <p:sldId id="938" r:id="rId685"/>
    <p:sldId id="939" r:id="rId686"/>
    <p:sldId id="940" r:id="rId687"/>
    <p:sldId id="941" r:id="rId688"/>
    <p:sldId id="942" r:id="rId689"/>
    <p:sldId id="943" r:id="rId690"/>
    <p:sldId id="944" r:id="rId691"/>
    <p:sldId id="945" r:id="rId692"/>
    <p:sldId id="946" r:id="rId693"/>
    <p:sldId id="947" r:id="rId694"/>
    <p:sldId id="948" r:id="rId695"/>
    <p:sldId id="949" r:id="rId696"/>
    <p:sldId id="950" r:id="rId697"/>
    <p:sldId id="951" r:id="rId698"/>
    <p:sldId id="952" r:id="rId699"/>
    <p:sldId id="953" r:id="rId700"/>
    <p:sldId id="954" r:id="rId701"/>
    <p:sldId id="955" r:id="rId702"/>
    <p:sldId id="956" r:id="rId703"/>
    <p:sldId id="957" r:id="rId704"/>
    <p:sldId id="958" r:id="rId705"/>
    <p:sldId id="959" r:id="rId706"/>
    <p:sldId id="960" r:id="rId707"/>
    <p:sldId id="961" r:id="rId708"/>
    <p:sldId id="962" r:id="rId709"/>
    <p:sldId id="963" r:id="rId710"/>
    <p:sldId id="964" r:id="rId711"/>
    <p:sldId id="965" r:id="rId712"/>
    <p:sldId id="966" r:id="rId713"/>
    <p:sldId id="967" r:id="rId714"/>
    <p:sldId id="968" r:id="rId715"/>
    <p:sldId id="969" r:id="rId716"/>
    <p:sldId id="970" r:id="rId717"/>
    <p:sldId id="971" r:id="rId718"/>
    <p:sldId id="972" r:id="rId719"/>
    <p:sldId id="973" r:id="rId720"/>
    <p:sldId id="974" r:id="rId721"/>
    <p:sldId id="975" r:id="rId722"/>
    <p:sldId id="976" r:id="rId723"/>
    <p:sldId id="977" r:id="rId724"/>
    <p:sldId id="978" r:id="rId725"/>
    <p:sldId id="979" r:id="rId726"/>
    <p:sldId id="980" r:id="rId727"/>
    <p:sldId id="981" r:id="rId728"/>
    <p:sldId id="982" r:id="rId729"/>
    <p:sldId id="983" r:id="rId730"/>
    <p:sldId id="984" r:id="rId731"/>
    <p:sldId id="985" r:id="rId732"/>
    <p:sldId id="986" r:id="rId733"/>
    <p:sldId id="987" r:id="rId734"/>
    <p:sldId id="988" r:id="rId735"/>
    <p:sldId id="989" r:id="rId736"/>
    <p:sldId id="990" r:id="rId737"/>
    <p:sldId id="991" r:id="rId738"/>
    <p:sldId id="992" r:id="rId739"/>
    <p:sldId id="993" r:id="rId740"/>
    <p:sldId id="994" r:id="rId741"/>
    <p:sldId id="995" r:id="rId742"/>
    <p:sldId id="996" r:id="rId743"/>
    <p:sldId id="997" r:id="rId744"/>
    <p:sldId id="998" r:id="rId745"/>
    <p:sldId id="999" r:id="rId746"/>
    <p:sldId id="1000" r:id="rId747"/>
    <p:sldId id="1001" r:id="rId748"/>
    <p:sldId id="1002" r:id="rId749"/>
    <p:sldId id="1003" r:id="rId750"/>
    <p:sldId id="1004" r:id="rId751"/>
    <p:sldId id="1005" r:id="rId752"/>
    <p:sldId id="1006" r:id="rId753"/>
    <p:sldId id="1007" r:id="rId754"/>
    <p:sldId id="1008" r:id="rId755"/>
    <p:sldId id="1009" r:id="rId756"/>
    <p:sldId id="1010" r:id="rId757"/>
    <p:sldId id="1011" r:id="rId758"/>
    <p:sldId id="1012" r:id="rId759"/>
    <p:sldId id="1013" r:id="rId760"/>
    <p:sldId id="1014" r:id="rId761"/>
    <p:sldId id="1015" r:id="rId762"/>
    <p:sldId id="1016" r:id="rId763"/>
    <p:sldId id="1017" r:id="rId764"/>
    <p:sldId id="1018" r:id="rId765"/>
    <p:sldId id="1019" r:id="rId766"/>
    <p:sldId id="1020" r:id="rId767"/>
    <p:sldId id="1021" r:id="rId768"/>
    <p:sldId id="1022" r:id="rId769"/>
    <p:sldId id="1023" r:id="rId770"/>
    <p:sldId id="1024" r:id="rId771"/>
    <p:sldId id="1025" r:id="rId772"/>
    <p:sldId id="1026" r:id="rId773"/>
    <p:sldId id="1027" r:id="rId774"/>
    <p:sldId id="1028" r:id="rId775"/>
    <p:sldId id="1029" r:id="rId776"/>
    <p:sldId id="1030" r:id="rId777"/>
    <p:sldId id="1031" r:id="rId778"/>
    <p:sldId id="1032" r:id="rId779"/>
    <p:sldId id="1033" r:id="rId780"/>
    <p:sldId id="1034" r:id="rId781"/>
    <p:sldId id="1035" r:id="rId782"/>
    <p:sldId id="1036" r:id="rId783"/>
    <p:sldId id="1037" r:id="rId784"/>
    <p:sldId id="1038" r:id="rId785"/>
    <p:sldId id="1039" r:id="rId786"/>
    <p:sldId id="1040" r:id="rId787"/>
    <p:sldId id="1041" r:id="rId788"/>
    <p:sldId id="1042" r:id="rId789"/>
    <p:sldId id="1043" r:id="rId790"/>
    <p:sldId id="1044" r:id="rId791"/>
    <p:sldId id="1045" r:id="rId792"/>
    <p:sldId id="1046" r:id="rId793"/>
    <p:sldId id="1047" r:id="rId794"/>
    <p:sldId id="1048" r:id="rId795"/>
    <p:sldId id="1049" r:id="rId796"/>
    <p:sldId id="1050" r:id="rId797"/>
    <p:sldId id="1051" r:id="rId798"/>
    <p:sldId id="1052" r:id="rId799"/>
    <p:sldId id="1053" r:id="rId800"/>
    <p:sldId id="1054" r:id="rId801"/>
    <p:sldId id="1055" r:id="rId802"/>
    <p:sldId id="1056" r:id="rId803"/>
    <p:sldId id="1057" r:id="rId804"/>
    <p:sldId id="1058" r:id="rId805"/>
    <p:sldId id="1059" r:id="rId806"/>
    <p:sldId id="1060" r:id="rId807"/>
    <p:sldId id="1061" r:id="rId808"/>
    <p:sldId id="1062" r:id="rId809"/>
    <p:sldId id="1063" r:id="rId810"/>
    <p:sldId id="1064" r:id="rId811"/>
    <p:sldId id="1065" r:id="rId812"/>
    <p:sldId id="1066" r:id="rId813"/>
    <p:sldId id="1067" r:id="rId814"/>
    <p:sldId id="1068" r:id="rId815"/>
    <p:sldId id="1069" r:id="rId816"/>
    <p:sldId id="1070" r:id="rId817"/>
    <p:sldId id="1071" r:id="rId818"/>
    <p:sldId id="1072" r:id="rId819"/>
    <p:sldId id="1073" r:id="rId820"/>
    <p:sldId id="1074" r:id="rId821"/>
    <p:sldId id="1075" r:id="rId822"/>
    <p:sldId id="1076" r:id="rId823"/>
    <p:sldId id="1077" r:id="rId824"/>
    <p:sldId id="1078" r:id="rId825"/>
    <p:sldId id="1079" r:id="rId826"/>
    <p:sldId id="1080" r:id="rId827"/>
    <p:sldId id="1081" r:id="rId828"/>
    <p:sldId id="1082" r:id="rId829"/>
    <p:sldId id="1083" r:id="rId830"/>
    <p:sldId id="1084" r:id="rId831"/>
    <p:sldId id="1085" r:id="rId832"/>
    <p:sldId id="1086" r:id="rId833"/>
    <p:sldId id="1087" r:id="rId834"/>
    <p:sldId id="1088" r:id="rId835"/>
    <p:sldId id="1089" r:id="rId836"/>
    <p:sldId id="1090" r:id="rId837"/>
    <p:sldId id="1091" r:id="rId838"/>
    <p:sldId id="1092" r:id="rId839"/>
    <p:sldId id="1093" r:id="rId840"/>
    <p:sldId id="1094" r:id="rId841"/>
    <p:sldId id="1095" r:id="rId842"/>
    <p:sldId id="1096" r:id="rId843"/>
    <p:sldId id="1097" r:id="rId844"/>
    <p:sldId id="1098" r:id="rId845"/>
    <p:sldId id="1099" r:id="rId846"/>
    <p:sldId id="1100" r:id="rId847"/>
    <p:sldId id="1101" r:id="rId848"/>
    <p:sldId id="1102" r:id="rId849"/>
    <p:sldId id="1103" r:id="rId850"/>
    <p:sldId id="1104" r:id="rId851"/>
    <p:sldId id="1105" r:id="rId852"/>
    <p:sldId id="1106" r:id="rId853"/>
    <p:sldId id="1107" r:id="rId854"/>
    <p:sldId id="1108" r:id="rId855"/>
    <p:sldId id="1109" r:id="rId856"/>
    <p:sldId id="1110" r:id="rId857"/>
    <p:sldId id="1111" r:id="rId858"/>
    <p:sldId id="1112" r:id="rId859"/>
    <p:sldId id="1113" r:id="rId860"/>
    <p:sldId id="1114" r:id="rId861"/>
    <p:sldId id="1115" r:id="rId862"/>
    <p:sldId id="1116" r:id="rId863"/>
    <p:sldId id="1117" r:id="rId864"/>
    <p:sldId id="1118" r:id="rId865"/>
    <p:sldId id="1119" r:id="rId866"/>
    <p:sldId id="1120" r:id="rId867"/>
    <p:sldId id="1121" r:id="rId868"/>
    <p:sldId id="1122" r:id="rId869"/>
    <p:sldId id="1123" r:id="rId870"/>
    <p:sldId id="1124" r:id="rId871"/>
    <p:sldId id="1125" r:id="rId872"/>
    <p:sldId id="1126" r:id="rId873"/>
    <p:sldId id="1127" r:id="rId874"/>
    <p:sldId id="1128" r:id="rId875"/>
    <p:sldId id="1129" r:id="rId876"/>
    <p:sldId id="1130" r:id="rId877"/>
    <p:sldId id="1131" r:id="rId878"/>
    <p:sldId id="1132" r:id="rId879"/>
    <p:sldId id="1133" r:id="rId880"/>
    <p:sldId id="1134" r:id="rId881"/>
    <p:sldId id="1135" r:id="rId882"/>
    <p:sldId id="1136" r:id="rId883"/>
    <p:sldId id="1137" r:id="rId884"/>
    <p:sldId id="1138" r:id="rId885"/>
    <p:sldId id="1139" r:id="rId886"/>
    <p:sldId id="1140" r:id="rId887"/>
    <p:sldId id="1141" r:id="rId888"/>
    <p:sldId id="1142" r:id="rId889"/>
    <p:sldId id="1143" r:id="rId890"/>
    <p:sldId id="1144" r:id="rId891"/>
    <p:sldId id="1145" r:id="rId892"/>
    <p:sldId id="1146" r:id="rId893"/>
    <p:sldId id="1147" r:id="rId894"/>
    <p:sldId id="1148" r:id="rId895"/>
    <p:sldId id="1149" r:id="rId896"/>
    <p:sldId id="1150" r:id="rId897"/>
    <p:sldId id="1151" r:id="rId898"/>
    <p:sldId id="1152" r:id="rId899"/>
    <p:sldId id="1153" r:id="rId900"/>
    <p:sldId id="1154" r:id="rId901"/>
    <p:sldId id="1155" r:id="rId902"/>
    <p:sldId id="1156" r:id="rId903"/>
    <p:sldId id="1157" r:id="rId904"/>
    <p:sldId id="1158" r:id="rId905"/>
    <p:sldId id="1159" r:id="rId906"/>
    <p:sldId id="1160" r:id="rId907"/>
    <p:sldId id="1161" r:id="rId908"/>
    <p:sldId id="1162" r:id="rId909"/>
    <p:sldId id="1163" r:id="rId910"/>
    <p:sldId id="1164" r:id="rId911"/>
    <p:sldId id="1165" r:id="rId912"/>
    <p:sldId id="1166" r:id="rId913"/>
    <p:sldId id="1167" r:id="rId914"/>
    <p:sldId id="1168" r:id="rId915"/>
    <p:sldId id="1169" r:id="rId916"/>
    <p:sldId id="1170" r:id="rId917"/>
    <p:sldId id="1171" r:id="rId918"/>
    <p:sldId id="1172" r:id="rId919"/>
    <p:sldId id="1173" r:id="rId920"/>
    <p:sldId id="1174" r:id="rId921"/>
    <p:sldId id="1175" r:id="rId922"/>
    <p:sldId id="1176" r:id="rId923"/>
    <p:sldId id="1177" r:id="rId924"/>
    <p:sldId id="1178" r:id="rId925"/>
    <p:sldId id="1179" r:id="rId926"/>
    <p:sldId id="1180" r:id="rId927"/>
    <p:sldId id="1181" r:id="rId928"/>
    <p:sldId id="1182" r:id="rId929"/>
    <p:sldId id="1183" r:id="rId930"/>
    <p:sldId id="1184" r:id="rId931"/>
    <p:sldId id="1185" r:id="rId932"/>
    <p:sldId id="1186" r:id="rId933"/>
    <p:sldId id="1187" r:id="rId934"/>
    <p:sldId id="1188" r:id="rId935"/>
    <p:sldId id="1189" r:id="rId936"/>
    <p:sldId id="1190" r:id="rId937"/>
    <p:sldId id="1191" r:id="rId938"/>
    <p:sldId id="1192" r:id="rId939"/>
    <p:sldId id="1193" r:id="rId940"/>
    <p:sldId id="1194" r:id="rId941"/>
    <p:sldId id="1195" r:id="rId942"/>
    <p:sldId id="1196" r:id="rId943"/>
    <p:sldId id="1197" r:id="rId944"/>
    <p:sldId id="1198" r:id="rId945"/>
    <p:sldId id="1199" r:id="rId946"/>
    <p:sldId id="1200" r:id="rId947"/>
    <p:sldId id="1201" r:id="rId948"/>
    <p:sldId id="1202" r:id="rId949"/>
    <p:sldId id="1203" r:id="rId950"/>
    <p:sldId id="1204" r:id="rId951"/>
    <p:sldId id="1205" r:id="rId952"/>
    <p:sldId id="1206" r:id="rId953"/>
    <p:sldId id="1207" r:id="rId954"/>
    <p:sldId id="1208" r:id="rId955"/>
    <p:sldId id="1209" r:id="rId956"/>
    <p:sldId id="1210" r:id="rId957"/>
    <p:sldId id="1211" r:id="rId958"/>
    <p:sldId id="1212" r:id="rId959"/>
    <p:sldId id="1213" r:id="rId960"/>
    <p:sldId id="1214" r:id="rId961"/>
    <p:sldId id="1215" r:id="rId962"/>
    <p:sldId id="1216" r:id="rId963"/>
    <p:sldId id="1217" r:id="rId964"/>
    <p:sldId id="1218" r:id="rId965"/>
    <p:sldId id="1219" r:id="rId966"/>
    <p:sldId id="1220" r:id="rId967"/>
    <p:sldId id="1221" r:id="rId968"/>
    <p:sldId id="1222" r:id="rId969"/>
    <p:sldId id="1223" r:id="rId970"/>
    <p:sldId id="1224" r:id="rId971"/>
    <p:sldId id="1225" r:id="rId972"/>
    <p:sldId id="1226" r:id="rId973"/>
    <p:sldId id="1227" r:id="rId974"/>
    <p:sldId id="1228" r:id="rId975"/>
    <p:sldId id="1229" r:id="rId976"/>
    <p:sldId id="1230" r:id="rId977"/>
    <p:sldId id="1231" r:id="rId978"/>
    <p:sldId id="1232" r:id="rId979"/>
    <p:sldId id="1233" r:id="rId980"/>
    <p:sldId id="1234" r:id="rId981"/>
    <p:sldId id="1235" r:id="rId982"/>
    <p:sldId id="1236" r:id="rId983"/>
    <p:sldId id="1237" r:id="rId984"/>
    <p:sldId id="1238" r:id="rId985"/>
    <p:sldId id="1239" r:id="rId986"/>
    <p:sldId id="1240" r:id="rId987"/>
    <p:sldId id="1241" r:id="rId988"/>
    <p:sldId id="1242" r:id="rId989"/>
    <p:sldId id="1243" r:id="rId990"/>
    <p:sldId id="1244" r:id="rId991"/>
    <p:sldId id="1245" r:id="rId992"/>
    <p:sldId id="1246" r:id="rId993"/>
    <p:sldId id="1247" r:id="rId994"/>
    <p:sldId id="1248" r:id="rId995"/>
    <p:sldId id="1249" r:id="rId996"/>
    <p:sldId id="1250" r:id="rId997"/>
    <p:sldId id="1251" r:id="rId998"/>
    <p:sldId id="1252" r:id="rId999"/>
    <p:sldId id="1253" r:id="rId1000"/>
    <p:sldId id="1254" r:id="rId1001"/>
    <p:sldId id="1255" r:id="rId1002"/>
    <p:sldId id="1256" r:id="rId1003"/>
    <p:sldId id="1257" r:id="rId1004"/>
    <p:sldId id="1258" r:id="rId1005"/>
    <p:sldId id="1259" r:id="rId1006"/>
    <p:sldId id="1260" r:id="rId1007"/>
    <p:sldId id="1261" r:id="rId1008"/>
    <p:sldId id="1262" r:id="rId1009"/>
    <p:sldId id="1263" r:id="rId1010"/>
    <p:sldId id="1264" r:id="rId1011"/>
    <p:sldId id="1265" r:id="rId1012"/>
    <p:sldId id="1266" r:id="rId1013"/>
    <p:sldId id="1267" r:id="rId1014"/>
    <p:sldId id="1268" r:id="rId1015"/>
    <p:sldId id="1269" r:id="rId1016"/>
    <p:sldId id="1270" r:id="rId1017"/>
    <p:sldId id="1271" r:id="rId1018"/>
    <p:sldId id="1272" r:id="rId1019"/>
    <p:sldId id="1273" r:id="rId1020"/>
    <p:sldId id="1274" r:id="rId1021"/>
    <p:sldId id="1275" r:id="rId1022"/>
    <p:sldId id="1276" r:id="rId1023"/>
    <p:sldId id="1277" r:id="rId1024"/>
    <p:sldId id="1278" r:id="rId1025"/>
    <p:sldId id="1279" r:id="rId1026"/>
    <p:sldId id="1280" r:id="rId1027"/>
    <p:sldId id="1281" r:id="rId1028"/>
    <p:sldId id="1282" r:id="rId1029"/>
    <p:sldId id="1283" r:id="rId1030"/>
    <p:sldId id="1284" r:id="rId1031"/>
    <p:sldId id="1285" r:id="rId1032"/>
    <p:sldId id="1286" r:id="rId1033"/>
    <p:sldId id="1287" r:id="rId1034"/>
    <p:sldId id="1288" r:id="rId1035"/>
    <p:sldId id="1289" r:id="rId1036"/>
    <p:sldId id="1290" r:id="rId1037"/>
    <p:sldId id="1291" r:id="rId1038"/>
    <p:sldId id="1292" r:id="rId1039"/>
    <p:sldId id="1293" r:id="rId1040"/>
    <p:sldId id="1294" r:id="rId1041"/>
    <p:sldId id="1295" r:id="rId1042"/>
    <p:sldId id="1296" r:id="rId1043"/>
    <p:sldId id="1297" r:id="rId1044"/>
    <p:sldId id="1298" r:id="rId1045"/>
    <p:sldId id="1299" r:id="rId1046"/>
    <p:sldId id="1300" r:id="rId1047"/>
    <p:sldId id="1301" r:id="rId1048"/>
    <p:sldId id="1302" r:id="rId1049"/>
    <p:sldId id="1303" r:id="rId1050"/>
    <p:sldId id="1304" r:id="rId1051"/>
    <p:sldId id="1305" r:id="rId1052"/>
    <p:sldId id="1306" r:id="rId1053"/>
    <p:sldId id="1307" r:id="rId1054"/>
    <p:sldId id="1308" r:id="rId1055"/>
    <p:sldId id="1309" r:id="rId1056"/>
    <p:sldId id="1310" r:id="rId1057"/>
    <p:sldId id="1311" r:id="rId1058"/>
    <p:sldId id="1312" r:id="rId1059"/>
    <p:sldId id="1313" r:id="rId1060"/>
    <p:sldId id="1314" r:id="rId1061"/>
    <p:sldId id="1315" r:id="rId1062"/>
    <p:sldId id="1316" r:id="rId1063"/>
    <p:sldId id="1317" r:id="rId1064"/>
    <p:sldId id="1318" r:id="rId1065"/>
    <p:sldId id="1319" r:id="rId1066"/>
    <p:sldId id="1320" r:id="rId1067"/>
    <p:sldId id="1321" r:id="rId1068"/>
    <p:sldId id="1322" r:id="rId1069"/>
    <p:sldId id="1323" r:id="rId1070"/>
    <p:sldId id="1324" r:id="rId1071"/>
    <p:sldId id="1325" r:id="rId1072"/>
    <p:sldId id="1326" r:id="rId1073"/>
    <p:sldId id="1327" r:id="rId1074"/>
    <p:sldId id="1328" r:id="rId1075"/>
    <p:sldId id="1329" r:id="rId1076"/>
    <p:sldId id="1330" r:id="rId1077"/>
    <p:sldId id="1331" r:id="rId1078"/>
    <p:sldId id="1332" r:id="rId1079"/>
    <p:sldId id="1333" r:id="rId1080"/>
    <p:sldId id="1334" r:id="rId1081"/>
    <p:sldId id="1335" r:id="rId1082"/>
    <p:sldId id="1336" r:id="rId1083"/>
    <p:sldId id="1337" r:id="rId1084"/>
    <p:sldId id="1338" r:id="rId1085"/>
    <p:sldId id="1339" r:id="rId1086"/>
    <p:sldId id="1340" r:id="rId1087"/>
    <p:sldId id="1341" r:id="rId1088"/>
    <p:sldId id="1342" r:id="rId1089"/>
    <p:sldId id="1343" r:id="rId1090"/>
    <p:sldId id="1344" r:id="rId1091"/>
    <p:sldId id="1345" r:id="rId1092"/>
    <p:sldId id="1346" r:id="rId1093"/>
    <p:sldId id="1347" r:id="rId1094"/>
    <p:sldId id="1348" r:id="rId1095"/>
    <p:sldId id="1349" r:id="rId1096"/>
    <p:sldId id="1350" r:id="rId1097"/>
    <p:sldId id="1351" r:id="rId1098"/>
    <p:sldId id="1352" r:id="rId1099"/>
    <p:sldId id="1353" r:id="rId1100"/>
    <p:sldId id="1354" r:id="rId1101"/>
    <p:sldId id="1355" r:id="rId1102"/>
    <p:sldId id="1356" r:id="rId1103"/>
    <p:sldId id="1357" r:id="rId1104"/>
    <p:sldId id="1358" r:id="rId1105"/>
    <p:sldId id="1359" r:id="rId1106"/>
    <p:sldId id="1360" r:id="rId1107"/>
    <p:sldId id="1361" r:id="rId1108"/>
    <p:sldId id="1362" r:id="rId1109"/>
    <p:sldId id="1363" r:id="rId1110"/>
    <p:sldId id="1364" r:id="rId1111"/>
    <p:sldId id="1365" r:id="rId1112"/>
    <p:sldId id="1366" r:id="rId1113"/>
    <p:sldId id="1367" r:id="rId1114"/>
    <p:sldId id="1368" r:id="rId1115"/>
    <p:sldId id="1369" r:id="rId1116"/>
    <p:sldId id="1370" r:id="rId1117"/>
    <p:sldId id="1371" r:id="rId1118"/>
    <p:sldId id="1372" r:id="rId1119"/>
    <p:sldId id="1373" r:id="rId1120"/>
    <p:sldId id="1374" r:id="rId1121"/>
    <p:sldId id="1375" r:id="rId1122"/>
    <p:sldId id="1376" r:id="rId1123"/>
    <p:sldId id="1377" r:id="rId1124"/>
    <p:sldId id="1378" r:id="rId1125"/>
    <p:sldId id="1379" r:id="rId1126"/>
    <p:sldId id="1380" r:id="rId1127"/>
    <p:sldId id="1381" r:id="rId1128"/>
    <p:sldId id="1382" r:id="rId1129"/>
    <p:sldId id="1383" r:id="rId1130"/>
    <p:sldId id="1384" r:id="rId1131"/>
    <p:sldId id="1385" r:id="rId1132"/>
    <p:sldId id="1386" r:id="rId1133"/>
    <p:sldId id="1387" r:id="rId1134"/>
    <p:sldId id="1388" r:id="rId1135"/>
    <p:sldId id="1389" r:id="rId1136"/>
    <p:sldId id="1390" r:id="rId1137"/>
    <p:sldId id="1391" r:id="rId1138"/>
    <p:sldId id="1392" r:id="rId1139"/>
    <p:sldId id="1393" r:id="rId1140"/>
    <p:sldId id="1394" r:id="rId1141"/>
    <p:sldId id="1395" r:id="rId1142"/>
    <p:sldId id="1396" r:id="rId1143"/>
    <p:sldId id="1397" r:id="rId1144"/>
    <p:sldId id="1398" r:id="rId1145"/>
    <p:sldId id="1399" r:id="rId1146"/>
    <p:sldId id="1400" r:id="rId1147"/>
    <p:sldId id="1401" r:id="rId1148"/>
    <p:sldId id="1402" r:id="rId1149"/>
    <p:sldId id="1403" r:id="rId1150"/>
    <p:sldId id="1404" r:id="rId1151"/>
    <p:sldId id="1405" r:id="rId1152"/>
    <p:sldId id="1406" r:id="rId1153"/>
    <p:sldId id="1407" r:id="rId1154"/>
    <p:sldId id="1408" r:id="rId1155"/>
    <p:sldId id="1409" r:id="rId1156"/>
    <p:sldId id="1410" r:id="rId1157"/>
    <p:sldId id="1411" r:id="rId1158"/>
    <p:sldId id="1412" r:id="rId1159"/>
    <p:sldId id="1413" r:id="rId1160"/>
    <p:sldId id="1414" r:id="rId1161"/>
    <p:sldId id="1415" r:id="rId1162"/>
    <p:sldId id="1416" r:id="rId1163"/>
    <p:sldId id="1417" r:id="rId1164"/>
    <p:sldId id="1418" r:id="rId1165"/>
    <p:sldId id="1419" r:id="rId1166"/>
    <p:sldId id="1420" r:id="rId1167"/>
    <p:sldId id="1421" r:id="rId1168"/>
    <p:sldId id="1422" r:id="rId1169"/>
    <p:sldId id="1423" r:id="rId1170"/>
    <p:sldId id="1424" r:id="rId1171"/>
    <p:sldId id="1425" r:id="rId1172"/>
    <p:sldId id="1426" r:id="rId1173"/>
    <p:sldId id="1427" r:id="rId1174"/>
    <p:sldId id="1428" r:id="rId1175"/>
    <p:sldId id="1429" r:id="rId1176"/>
    <p:sldId id="1430" r:id="rId1177"/>
    <p:sldId id="1431" r:id="rId1178"/>
    <p:sldId id="1432" r:id="rId1179"/>
    <p:sldId id="1433" r:id="rId1180"/>
    <p:sldId id="1434" r:id="rId1181"/>
    <p:sldId id="1435" r:id="rId1182"/>
    <p:sldId id="1436" r:id="rId1183"/>
    <p:sldId id="1437" r:id="rId1184"/>
    <p:sldId id="1438" r:id="rId1185"/>
    <p:sldId id="1439" r:id="rId1186"/>
    <p:sldId id="1440" r:id="rId1187"/>
    <p:sldId id="1441" r:id="rId1188"/>
    <p:sldId id="1442" r:id="rId1189"/>
    <p:sldId id="1443" r:id="rId1190"/>
    <p:sldId id="1444" r:id="rId1191"/>
    <p:sldId id="1445" r:id="rId1192"/>
    <p:sldId id="1446" r:id="rId1193"/>
    <p:sldId id="1447" r:id="rId1194"/>
    <p:sldId id="1448" r:id="rId1195"/>
    <p:sldId id="1449" r:id="rId1196"/>
    <p:sldId id="1450" r:id="rId1197"/>
    <p:sldId id="1451" r:id="rId1198"/>
    <p:sldId id="1452" r:id="rId1199"/>
    <p:sldId id="1453" r:id="rId1200"/>
    <p:sldId id="1454" r:id="rId1201"/>
    <p:sldId id="1455" r:id="rId1202"/>
    <p:sldId id="1456" r:id="rId1203"/>
    <p:sldId id="1457" r:id="rId1204"/>
    <p:sldId id="1458" r:id="rId1205"/>
    <p:sldId id="1459" r:id="rId1206"/>
    <p:sldId id="1460" r:id="rId1207"/>
    <p:sldId id="1461" r:id="rId1208"/>
    <p:sldId id="1462" r:id="rId1209"/>
    <p:sldId id="1463" r:id="rId1210"/>
    <p:sldId id="1464" r:id="rId1211"/>
    <p:sldId id="1465" r:id="rId1212"/>
    <p:sldId id="1466" r:id="rId1213"/>
    <p:sldId id="1467" r:id="rId1214"/>
    <p:sldId id="1468" r:id="rId1215"/>
    <p:sldId id="1469" r:id="rId1216"/>
    <p:sldId id="1470" r:id="rId1217"/>
    <p:sldId id="1471" r:id="rId1218"/>
    <p:sldId id="1472" r:id="rId1219"/>
    <p:sldId id="1473" r:id="rId1220"/>
    <p:sldId id="1474" r:id="rId1221"/>
    <p:sldId id="1475" r:id="rId1222"/>
    <p:sldId id="1476" r:id="rId1223"/>
    <p:sldId id="1477" r:id="rId1224"/>
    <p:sldId id="1478" r:id="rId1225"/>
    <p:sldId id="1479" r:id="rId1226"/>
    <p:sldId id="1480" r:id="rId1227"/>
    <p:sldId id="1481" r:id="rId1228"/>
    <p:sldId id="1482" r:id="rId1229"/>
    <p:sldId id="1483" r:id="rId1230"/>
    <p:sldId id="1484" r:id="rId1231"/>
    <p:sldId id="1485" r:id="rId1232"/>
    <p:sldId id="1486" r:id="rId1233"/>
    <p:sldId id="1487" r:id="rId1234"/>
    <p:sldId id="1488" r:id="rId1235"/>
    <p:sldId id="1489" r:id="rId1236"/>
    <p:sldId id="1490" r:id="rId1237"/>
    <p:sldId id="1491" r:id="rId1238"/>
    <p:sldId id="1492" r:id="rId1239"/>
    <p:sldId id="1493" r:id="rId1240"/>
    <p:sldId id="1494" r:id="rId1241"/>
    <p:sldId id="1495" r:id="rId1242"/>
    <p:sldId id="1496" r:id="rId1243"/>
    <p:sldId id="1497" r:id="rId1244"/>
    <p:sldId id="1498" r:id="rId1245"/>
    <p:sldId id="1499" r:id="rId1246"/>
    <p:sldId id="1500" r:id="rId1247"/>
    <p:sldId id="1501" r:id="rId1248"/>
    <p:sldId id="1502" r:id="rId1249"/>
    <p:sldId id="1503" r:id="rId1250"/>
    <p:sldId id="1504" r:id="rId1251"/>
    <p:sldId id="1505" r:id="rId1252"/>
    <p:sldId id="1506" r:id="rId1253"/>
    <p:sldId id="1507" r:id="rId1254"/>
    <p:sldId id="1508" r:id="rId1255"/>
    <p:sldId id="1509" r:id="rId1256"/>
    <p:sldId id="1510" r:id="rId1257"/>
    <p:sldId id="1511" r:id="rId1258"/>
    <p:sldId id="1512" r:id="rId1259"/>
    <p:sldId id="1513" r:id="rId1260"/>
    <p:sldId id="1514" r:id="rId1261"/>
    <p:sldId id="1515" r:id="rId1262"/>
    <p:sldId id="1516" r:id="rId1263"/>
    <p:sldId id="1517" r:id="rId1264"/>
    <p:sldId id="1518" r:id="rId1265"/>
    <p:sldId id="1519" r:id="rId1266"/>
    <p:sldId id="1520" r:id="rId1267"/>
    <p:sldId id="1521" r:id="rId1268"/>
    <p:sldId id="1522" r:id="rId1269"/>
    <p:sldId id="1523" r:id="rId1270"/>
    <p:sldId id="1524" r:id="rId1271"/>
    <p:sldId id="1525" r:id="rId1272"/>
    <p:sldId id="1526" r:id="rId1273"/>
    <p:sldId id="1527" r:id="rId1274"/>
    <p:sldId id="1528" r:id="rId1275"/>
    <p:sldId id="1529" r:id="rId1276"/>
    <p:sldId id="1530" r:id="rId1277"/>
    <p:sldId id="1531" r:id="rId1278"/>
    <p:sldId id="1532" r:id="rId1279"/>
    <p:sldId id="1533" r:id="rId1280"/>
    <p:sldId id="1534" r:id="rId1281"/>
    <p:sldId id="1535" r:id="rId1282"/>
    <p:sldId id="1536" r:id="rId1283"/>
    <p:sldId id="1537" r:id="rId1284"/>
    <p:sldId id="1538" r:id="rId1285"/>
    <p:sldId id="1539" r:id="rId1286"/>
    <p:sldId id="1540" r:id="rId1287"/>
    <p:sldId id="1541" r:id="rId1288"/>
    <p:sldId id="1542" r:id="rId1289"/>
    <p:sldId id="1543" r:id="rId1290"/>
    <p:sldId id="1544" r:id="rId1291"/>
    <p:sldId id="1545" r:id="rId1292"/>
    <p:sldId id="1546" r:id="rId1293"/>
    <p:sldId id="1547" r:id="rId1294"/>
    <p:sldId id="1548" r:id="rId1295"/>
    <p:sldId id="1549" r:id="rId1296"/>
    <p:sldId id="1550" r:id="rId1297"/>
    <p:sldId id="1551" r:id="rId1298"/>
    <p:sldId id="1552" r:id="rId1299"/>
    <p:sldId id="1553" r:id="rId1300"/>
    <p:sldId id="1554" r:id="rId1301"/>
    <p:sldId id="1555" r:id="rId1302"/>
    <p:sldId id="1556" r:id="rId1303"/>
    <p:sldId id="1557" r:id="rId1304"/>
    <p:sldId id="1558" r:id="rId1305"/>
    <p:sldId id="1559" r:id="rId1306"/>
    <p:sldId id="1560" r:id="rId1307"/>
    <p:sldId id="1561" r:id="rId1308"/>
    <p:sldId id="1562" r:id="rId1309"/>
    <p:sldId id="1563" r:id="rId1310"/>
    <p:sldId id="1564" r:id="rId1311"/>
    <p:sldId id="1565" r:id="rId1312"/>
    <p:sldId id="1566" r:id="rId1313"/>
    <p:sldId id="1567" r:id="rId1314"/>
    <p:sldId id="1568" r:id="rId1315"/>
    <p:sldId id="1569" r:id="rId1316"/>
    <p:sldId id="1570" r:id="rId1317"/>
    <p:sldId id="1571" r:id="rId1318"/>
    <p:sldId id="1572" r:id="rId1319"/>
    <p:sldId id="1573" r:id="rId1320"/>
    <p:sldId id="1574" r:id="rId1321"/>
    <p:sldId id="1575" r:id="rId1322"/>
    <p:sldId id="1576" r:id="rId1323"/>
    <p:sldId id="1577" r:id="rId1324"/>
    <p:sldId id="1578" r:id="rId1325"/>
    <p:sldId id="1579" r:id="rId1326"/>
    <p:sldId id="1580" r:id="rId1327"/>
    <p:sldId id="1581" r:id="rId1328"/>
    <p:sldId id="1582" r:id="rId1329"/>
    <p:sldId id="1583" r:id="rId1330"/>
    <p:sldId id="1584" r:id="rId1331"/>
    <p:sldId id="1585" r:id="rId1332"/>
    <p:sldId id="1586" r:id="rId1333"/>
    <p:sldId id="1587" r:id="rId1334"/>
    <p:sldId id="1588" r:id="rId1335"/>
    <p:sldId id="1589" r:id="rId1336"/>
    <p:sldId id="1590" r:id="rId1337"/>
    <p:sldId id="1591" r:id="rId1338"/>
    <p:sldId id="1592" r:id="rId1339"/>
    <p:sldId id="1593" r:id="rId1340"/>
    <p:sldId id="1594" r:id="rId1341"/>
    <p:sldId id="1595" r:id="rId1342"/>
    <p:sldId id="1596" r:id="rId1343"/>
    <p:sldId id="1597" r:id="rId1344"/>
    <p:sldId id="1598" r:id="rId1345"/>
    <p:sldId id="1599" r:id="rId1346"/>
    <p:sldId id="1600" r:id="rId1347"/>
    <p:sldId id="1601" r:id="rId1348"/>
    <p:sldId id="1602" r:id="rId1349"/>
    <p:sldId id="1603" r:id="rId1350"/>
    <p:sldId id="1604" r:id="rId1351"/>
    <p:sldId id="1605" r:id="rId1352"/>
    <p:sldId id="1606" r:id="rId1353"/>
    <p:sldId id="1607" r:id="rId1354"/>
    <p:sldId id="1608" r:id="rId1355"/>
    <p:sldId id="1609" r:id="rId1356"/>
    <p:sldId id="1610" r:id="rId1357"/>
    <p:sldId id="1611" r:id="rId1358"/>
    <p:sldId id="1612" r:id="rId1359"/>
    <p:sldId id="1613" r:id="rId1360"/>
    <p:sldId id="1614" r:id="rId1361"/>
    <p:sldId id="1615" r:id="rId1362"/>
    <p:sldId id="1616" r:id="rId1363"/>
    <p:sldId id="1617" r:id="rId1364"/>
    <p:sldId id="1618" r:id="rId1365"/>
    <p:sldId id="1619" r:id="rId1366"/>
    <p:sldId id="1620" r:id="rId1367"/>
    <p:sldId id="1621" r:id="rId1368"/>
    <p:sldId id="1622" r:id="rId1369"/>
    <p:sldId id="1623" r:id="rId1370"/>
    <p:sldId id="1624" r:id="rId1371"/>
    <p:sldId id="1625" r:id="rId1372"/>
    <p:sldId id="1626" r:id="rId1373"/>
    <p:sldId id="1627" r:id="rId1374"/>
    <p:sldId id="1628" r:id="rId1375"/>
    <p:sldId id="1629" r:id="rId1376"/>
    <p:sldId id="1630" r:id="rId1377"/>
    <p:sldId id="1631" r:id="rId1378"/>
    <p:sldId id="1632" r:id="rId1379"/>
    <p:sldId id="1633" r:id="rId1380"/>
    <p:sldId id="1634" r:id="rId1381"/>
    <p:sldId id="1635" r:id="rId1382"/>
    <p:sldId id="1636" r:id="rId1383"/>
    <p:sldId id="1637" r:id="rId1384"/>
    <p:sldId id="1638" r:id="rId1385"/>
    <p:sldId id="1639" r:id="rId1386"/>
    <p:sldId id="1640" r:id="rId1387"/>
    <p:sldId id="1641" r:id="rId1388"/>
    <p:sldId id="1642" r:id="rId1389"/>
    <p:sldId id="1643" r:id="rId1390"/>
    <p:sldId id="1644" r:id="rId1391"/>
    <p:sldId id="1645" r:id="rId1392"/>
    <p:sldId id="1646" r:id="rId1393"/>
    <p:sldId id="1647" r:id="rId1394"/>
    <p:sldId id="1648" r:id="rId1395"/>
    <p:sldId id="1649" r:id="rId1396"/>
    <p:sldId id="1650" r:id="rId1397"/>
    <p:sldId id="1651" r:id="rId1398"/>
    <p:sldId id="1652" r:id="rId1399"/>
    <p:sldId id="1653" r:id="rId1400"/>
    <p:sldId id="1654" r:id="rId1401"/>
    <p:sldId id="1655" r:id="rId1402"/>
    <p:sldId id="1656" r:id="rId1403"/>
    <p:sldId id="1657" r:id="rId1404"/>
    <p:sldId id="1658" r:id="rId1405"/>
    <p:sldId id="1659" r:id="rId1406"/>
    <p:sldId id="1660" r:id="rId1407"/>
    <p:sldId id="1661" r:id="rId1408"/>
    <p:sldId id="1662" r:id="rId1409"/>
    <p:sldId id="1663" r:id="rId1410"/>
    <p:sldId id="1664" r:id="rId1411"/>
    <p:sldId id="1665" r:id="rId1412"/>
    <p:sldId id="1666" r:id="rId1413"/>
    <p:sldId id="1667" r:id="rId1414"/>
    <p:sldId id="1668" r:id="rId1415"/>
    <p:sldId id="1669" r:id="rId1416"/>
    <p:sldId id="1670" r:id="rId1417"/>
    <p:sldId id="1671" r:id="rId1418"/>
    <p:sldId id="1672" r:id="rId1419"/>
    <p:sldId id="1673" r:id="rId1420"/>
    <p:sldId id="1674" r:id="rId1421"/>
    <p:sldId id="1675" r:id="rId1422"/>
    <p:sldId id="1676" r:id="rId1423"/>
    <p:sldId id="1677" r:id="rId1424"/>
    <p:sldId id="1678" r:id="rId1425"/>
    <p:sldId id="1679" r:id="rId1426"/>
    <p:sldId id="1680" r:id="rId1427"/>
    <p:sldId id="1681" r:id="rId1428"/>
    <p:sldId id="1682" r:id="rId1429"/>
    <p:sldId id="1683" r:id="rId1430"/>
    <p:sldId id="1684" r:id="rId1431"/>
    <p:sldId id="1685" r:id="rId1432"/>
    <p:sldId id="1686" r:id="rId1433"/>
    <p:sldId id="1687" r:id="rId1434"/>
    <p:sldId id="1688" r:id="rId1435"/>
    <p:sldId id="1689" r:id="rId1436"/>
    <p:sldId id="1690" r:id="rId1437"/>
    <p:sldId id="1691" r:id="rId1438"/>
    <p:sldId id="1692" r:id="rId1439"/>
    <p:sldId id="1693" r:id="rId1440"/>
    <p:sldId id="1694" r:id="rId1441"/>
    <p:sldId id="1695" r:id="rId1442"/>
    <p:sldId id="1696" r:id="rId1443"/>
    <p:sldId id="1697" r:id="rId1444"/>
    <p:sldId id="1698" r:id="rId1445"/>
    <p:sldId id="1699" r:id="rId1446"/>
    <p:sldId id="1700" r:id="rId1447"/>
    <p:sldId id="1701" r:id="rId1448"/>
    <p:sldId id="1702" r:id="rId1449"/>
    <p:sldId id="1703" r:id="rId1450"/>
    <p:sldId id="1704" r:id="rId1451"/>
    <p:sldId id="1705" r:id="rId1452"/>
    <p:sldId id="1706" r:id="rId1453"/>
    <p:sldId id="1707" r:id="rId1454"/>
    <p:sldId id="1708" r:id="rId1455"/>
    <p:sldId id="1709" r:id="rId1456"/>
    <p:sldId id="1710" r:id="rId1457"/>
    <p:sldId id="1711" r:id="rId1458"/>
    <p:sldId id="1712" r:id="rId1459"/>
    <p:sldId id="1713" r:id="rId1460"/>
    <p:sldId id="1714" r:id="rId1461"/>
    <p:sldId id="1715" r:id="rId1462"/>
    <p:sldId id="1716" r:id="rId1463"/>
    <p:sldId id="1717" r:id="rId1464"/>
    <p:sldId id="1718" r:id="rId1465"/>
    <p:sldId id="1719" r:id="rId1466"/>
    <p:sldId id="1720" r:id="rId1467"/>
    <p:sldId id="1721" r:id="rId1468"/>
    <p:sldId id="1722" r:id="rId1469"/>
    <p:sldId id="1723" r:id="rId1470"/>
    <p:sldId id="1724" r:id="rId1471"/>
    <p:sldId id="1725" r:id="rId1472"/>
    <p:sldId id="1726" r:id="rId1473"/>
    <p:sldId id="1727" r:id="rId1474"/>
    <p:sldId id="1728" r:id="rId1475"/>
    <p:sldId id="1729" r:id="rId1476"/>
    <p:sldId id="1730" r:id="rId1477"/>
    <p:sldId id="1731" r:id="rId1478"/>
    <p:sldId id="1732" r:id="rId1479"/>
    <p:sldId id="1733" r:id="rId1480"/>
    <p:sldId id="1734" r:id="rId1481"/>
    <p:sldId id="1735" r:id="rId1482"/>
    <p:sldId id="1736" r:id="rId1483"/>
    <p:sldId id="1737" r:id="rId1484"/>
    <p:sldId id="1738" r:id="rId1485"/>
    <p:sldId id="1739" r:id="rId1486"/>
    <p:sldId id="1740" r:id="rId1487"/>
    <p:sldId id="1741" r:id="rId1488"/>
    <p:sldId id="1742" r:id="rId1489"/>
    <p:sldId id="1743" r:id="rId1490"/>
    <p:sldId id="1744" r:id="rId1491"/>
    <p:sldId id="1745" r:id="rId1492"/>
    <p:sldId id="1746" r:id="rId1493"/>
    <p:sldId id="1747" r:id="rId1494"/>
    <p:sldId id="1748" r:id="rId1495"/>
    <p:sldId id="1749" r:id="rId1496"/>
    <p:sldId id="1750" r:id="rId1497"/>
    <p:sldId id="1751" r:id="rId1498"/>
    <p:sldId id="1752" r:id="rId1499"/>
    <p:sldId id="1753" r:id="rId1500"/>
    <p:sldId id="1754" r:id="rId1501"/>
    <p:sldId id="1755" r:id="rId1502"/>
    <p:sldId id="1756" r:id="rId1503"/>
    <p:sldId id="1757" r:id="rId1504"/>
    <p:sldId id="1758" r:id="rId1505"/>
    <p:sldId id="1759" r:id="rId1506"/>
    <p:sldId id="1760" r:id="rId1507"/>
    <p:sldId id="1761" r:id="rId1508"/>
    <p:sldId id="1762" r:id="rId1509"/>
    <p:sldId id="1763" r:id="rId1510"/>
    <p:sldId id="1764" r:id="rId1511"/>
    <p:sldId id="1765" r:id="rId1512"/>
    <p:sldId id="1766" r:id="rId1513"/>
    <p:sldId id="1767" r:id="rId1514"/>
    <p:sldId id="1768" r:id="rId1515"/>
    <p:sldId id="1769" r:id="rId1516"/>
    <p:sldId id="1770" r:id="rId1517"/>
    <p:sldId id="1771" r:id="rId1518"/>
    <p:sldId id="1772" r:id="rId1519"/>
    <p:sldId id="1773" r:id="rId1520"/>
    <p:sldId id="1774" r:id="rId1521"/>
    <p:sldId id="1775" r:id="rId1522"/>
    <p:sldId id="1776" r:id="rId1523"/>
    <p:sldId id="1777" r:id="rId1524"/>
    <p:sldId id="1778" r:id="rId1525"/>
    <p:sldId id="1779" r:id="rId1526"/>
    <p:sldId id="1780" r:id="rId1527"/>
    <p:sldId id="1781" r:id="rId1528"/>
    <p:sldId id="1782" r:id="rId1529"/>
    <p:sldId id="1783" r:id="rId1530"/>
    <p:sldId id="1784" r:id="rId1531"/>
    <p:sldId id="1785" r:id="rId1532"/>
    <p:sldId id="1786" r:id="rId1533"/>
    <p:sldId id="1787" r:id="rId1534"/>
    <p:sldId id="1788" r:id="rId1535"/>
    <p:sldId id="1789" r:id="rId1536"/>
    <p:sldId id="1790" r:id="rId1537"/>
    <p:sldId id="1791" r:id="rId1538"/>
    <p:sldId id="1792" r:id="rId1539"/>
    <p:sldId id="1793" r:id="rId1540"/>
    <p:sldId id="1794" r:id="rId1541"/>
    <p:sldId id="1795" r:id="rId1542"/>
    <p:sldId id="1796" r:id="rId1543"/>
    <p:sldId id="1797" r:id="rId1544"/>
    <p:sldId id="1798" r:id="rId1545"/>
    <p:sldId id="1799" r:id="rId1546"/>
    <p:sldId id="1800" r:id="rId1547"/>
    <p:sldId id="1801" r:id="rId1548"/>
    <p:sldId id="1802" r:id="rId1549"/>
    <p:sldId id="1803" r:id="rId1550"/>
    <p:sldId id="1804" r:id="rId1551"/>
    <p:sldId id="1805" r:id="rId1552"/>
    <p:sldId id="1806" r:id="rId1553"/>
    <p:sldId id="1807" r:id="rId1554"/>
    <p:sldId id="1808" r:id="rId1555"/>
    <p:sldId id="1809" r:id="rId1556"/>
    <p:sldId id="1810" r:id="rId1557"/>
    <p:sldId id="1811" r:id="rId1558"/>
    <p:sldId id="1812" r:id="rId1559"/>
    <p:sldId id="1813" r:id="rId1560"/>
    <p:sldId id="1814" r:id="rId1561"/>
    <p:sldId id="1815" r:id="rId1562"/>
    <p:sldId id="1816" r:id="rId1563"/>
    <p:sldId id="1817" r:id="rId1564"/>
    <p:sldId id="1818" r:id="rId1565"/>
    <p:sldId id="1819" r:id="rId1566"/>
    <p:sldId id="1820" r:id="rId1567"/>
    <p:sldId id="1821" r:id="rId1568"/>
    <p:sldId id="1822" r:id="rId1569"/>
    <p:sldId id="1823" r:id="rId1570"/>
    <p:sldId id="1824" r:id="rId1571"/>
    <p:sldId id="1825" r:id="rId1572"/>
    <p:sldId id="1826" r:id="rId1573"/>
    <p:sldId id="1827" r:id="rId1574"/>
    <p:sldId id="1828" r:id="rId1575"/>
    <p:sldId id="1829" r:id="rId1576"/>
    <p:sldId id="1830" r:id="rId1577"/>
    <p:sldId id="1831" r:id="rId1578"/>
    <p:sldId id="1832" r:id="rId1579"/>
    <p:sldId id="1833" r:id="rId1580"/>
    <p:sldId id="1834" r:id="rId1581"/>
    <p:sldId id="1835" r:id="rId1582"/>
    <p:sldId id="1836" r:id="rId1583"/>
    <p:sldId id="1837" r:id="rId1584"/>
    <p:sldId id="1838" r:id="rId1585"/>
    <p:sldId id="1839" r:id="rId1586"/>
    <p:sldId id="1840" r:id="rId1587"/>
    <p:sldId id="1841" r:id="rId1588"/>
    <p:sldId id="1842" r:id="rId1589"/>
    <p:sldId id="1843" r:id="rId1590"/>
    <p:sldId id="1844" r:id="rId1591"/>
    <p:sldId id="1845" r:id="rId1592"/>
    <p:sldId id="1846" r:id="rId1593"/>
    <p:sldId id="1847" r:id="rId1594"/>
    <p:sldId id="1848" r:id="rId1595"/>
    <p:sldId id="1849" r:id="rId1596"/>
    <p:sldId id="1850" r:id="rId1597"/>
    <p:sldId id="1851" r:id="rId1598"/>
    <p:sldId id="1852" r:id="rId1599"/>
    <p:sldId id="1853" r:id="rId1600"/>
    <p:sldId id="1854" r:id="rId1601"/>
    <p:sldId id="1855" r:id="rId1602"/>
    <p:sldId id="1856" r:id="rId1603"/>
    <p:sldId id="1857" r:id="rId1604"/>
    <p:sldId id="1858" r:id="rId1605"/>
    <p:sldId id="1859" r:id="rId1606"/>
    <p:sldId id="1860" r:id="rId1607"/>
    <p:sldId id="1861" r:id="rId1608"/>
    <p:sldId id="1862" r:id="rId1609"/>
    <p:sldId id="1863" r:id="rId1610"/>
    <p:sldId id="1864" r:id="rId1611"/>
    <p:sldId id="1865" r:id="rId1612"/>
    <p:sldId id="1866" r:id="rId1613"/>
    <p:sldId id="1867" r:id="rId1614"/>
    <p:sldId id="1868" r:id="rId1615"/>
    <p:sldId id="1869" r:id="rId1616"/>
    <p:sldId id="1870" r:id="rId1617"/>
    <p:sldId id="1871" r:id="rId1618"/>
    <p:sldId id="1872" r:id="rId1619"/>
    <p:sldId id="1873" r:id="rId1620"/>
    <p:sldId id="1874" r:id="rId1621"/>
    <p:sldId id="1875" r:id="rId1622"/>
    <p:sldId id="1876" r:id="rId1623"/>
    <p:sldId id="1877" r:id="rId1624"/>
    <p:sldId id="1878" r:id="rId1625"/>
    <p:sldId id="1879" r:id="rId1626"/>
    <p:sldId id="1880" r:id="rId1627"/>
    <p:sldId id="1881" r:id="rId1628"/>
    <p:sldId id="1882" r:id="rId1629"/>
    <p:sldId id="1883" r:id="rId1630"/>
    <p:sldId id="1884" r:id="rId1631"/>
    <p:sldId id="1885" r:id="rId1632"/>
  </p:sldIdLst>
  <p:sldSz cx="9144000" cy="685800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slide" Target="slides/slide33.xml"/><Relationship Id="rId36" Type="http://schemas.openxmlformats.org/officeDocument/2006/relationships/slide" Target="slides/slide34.xml"/><Relationship Id="rId37" Type="http://schemas.openxmlformats.org/officeDocument/2006/relationships/slide" Target="slides/slide35.xml"/><Relationship Id="rId38" Type="http://schemas.openxmlformats.org/officeDocument/2006/relationships/slide" Target="slides/slide36.xml"/><Relationship Id="rId39" Type="http://schemas.openxmlformats.org/officeDocument/2006/relationships/slide" Target="slides/slide37.xml"/><Relationship Id="rId40" Type="http://schemas.openxmlformats.org/officeDocument/2006/relationships/slide" Target="slides/slide38.xml"/><Relationship Id="rId41" Type="http://schemas.openxmlformats.org/officeDocument/2006/relationships/slide" Target="slides/slide39.xml"/><Relationship Id="rId42" Type="http://schemas.openxmlformats.org/officeDocument/2006/relationships/slide" Target="slides/slide40.xml"/><Relationship Id="rId43" Type="http://schemas.openxmlformats.org/officeDocument/2006/relationships/slide" Target="slides/slide41.xml"/><Relationship Id="rId44" Type="http://schemas.openxmlformats.org/officeDocument/2006/relationships/slide" Target="slides/slide42.xml"/><Relationship Id="rId45" Type="http://schemas.openxmlformats.org/officeDocument/2006/relationships/slide" Target="slides/slide43.xml"/><Relationship Id="rId46" Type="http://schemas.openxmlformats.org/officeDocument/2006/relationships/slide" Target="slides/slide44.xml"/><Relationship Id="rId47" Type="http://schemas.openxmlformats.org/officeDocument/2006/relationships/slide" Target="slides/slide45.xml"/><Relationship Id="rId48" Type="http://schemas.openxmlformats.org/officeDocument/2006/relationships/slide" Target="slides/slide46.xml"/><Relationship Id="rId49" Type="http://schemas.openxmlformats.org/officeDocument/2006/relationships/slide" Target="slides/slide47.xml"/><Relationship Id="rId50" Type="http://schemas.openxmlformats.org/officeDocument/2006/relationships/slide" Target="slides/slide48.xml"/><Relationship Id="rId51" Type="http://schemas.openxmlformats.org/officeDocument/2006/relationships/slide" Target="slides/slide49.xml"/><Relationship Id="rId52" Type="http://schemas.openxmlformats.org/officeDocument/2006/relationships/slide" Target="slides/slide50.xml"/><Relationship Id="rId53" Type="http://schemas.openxmlformats.org/officeDocument/2006/relationships/slide" Target="slides/slide51.xml"/><Relationship Id="rId54" Type="http://schemas.openxmlformats.org/officeDocument/2006/relationships/slide" Target="slides/slide52.xml"/><Relationship Id="rId55" Type="http://schemas.openxmlformats.org/officeDocument/2006/relationships/slide" Target="slides/slide53.xml"/><Relationship Id="rId56" Type="http://schemas.openxmlformats.org/officeDocument/2006/relationships/slide" Target="slides/slide54.xml"/><Relationship Id="rId57" Type="http://schemas.openxmlformats.org/officeDocument/2006/relationships/slide" Target="slides/slide55.xml"/><Relationship Id="rId58" Type="http://schemas.openxmlformats.org/officeDocument/2006/relationships/slide" Target="slides/slide56.xml"/><Relationship Id="rId59" Type="http://schemas.openxmlformats.org/officeDocument/2006/relationships/slide" Target="slides/slide57.xml"/><Relationship Id="rId60" Type="http://schemas.openxmlformats.org/officeDocument/2006/relationships/slide" Target="slides/slide58.xml"/><Relationship Id="rId61" Type="http://schemas.openxmlformats.org/officeDocument/2006/relationships/slide" Target="slides/slide59.xml"/><Relationship Id="rId62" Type="http://schemas.openxmlformats.org/officeDocument/2006/relationships/slide" Target="slides/slide60.xml"/><Relationship Id="rId63" Type="http://schemas.openxmlformats.org/officeDocument/2006/relationships/slide" Target="slides/slide61.xml"/><Relationship Id="rId64" Type="http://schemas.openxmlformats.org/officeDocument/2006/relationships/slide" Target="slides/slide62.xml"/><Relationship Id="rId65" Type="http://schemas.openxmlformats.org/officeDocument/2006/relationships/slide" Target="slides/slide63.xml"/><Relationship Id="rId66" Type="http://schemas.openxmlformats.org/officeDocument/2006/relationships/slide" Target="slides/slide64.xml"/><Relationship Id="rId67" Type="http://schemas.openxmlformats.org/officeDocument/2006/relationships/slide" Target="slides/slide65.xml"/><Relationship Id="rId68" Type="http://schemas.openxmlformats.org/officeDocument/2006/relationships/slide" Target="slides/slide66.xml"/><Relationship Id="rId69" Type="http://schemas.openxmlformats.org/officeDocument/2006/relationships/slide" Target="slides/slide67.xml"/><Relationship Id="rId70" Type="http://schemas.openxmlformats.org/officeDocument/2006/relationships/slide" Target="slides/slide68.xml"/><Relationship Id="rId71" Type="http://schemas.openxmlformats.org/officeDocument/2006/relationships/slide" Target="slides/slide69.xml"/><Relationship Id="rId72" Type="http://schemas.openxmlformats.org/officeDocument/2006/relationships/slide" Target="slides/slide70.xml"/><Relationship Id="rId73" Type="http://schemas.openxmlformats.org/officeDocument/2006/relationships/slide" Target="slides/slide71.xml"/><Relationship Id="rId74" Type="http://schemas.openxmlformats.org/officeDocument/2006/relationships/slide" Target="slides/slide72.xml"/><Relationship Id="rId75" Type="http://schemas.openxmlformats.org/officeDocument/2006/relationships/slide" Target="slides/slide73.xml"/><Relationship Id="rId76" Type="http://schemas.openxmlformats.org/officeDocument/2006/relationships/slide" Target="slides/slide74.xml"/><Relationship Id="rId77" Type="http://schemas.openxmlformats.org/officeDocument/2006/relationships/slide" Target="slides/slide75.xml"/><Relationship Id="rId78" Type="http://schemas.openxmlformats.org/officeDocument/2006/relationships/slide" Target="slides/slide76.xml"/><Relationship Id="rId79" Type="http://schemas.openxmlformats.org/officeDocument/2006/relationships/slide" Target="slides/slide77.xml"/><Relationship Id="rId80" Type="http://schemas.openxmlformats.org/officeDocument/2006/relationships/slide" Target="slides/slide78.xml"/><Relationship Id="rId81" Type="http://schemas.openxmlformats.org/officeDocument/2006/relationships/slide" Target="slides/slide79.xml"/><Relationship Id="rId82" Type="http://schemas.openxmlformats.org/officeDocument/2006/relationships/slide" Target="slides/slide80.xml"/><Relationship Id="rId83" Type="http://schemas.openxmlformats.org/officeDocument/2006/relationships/slide" Target="slides/slide81.xml"/><Relationship Id="rId84" Type="http://schemas.openxmlformats.org/officeDocument/2006/relationships/slide" Target="slides/slide82.xml"/><Relationship Id="rId85" Type="http://schemas.openxmlformats.org/officeDocument/2006/relationships/slide" Target="slides/slide83.xml"/><Relationship Id="rId86" Type="http://schemas.openxmlformats.org/officeDocument/2006/relationships/slide" Target="slides/slide84.xml"/><Relationship Id="rId87" Type="http://schemas.openxmlformats.org/officeDocument/2006/relationships/slide" Target="slides/slide85.xml"/><Relationship Id="rId88" Type="http://schemas.openxmlformats.org/officeDocument/2006/relationships/slide" Target="slides/slide86.xml"/><Relationship Id="rId89" Type="http://schemas.openxmlformats.org/officeDocument/2006/relationships/slide" Target="slides/slide87.xml"/><Relationship Id="rId90" Type="http://schemas.openxmlformats.org/officeDocument/2006/relationships/slide" Target="slides/slide88.xml"/><Relationship Id="rId91" Type="http://schemas.openxmlformats.org/officeDocument/2006/relationships/slide" Target="slides/slide89.xml"/><Relationship Id="rId92" Type="http://schemas.openxmlformats.org/officeDocument/2006/relationships/slide" Target="slides/slide90.xml"/><Relationship Id="rId93" Type="http://schemas.openxmlformats.org/officeDocument/2006/relationships/slide" Target="slides/slide91.xml"/><Relationship Id="rId94" Type="http://schemas.openxmlformats.org/officeDocument/2006/relationships/slide" Target="slides/slide92.xml"/><Relationship Id="rId95" Type="http://schemas.openxmlformats.org/officeDocument/2006/relationships/slide" Target="slides/slide93.xml"/><Relationship Id="rId96" Type="http://schemas.openxmlformats.org/officeDocument/2006/relationships/slide" Target="slides/slide94.xml"/><Relationship Id="rId97" Type="http://schemas.openxmlformats.org/officeDocument/2006/relationships/slide" Target="slides/slide95.xml"/><Relationship Id="rId98" Type="http://schemas.openxmlformats.org/officeDocument/2006/relationships/slide" Target="slides/slide96.xml"/><Relationship Id="rId99" Type="http://schemas.openxmlformats.org/officeDocument/2006/relationships/slide" Target="slides/slide97.xml"/><Relationship Id="rId100" Type="http://schemas.openxmlformats.org/officeDocument/2006/relationships/slide" Target="slides/slide98.xml"/><Relationship Id="rId101" Type="http://schemas.openxmlformats.org/officeDocument/2006/relationships/slide" Target="slides/slide99.xml"/><Relationship Id="rId102" Type="http://schemas.openxmlformats.org/officeDocument/2006/relationships/slide" Target="slides/slide100.xml"/><Relationship Id="rId103" Type="http://schemas.openxmlformats.org/officeDocument/2006/relationships/slide" Target="slides/slide101.xml"/><Relationship Id="rId104" Type="http://schemas.openxmlformats.org/officeDocument/2006/relationships/slide" Target="slides/slide102.xml"/><Relationship Id="rId105" Type="http://schemas.openxmlformats.org/officeDocument/2006/relationships/slide" Target="slides/slide103.xml"/><Relationship Id="rId106" Type="http://schemas.openxmlformats.org/officeDocument/2006/relationships/slide" Target="slides/slide104.xml"/><Relationship Id="rId107" Type="http://schemas.openxmlformats.org/officeDocument/2006/relationships/slide" Target="slides/slide105.xml"/><Relationship Id="rId108" Type="http://schemas.openxmlformats.org/officeDocument/2006/relationships/slide" Target="slides/slide106.xml"/><Relationship Id="rId109" Type="http://schemas.openxmlformats.org/officeDocument/2006/relationships/slide" Target="slides/slide107.xml"/><Relationship Id="rId110" Type="http://schemas.openxmlformats.org/officeDocument/2006/relationships/slide" Target="slides/slide108.xml"/><Relationship Id="rId111" Type="http://schemas.openxmlformats.org/officeDocument/2006/relationships/slide" Target="slides/slide109.xml"/><Relationship Id="rId112" Type="http://schemas.openxmlformats.org/officeDocument/2006/relationships/slide" Target="slides/slide110.xml"/><Relationship Id="rId113" Type="http://schemas.openxmlformats.org/officeDocument/2006/relationships/slide" Target="slides/slide111.xml"/><Relationship Id="rId114" Type="http://schemas.openxmlformats.org/officeDocument/2006/relationships/slide" Target="slides/slide112.xml"/><Relationship Id="rId115" Type="http://schemas.openxmlformats.org/officeDocument/2006/relationships/slide" Target="slides/slide113.xml"/><Relationship Id="rId116" Type="http://schemas.openxmlformats.org/officeDocument/2006/relationships/slide" Target="slides/slide114.xml"/><Relationship Id="rId117" Type="http://schemas.openxmlformats.org/officeDocument/2006/relationships/slide" Target="slides/slide115.xml"/><Relationship Id="rId118" Type="http://schemas.openxmlformats.org/officeDocument/2006/relationships/slide" Target="slides/slide116.xml"/><Relationship Id="rId119" Type="http://schemas.openxmlformats.org/officeDocument/2006/relationships/slide" Target="slides/slide117.xml"/><Relationship Id="rId120" Type="http://schemas.openxmlformats.org/officeDocument/2006/relationships/slide" Target="slides/slide118.xml"/><Relationship Id="rId121" Type="http://schemas.openxmlformats.org/officeDocument/2006/relationships/slide" Target="slides/slide119.xml"/><Relationship Id="rId122" Type="http://schemas.openxmlformats.org/officeDocument/2006/relationships/slide" Target="slides/slide120.xml"/><Relationship Id="rId123" Type="http://schemas.openxmlformats.org/officeDocument/2006/relationships/slide" Target="slides/slide121.xml"/><Relationship Id="rId124" Type="http://schemas.openxmlformats.org/officeDocument/2006/relationships/slide" Target="slides/slide122.xml"/><Relationship Id="rId125" Type="http://schemas.openxmlformats.org/officeDocument/2006/relationships/slide" Target="slides/slide123.xml"/><Relationship Id="rId126" Type="http://schemas.openxmlformats.org/officeDocument/2006/relationships/slide" Target="slides/slide124.xml"/><Relationship Id="rId127" Type="http://schemas.openxmlformats.org/officeDocument/2006/relationships/slide" Target="slides/slide125.xml"/><Relationship Id="rId128" Type="http://schemas.openxmlformats.org/officeDocument/2006/relationships/slide" Target="slides/slide126.xml"/><Relationship Id="rId129" Type="http://schemas.openxmlformats.org/officeDocument/2006/relationships/slide" Target="slides/slide127.xml"/><Relationship Id="rId130" Type="http://schemas.openxmlformats.org/officeDocument/2006/relationships/slide" Target="slides/slide128.xml"/><Relationship Id="rId131" Type="http://schemas.openxmlformats.org/officeDocument/2006/relationships/slide" Target="slides/slide129.xml"/><Relationship Id="rId132" Type="http://schemas.openxmlformats.org/officeDocument/2006/relationships/slide" Target="slides/slide130.xml"/><Relationship Id="rId133" Type="http://schemas.openxmlformats.org/officeDocument/2006/relationships/slide" Target="slides/slide131.xml"/><Relationship Id="rId134" Type="http://schemas.openxmlformats.org/officeDocument/2006/relationships/slide" Target="slides/slide132.xml"/><Relationship Id="rId135" Type="http://schemas.openxmlformats.org/officeDocument/2006/relationships/slide" Target="slides/slide133.xml"/><Relationship Id="rId136" Type="http://schemas.openxmlformats.org/officeDocument/2006/relationships/slide" Target="slides/slide134.xml"/><Relationship Id="rId137" Type="http://schemas.openxmlformats.org/officeDocument/2006/relationships/slide" Target="slides/slide135.xml"/><Relationship Id="rId138" Type="http://schemas.openxmlformats.org/officeDocument/2006/relationships/slide" Target="slides/slide136.xml"/><Relationship Id="rId139" Type="http://schemas.openxmlformats.org/officeDocument/2006/relationships/slide" Target="slides/slide137.xml"/><Relationship Id="rId140" Type="http://schemas.openxmlformats.org/officeDocument/2006/relationships/slide" Target="slides/slide138.xml"/><Relationship Id="rId141" Type="http://schemas.openxmlformats.org/officeDocument/2006/relationships/slide" Target="slides/slide139.xml"/><Relationship Id="rId142" Type="http://schemas.openxmlformats.org/officeDocument/2006/relationships/slide" Target="slides/slide140.xml"/><Relationship Id="rId143" Type="http://schemas.openxmlformats.org/officeDocument/2006/relationships/slide" Target="slides/slide141.xml"/><Relationship Id="rId144" Type="http://schemas.openxmlformats.org/officeDocument/2006/relationships/slide" Target="slides/slide142.xml"/><Relationship Id="rId145" Type="http://schemas.openxmlformats.org/officeDocument/2006/relationships/slide" Target="slides/slide143.xml"/><Relationship Id="rId146" Type="http://schemas.openxmlformats.org/officeDocument/2006/relationships/slide" Target="slides/slide144.xml"/><Relationship Id="rId147" Type="http://schemas.openxmlformats.org/officeDocument/2006/relationships/slide" Target="slides/slide145.xml"/><Relationship Id="rId148" Type="http://schemas.openxmlformats.org/officeDocument/2006/relationships/slide" Target="slides/slide146.xml"/><Relationship Id="rId149" Type="http://schemas.openxmlformats.org/officeDocument/2006/relationships/slide" Target="slides/slide147.xml"/><Relationship Id="rId150" Type="http://schemas.openxmlformats.org/officeDocument/2006/relationships/slide" Target="slides/slide148.xml"/><Relationship Id="rId151" Type="http://schemas.openxmlformats.org/officeDocument/2006/relationships/slide" Target="slides/slide149.xml"/><Relationship Id="rId152" Type="http://schemas.openxmlformats.org/officeDocument/2006/relationships/slide" Target="slides/slide150.xml"/><Relationship Id="rId153" Type="http://schemas.openxmlformats.org/officeDocument/2006/relationships/slide" Target="slides/slide151.xml"/><Relationship Id="rId154" Type="http://schemas.openxmlformats.org/officeDocument/2006/relationships/slide" Target="slides/slide152.xml"/><Relationship Id="rId155" Type="http://schemas.openxmlformats.org/officeDocument/2006/relationships/slide" Target="slides/slide153.xml"/><Relationship Id="rId156" Type="http://schemas.openxmlformats.org/officeDocument/2006/relationships/slide" Target="slides/slide154.xml"/><Relationship Id="rId157" Type="http://schemas.openxmlformats.org/officeDocument/2006/relationships/slide" Target="slides/slide155.xml"/><Relationship Id="rId158" Type="http://schemas.openxmlformats.org/officeDocument/2006/relationships/slide" Target="slides/slide156.xml"/><Relationship Id="rId159" Type="http://schemas.openxmlformats.org/officeDocument/2006/relationships/slide" Target="slides/slide157.xml"/><Relationship Id="rId160" Type="http://schemas.openxmlformats.org/officeDocument/2006/relationships/slide" Target="slides/slide158.xml"/><Relationship Id="rId161" Type="http://schemas.openxmlformats.org/officeDocument/2006/relationships/slide" Target="slides/slide159.xml"/><Relationship Id="rId162" Type="http://schemas.openxmlformats.org/officeDocument/2006/relationships/slide" Target="slides/slide160.xml"/><Relationship Id="rId163" Type="http://schemas.openxmlformats.org/officeDocument/2006/relationships/slide" Target="slides/slide161.xml"/><Relationship Id="rId164" Type="http://schemas.openxmlformats.org/officeDocument/2006/relationships/slide" Target="slides/slide162.xml"/><Relationship Id="rId165" Type="http://schemas.openxmlformats.org/officeDocument/2006/relationships/slide" Target="slides/slide163.xml"/><Relationship Id="rId166" Type="http://schemas.openxmlformats.org/officeDocument/2006/relationships/slide" Target="slides/slide164.xml"/><Relationship Id="rId167" Type="http://schemas.openxmlformats.org/officeDocument/2006/relationships/slide" Target="slides/slide165.xml"/><Relationship Id="rId168" Type="http://schemas.openxmlformats.org/officeDocument/2006/relationships/slide" Target="slides/slide166.xml"/><Relationship Id="rId169" Type="http://schemas.openxmlformats.org/officeDocument/2006/relationships/slide" Target="slides/slide167.xml"/><Relationship Id="rId170" Type="http://schemas.openxmlformats.org/officeDocument/2006/relationships/slide" Target="slides/slide168.xml"/><Relationship Id="rId171" Type="http://schemas.openxmlformats.org/officeDocument/2006/relationships/slide" Target="slides/slide169.xml"/><Relationship Id="rId172" Type="http://schemas.openxmlformats.org/officeDocument/2006/relationships/slide" Target="slides/slide170.xml"/><Relationship Id="rId173" Type="http://schemas.openxmlformats.org/officeDocument/2006/relationships/slide" Target="slides/slide171.xml"/><Relationship Id="rId174" Type="http://schemas.openxmlformats.org/officeDocument/2006/relationships/slide" Target="slides/slide172.xml"/><Relationship Id="rId175" Type="http://schemas.openxmlformats.org/officeDocument/2006/relationships/slide" Target="slides/slide173.xml"/><Relationship Id="rId176" Type="http://schemas.openxmlformats.org/officeDocument/2006/relationships/slide" Target="slides/slide174.xml"/><Relationship Id="rId177" Type="http://schemas.openxmlformats.org/officeDocument/2006/relationships/slide" Target="slides/slide175.xml"/><Relationship Id="rId178" Type="http://schemas.openxmlformats.org/officeDocument/2006/relationships/slide" Target="slides/slide176.xml"/><Relationship Id="rId179" Type="http://schemas.openxmlformats.org/officeDocument/2006/relationships/slide" Target="slides/slide177.xml"/><Relationship Id="rId180" Type="http://schemas.openxmlformats.org/officeDocument/2006/relationships/slide" Target="slides/slide178.xml"/><Relationship Id="rId181" Type="http://schemas.openxmlformats.org/officeDocument/2006/relationships/slide" Target="slides/slide179.xml"/><Relationship Id="rId182" Type="http://schemas.openxmlformats.org/officeDocument/2006/relationships/slide" Target="slides/slide180.xml"/><Relationship Id="rId183" Type="http://schemas.openxmlformats.org/officeDocument/2006/relationships/slide" Target="slides/slide181.xml"/><Relationship Id="rId184" Type="http://schemas.openxmlformats.org/officeDocument/2006/relationships/slide" Target="slides/slide182.xml"/><Relationship Id="rId185" Type="http://schemas.openxmlformats.org/officeDocument/2006/relationships/slide" Target="slides/slide183.xml"/><Relationship Id="rId186" Type="http://schemas.openxmlformats.org/officeDocument/2006/relationships/slide" Target="slides/slide184.xml"/><Relationship Id="rId187" Type="http://schemas.openxmlformats.org/officeDocument/2006/relationships/slide" Target="slides/slide185.xml"/><Relationship Id="rId188" Type="http://schemas.openxmlformats.org/officeDocument/2006/relationships/slide" Target="slides/slide186.xml"/><Relationship Id="rId189" Type="http://schemas.openxmlformats.org/officeDocument/2006/relationships/slide" Target="slides/slide187.xml"/><Relationship Id="rId190" Type="http://schemas.openxmlformats.org/officeDocument/2006/relationships/slide" Target="slides/slide188.xml"/><Relationship Id="rId191" Type="http://schemas.openxmlformats.org/officeDocument/2006/relationships/slide" Target="slides/slide189.xml"/><Relationship Id="rId192" Type="http://schemas.openxmlformats.org/officeDocument/2006/relationships/slide" Target="slides/slide190.xml"/><Relationship Id="rId193" Type="http://schemas.openxmlformats.org/officeDocument/2006/relationships/slide" Target="slides/slide191.xml"/><Relationship Id="rId194" Type="http://schemas.openxmlformats.org/officeDocument/2006/relationships/slide" Target="slides/slide192.xml"/><Relationship Id="rId195" Type="http://schemas.openxmlformats.org/officeDocument/2006/relationships/slide" Target="slides/slide193.xml"/><Relationship Id="rId196" Type="http://schemas.openxmlformats.org/officeDocument/2006/relationships/slide" Target="slides/slide194.xml"/><Relationship Id="rId197" Type="http://schemas.openxmlformats.org/officeDocument/2006/relationships/slide" Target="slides/slide195.xml"/><Relationship Id="rId198" Type="http://schemas.openxmlformats.org/officeDocument/2006/relationships/slide" Target="slides/slide196.xml"/><Relationship Id="rId199" Type="http://schemas.openxmlformats.org/officeDocument/2006/relationships/slide" Target="slides/slide197.xml"/><Relationship Id="rId200" Type="http://schemas.openxmlformats.org/officeDocument/2006/relationships/slide" Target="slides/slide198.xml"/><Relationship Id="rId201" Type="http://schemas.openxmlformats.org/officeDocument/2006/relationships/slide" Target="slides/slide199.xml"/><Relationship Id="rId202" Type="http://schemas.openxmlformats.org/officeDocument/2006/relationships/slide" Target="slides/slide200.xml"/><Relationship Id="rId203" Type="http://schemas.openxmlformats.org/officeDocument/2006/relationships/slide" Target="slides/slide201.xml"/><Relationship Id="rId204" Type="http://schemas.openxmlformats.org/officeDocument/2006/relationships/slide" Target="slides/slide202.xml"/><Relationship Id="rId205" Type="http://schemas.openxmlformats.org/officeDocument/2006/relationships/slide" Target="slides/slide203.xml"/><Relationship Id="rId206" Type="http://schemas.openxmlformats.org/officeDocument/2006/relationships/slide" Target="slides/slide204.xml"/><Relationship Id="rId207" Type="http://schemas.openxmlformats.org/officeDocument/2006/relationships/slide" Target="slides/slide205.xml"/><Relationship Id="rId208" Type="http://schemas.openxmlformats.org/officeDocument/2006/relationships/slide" Target="slides/slide206.xml"/><Relationship Id="rId209" Type="http://schemas.openxmlformats.org/officeDocument/2006/relationships/slide" Target="slides/slide207.xml"/><Relationship Id="rId210" Type="http://schemas.openxmlformats.org/officeDocument/2006/relationships/slide" Target="slides/slide208.xml"/><Relationship Id="rId211" Type="http://schemas.openxmlformats.org/officeDocument/2006/relationships/slide" Target="slides/slide209.xml"/><Relationship Id="rId212" Type="http://schemas.openxmlformats.org/officeDocument/2006/relationships/slide" Target="slides/slide210.xml"/><Relationship Id="rId213" Type="http://schemas.openxmlformats.org/officeDocument/2006/relationships/slide" Target="slides/slide211.xml"/><Relationship Id="rId214" Type="http://schemas.openxmlformats.org/officeDocument/2006/relationships/slide" Target="slides/slide212.xml"/><Relationship Id="rId215" Type="http://schemas.openxmlformats.org/officeDocument/2006/relationships/slide" Target="slides/slide213.xml"/><Relationship Id="rId216" Type="http://schemas.openxmlformats.org/officeDocument/2006/relationships/slide" Target="slides/slide214.xml"/><Relationship Id="rId217" Type="http://schemas.openxmlformats.org/officeDocument/2006/relationships/slide" Target="slides/slide215.xml"/><Relationship Id="rId218" Type="http://schemas.openxmlformats.org/officeDocument/2006/relationships/slide" Target="slides/slide216.xml"/><Relationship Id="rId219" Type="http://schemas.openxmlformats.org/officeDocument/2006/relationships/slide" Target="slides/slide217.xml"/><Relationship Id="rId220" Type="http://schemas.openxmlformats.org/officeDocument/2006/relationships/slide" Target="slides/slide218.xml"/><Relationship Id="rId221" Type="http://schemas.openxmlformats.org/officeDocument/2006/relationships/slide" Target="slides/slide219.xml"/><Relationship Id="rId222" Type="http://schemas.openxmlformats.org/officeDocument/2006/relationships/slide" Target="slides/slide220.xml"/><Relationship Id="rId223" Type="http://schemas.openxmlformats.org/officeDocument/2006/relationships/slide" Target="slides/slide221.xml"/><Relationship Id="rId224" Type="http://schemas.openxmlformats.org/officeDocument/2006/relationships/slide" Target="slides/slide222.xml"/><Relationship Id="rId225" Type="http://schemas.openxmlformats.org/officeDocument/2006/relationships/slide" Target="slides/slide223.xml"/><Relationship Id="rId226" Type="http://schemas.openxmlformats.org/officeDocument/2006/relationships/slide" Target="slides/slide224.xml"/><Relationship Id="rId227" Type="http://schemas.openxmlformats.org/officeDocument/2006/relationships/slide" Target="slides/slide225.xml"/><Relationship Id="rId228" Type="http://schemas.openxmlformats.org/officeDocument/2006/relationships/slide" Target="slides/slide226.xml"/><Relationship Id="rId229" Type="http://schemas.openxmlformats.org/officeDocument/2006/relationships/slide" Target="slides/slide227.xml"/><Relationship Id="rId230" Type="http://schemas.openxmlformats.org/officeDocument/2006/relationships/slide" Target="slides/slide228.xml"/><Relationship Id="rId231" Type="http://schemas.openxmlformats.org/officeDocument/2006/relationships/slide" Target="slides/slide229.xml"/><Relationship Id="rId232" Type="http://schemas.openxmlformats.org/officeDocument/2006/relationships/slide" Target="slides/slide230.xml"/><Relationship Id="rId233" Type="http://schemas.openxmlformats.org/officeDocument/2006/relationships/slide" Target="slides/slide231.xml"/><Relationship Id="rId234" Type="http://schemas.openxmlformats.org/officeDocument/2006/relationships/slide" Target="slides/slide232.xml"/><Relationship Id="rId235" Type="http://schemas.openxmlformats.org/officeDocument/2006/relationships/slide" Target="slides/slide233.xml"/><Relationship Id="rId236" Type="http://schemas.openxmlformats.org/officeDocument/2006/relationships/slide" Target="slides/slide234.xml"/><Relationship Id="rId237" Type="http://schemas.openxmlformats.org/officeDocument/2006/relationships/slide" Target="slides/slide235.xml"/><Relationship Id="rId238" Type="http://schemas.openxmlformats.org/officeDocument/2006/relationships/slide" Target="slides/slide236.xml"/><Relationship Id="rId239" Type="http://schemas.openxmlformats.org/officeDocument/2006/relationships/slide" Target="slides/slide237.xml"/><Relationship Id="rId240" Type="http://schemas.openxmlformats.org/officeDocument/2006/relationships/slide" Target="slides/slide238.xml"/><Relationship Id="rId241" Type="http://schemas.openxmlformats.org/officeDocument/2006/relationships/slide" Target="slides/slide239.xml"/><Relationship Id="rId242" Type="http://schemas.openxmlformats.org/officeDocument/2006/relationships/slide" Target="slides/slide240.xml"/><Relationship Id="rId243" Type="http://schemas.openxmlformats.org/officeDocument/2006/relationships/slide" Target="slides/slide241.xml"/><Relationship Id="rId244" Type="http://schemas.openxmlformats.org/officeDocument/2006/relationships/slide" Target="slides/slide242.xml"/><Relationship Id="rId245" Type="http://schemas.openxmlformats.org/officeDocument/2006/relationships/slide" Target="slides/slide243.xml"/><Relationship Id="rId246" Type="http://schemas.openxmlformats.org/officeDocument/2006/relationships/slide" Target="slides/slide244.xml"/><Relationship Id="rId247" Type="http://schemas.openxmlformats.org/officeDocument/2006/relationships/slide" Target="slides/slide245.xml"/><Relationship Id="rId248" Type="http://schemas.openxmlformats.org/officeDocument/2006/relationships/slide" Target="slides/slide246.xml"/><Relationship Id="rId249" Type="http://schemas.openxmlformats.org/officeDocument/2006/relationships/slide" Target="slides/slide247.xml"/><Relationship Id="rId250" Type="http://schemas.openxmlformats.org/officeDocument/2006/relationships/slide" Target="slides/slide248.xml"/><Relationship Id="rId251" Type="http://schemas.openxmlformats.org/officeDocument/2006/relationships/slide" Target="slides/slide249.xml"/><Relationship Id="rId252" Type="http://schemas.openxmlformats.org/officeDocument/2006/relationships/slide" Target="slides/slide250.xml"/><Relationship Id="rId253" Type="http://schemas.openxmlformats.org/officeDocument/2006/relationships/slide" Target="slides/slide251.xml"/><Relationship Id="rId254" Type="http://schemas.openxmlformats.org/officeDocument/2006/relationships/slide" Target="slides/slide252.xml"/><Relationship Id="rId255" Type="http://schemas.openxmlformats.org/officeDocument/2006/relationships/slide" Target="slides/slide253.xml"/><Relationship Id="rId256" Type="http://schemas.openxmlformats.org/officeDocument/2006/relationships/slide" Target="slides/slide254.xml"/><Relationship Id="rId257" Type="http://schemas.openxmlformats.org/officeDocument/2006/relationships/slide" Target="slides/slide255.xml"/><Relationship Id="rId258" Type="http://schemas.openxmlformats.org/officeDocument/2006/relationships/slide" Target="slides/slide256.xml"/><Relationship Id="rId259" Type="http://schemas.openxmlformats.org/officeDocument/2006/relationships/slide" Target="slides/slide257.xml"/><Relationship Id="rId260" Type="http://schemas.openxmlformats.org/officeDocument/2006/relationships/slide" Target="slides/slide258.xml"/><Relationship Id="rId261" Type="http://schemas.openxmlformats.org/officeDocument/2006/relationships/slide" Target="slides/slide259.xml"/><Relationship Id="rId262" Type="http://schemas.openxmlformats.org/officeDocument/2006/relationships/slide" Target="slides/slide260.xml"/><Relationship Id="rId263" Type="http://schemas.openxmlformats.org/officeDocument/2006/relationships/slide" Target="slides/slide261.xml"/><Relationship Id="rId264" Type="http://schemas.openxmlformats.org/officeDocument/2006/relationships/slide" Target="slides/slide262.xml"/><Relationship Id="rId265" Type="http://schemas.openxmlformats.org/officeDocument/2006/relationships/slide" Target="slides/slide263.xml"/><Relationship Id="rId266" Type="http://schemas.openxmlformats.org/officeDocument/2006/relationships/slide" Target="slides/slide264.xml"/><Relationship Id="rId267" Type="http://schemas.openxmlformats.org/officeDocument/2006/relationships/slide" Target="slides/slide265.xml"/><Relationship Id="rId268" Type="http://schemas.openxmlformats.org/officeDocument/2006/relationships/slide" Target="slides/slide266.xml"/><Relationship Id="rId269" Type="http://schemas.openxmlformats.org/officeDocument/2006/relationships/slide" Target="slides/slide267.xml"/><Relationship Id="rId270" Type="http://schemas.openxmlformats.org/officeDocument/2006/relationships/slide" Target="slides/slide268.xml"/><Relationship Id="rId271" Type="http://schemas.openxmlformats.org/officeDocument/2006/relationships/slide" Target="slides/slide269.xml"/><Relationship Id="rId272" Type="http://schemas.openxmlformats.org/officeDocument/2006/relationships/slide" Target="slides/slide270.xml"/><Relationship Id="rId273" Type="http://schemas.openxmlformats.org/officeDocument/2006/relationships/slide" Target="slides/slide271.xml"/><Relationship Id="rId274" Type="http://schemas.openxmlformats.org/officeDocument/2006/relationships/slide" Target="slides/slide272.xml"/><Relationship Id="rId275" Type="http://schemas.openxmlformats.org/officeDocument/2006/relationships/slide" Target="slides/slide273.xml"/><Relationship Id="rId276" Type="http://schemas.openxmlformats.org/officeDocument/2006/relationships/slide" Target="slides/slide274.xml"/><Relationship Id="rId277" Type="http://schemas.openxmlformats.org/officeDocument/2006/relationships/slide" Target="slides/slide275.xml"/><Relationship Id="rId278" Type="http://schemas.openxmlformats.org/officeDocument/2006/relationships/slide" Target="slides/slide276.xml"/><Relationship Id="rId279" Type="http://schemas.openxmlformats.org/officeDocument/2006/relationships/slide" Target="slides/slide277.xml"/><Relationship Id="rId280" Type="http://schemas.openxmlformats.org/officeDocument/2006/relationships/slide" Target="slides/slide278.xml"/><Relationship Id="rId281" Type="http://schemas.openxmlformats.org/officeDocument/2006/relationships/slide" Target="slides/slide279.xml"/><Relationship Id="rId282" Type="http://schemas.openxmlformats.org/officeDocument/2006/relationships/slide" Target="slides/slide280.xml"/><Relationship Id="rId283" Type="http://schemas.openxmlformats.org/officeDocument/2006/relationships/slide" Target="slides/slide281.xml"/><Relationship Id="rId284" Type="http://schemas.openxmlformats.org/officeDocument/2006/relationships/slide" Target="slides/slide282.xml"/><Relationship Id="rId285" Type="http://schemas.openxmlformats.org/officeDocument/2006/relationships/slide" Target="slides/slide283.xml"/><Relationship Id="rId286" Type="http://schemas.openxmlformats.org/officeDocument/2006/relationships/slide" Target="slides/slide284.xml"/><Relationship Id="rId287" Type="http://schemas.openxmlformats.org/officeDocument/2006/relationships/slide" Target="slides/slide285.xml"/><Relationship Id="rId288" Type="http://schemas.openxmlformats.org/officeDocument/2006/relationships/slide" Target="slides/slide286.xml"/><Relationship Id="rId289" Type="http://schemas.openxmlformats.org/officeDocument/2006/relationships/slide" Target="slides/slide287.xml"/><Relationship Id="rId290" Type="http://schemas.openxmlformats.org/officeDocument/2006/relationships/slide" Target="slides/slide288.xml"/><Relationship Id="rId291" Type="http://schemas.openxmlformats.org/officeDocument/2006/relationships/slide" Target="slides/slide289.xml"/><Relationship Id="rId292" Type="http://schemas.openxmlformats.org/officeDocument/2006/relationships/slide" Target="slides/slide290.xml"/><Relationship Id="rId293" Type="http://schemas.openxmlformats.org/officeDocument/2006/relationships/slide" Target="slides/slide291.xml"/><Relationship Id="rId294" Type="http://schemas.openxmlformats.org/officeDocument/2006/relationships/slide" Target="slides/slide292.xml"/><Relationship Id="rId295" Type="http://schemas.openxmlformats.org/officeDocument/2006/relationships/slide" Target="slides/slide293.xml"/><Relationship Id="rId296" Type="http://schemas.openxmlformats.org/officeDocument/2006/relationships/slide" Target="slides/slide294.xml"/><Relationship Id="rId297" Type="http://schemas.openxmlformats.org/officeDocument/2006/relationships/slide" Target="slides/slide295.xml"/><Relationship Id="rId298" Type="http://schemas.openxmlformats.org/officeDocument/2006/relationships/slide" Target="slides/slide296.xml"/><Relationship Id="rId299" Type="http://schemas.openxmlformats.org/officeDocument/2006/relationships/slide" Target="slides/slide297.xml"/><Relationship Id="rId300" Type="http://schemas.openxmlformats.org/officeDocument/2006/relationships/slide" Target="slides/slide298.xml"/><Relationship Id="rId301" Type="http://schemas.openxmlformats.org/officeDocument/2006/relationships/slide" Target="slides/slide299.xml"/><Relationship Id="rId302" Type="http://schemas.openxmlformats.org/officeDocument/2006/relationships/slide" Target="slides/slide300.xml"/><Relationship Id="rId303" Type="http://schemas.openxmlformats.org/officeDocument/2006/relationships/slide" Target="slides/slide301.xml"/><Relationship Id="rId304" Type="http://schemas.openxmlformats.org/officeDocument/2006/relationships/slide" Target="slides/slide302.xml"/><Relationship Id="rId305" Type="http://schemas.openxmlformats.org/officeDocument/2006/relationships/slide" Target="slides/slide303.xml"/><Relationship Id="rId306" Type="http://schemas.openxmlformats.org/officeDocument/2006/relationships/slide" Target="slides/slide304.xml"/><Relationship Id="rId307" Type="http://schemas.openxmlformats.org/officeDocument/2006/relationships/slide" Target="slides/slide305.xml"/><Relationship Id="rId308" Type="http://schemas.openxmlformats.org/officeDocument/2006/relationships/slide" Target="slides/slide306.xml"/><Relationship Id="rId309" Type="http://schemas.openxmlformats.org/officeDocument/2006/relationships/slide" Target="slides/slide307.xml"/><Relationship Id="rId310" Type="http://schemas.openxmlformats.org/officeDocument/2006/relationships/slide" Target="slides/slide308.xml"/><Relationship Id="rId311" Type="http://schemas.openxmlformats.org/officeDocument/2006/relationships/slide" Target="slides/slide309.xml"/><Relationship Id="rId312" Type="http://schemas.openxmlformats.org/officeDocument/2006/relationships/slide" Target="slides/slide310.xml"/><Relationship Id="rId313" Type="http://schemas.openxmlformats.org/officeDocument/2006/relationships/slide" Target="slides/slide311.xml"/><Relationship Id="rId314" Type="http://schemas.openxmlformats.org/officeDocument/2006/relationships/slide" Target="slides/slide312.xml"/><Relationship Id="rId315" Type="http://schemas.openxmlformats.org/officeDocument/2006/relationships/slide" Target="slides/slide313.xml"/><Relationship Id="rId316" Type="http://schemas.openxmlformats.org/officeDocument/2006/relationships/slide" Target="slides/slide314.xml"/><Relationship Id="rId317" Type="http://schemas.openxmlformats.org/officeDocument/2006/relationships/slide" Target="slides/slide315.xml"/><Relationship Id="rId318" Type="http://schemas.openxmlformats.org/officeDocument/2006/relationships/slide" Target="slides/slide316.xml"/><Relationship Id="rId319" Type="http://schemas.openxmlformats.org/officeDocument/2006/relationships/slide" Target="slides/slide317.xml"/><Relationship Id="rId320" Type="http://schemas.openxmlformats.org/officeDocument/2006/relationships/slide" Target="slides/slide318.xml"/><Relationship Id="rId321" Type="http://schemas.openxmlformats.org/officeDocument/2006/relationships/slide" Target="slides/slide319.xml"/><Relationship Id="rId322" Type="http://schemas.openxmlformats.org/officeDocument/2006/relationships/slide" Target="slides/slide320.xml"/><Relationship Id="rId323" Type="http://schemas.openxmlformats.org/officeDocument/2006/relationships/slide" Target="slides/slide321.xml"/><Relationship Id="rId324" Type="http://schemas.openxmlformats.org/officeDocument/2006/relationships/slide" Target="slides/slide322.xml"/><Relationship Id="rId325" Type="http://schemas.openxmlformats.org/officeDocument/2006/relationships/slide" Target="slides/slide323.xml"/><Relationship Id="rId326" Type="http://schemas.openxmlformats.org/officeDocument/2006/relationships/slide" Target="slides/slide324.xml"/><Relationship Id="rId327" Type="http://schemas.openxmlformats.org/officeDocument/2006/relationships/slide" Target="slides/slide325.xml"/><Relationship Id="rId328" Type="http://schemas.openxmlformats.org/officeDocument/2006/relationships/slide" Target="slides/slide326.xml"/><Relationship Id="rId329" Type="http://schemas.openxmlformats.org/officeDocument/2006/relationships/slide" Target="slides/slide327.xml"/><Relationship Id="rId330" Type="http://schemas.openxmlformats.org/officeDocument/2006/relationships/slide" Target="slides/slide328.xml"/><Relationship Id="rId331" Type="http://schemas.openxmlformats.org/officeDocument/2006/relationships/slide" Target="slides/slide329.xml"/><Relationship Id="rId332" Type="http://schemas.openxmlformats.org/officeDocument/2006/relationships/slide" Target="slides/slide330.xml"/><Relationship Id="rId333" Type="http://schemas.openxmlformats.org/officeDocument/2006/relationships/slide" Target="slides/slide331.xml"/><Relationship Id="rId334" Type="http://schemas.openxmlformats.org/officeDocument/2006/relationships/slide" Target="slides/slide332.xml"/><Relationship Id="rId335" Type="http://schemas.openxmlformats.org/officeDocument/2006/relationships/slide" Target="slides/slide333.xml"/><Relationship Id="rId336" Type="http://schemas.openxmlformats.org/officeDocument/2006/relationships/slide" Target="slides/slide334.xml"/><Relationship Id="rId337" Type="http://schemas.openxmlformats.org/officeDocument/2006/relationships/slide" Target="slides/slide335.xml"/><Relationship Id="rId338" Type="http://schemas.openxmlformats.org/officeDocument/2006/relationships/slide" Target="slides/slide336.xml"/><Relationship Id="rId339" Type="http://schemas.openxmlformats.org/officeDocument/2006/relationships/slide" Target="slides/slide337.xml"/><Relationship Id="rId340" Type="http://schemas.openxmlformats.org/officeDocument/2006/relationships/slide" Target="slides/slide338.xml"/><Relationship Id="rId341" Type="http://schemas.openxmlformats.org/officeDocument/2006/relationships/slide" Target="slides/slide339.xml"/><Relationship Id="rId342" Type="http://schemas.openxmlformats.org/officeDocument/2006/relationships/slide" Target="slides/slide340.xml"/><Relationship Id="rId343" Type="http://schemas.openxmlformats.org/officeDocument/2006/relationships/slide" Target="slides/slide341.xml"/><Relationship Id="rId344" Type="http://schemas.openxmlformats.org/officeDocument/2006/relationships/slide" Target="slides/slide342.xml"/><Relationship Id="rId345" Type="http://schemas.openxmlformats.org/officeDocument/2006/relationships/slide" Target="slides/slide343.xml"/><Relationship Id="rId346" Type="http://schemas.openxmlformats.org/officeDocument/2006/relationships/slide" Target="slides/slide344.xml"/><Relationship Id="rId347" Type="http://schemas.openxmlformats.org/officeDocument/2006/relationships/slide" Target="slides/slide345.xml"/><Relationship Id="rId348" Type="http://schemas.openxmlformats.org/officeDocument/2006/relationships/slide" Target="slides/slide346.xml"/><Relationship Id="rId349" Type="http://schemas.openxmlformats.org/officeDocument/2006/relationships/slide" Target="slides/slide347.xml"/><Relationship Id="rId350" Type="http://schemas.openxmlformats.org/officeDocument/2006/relationships/slide" Target="slides/slide348.xml"/><Relationship Id="rId351" Type="http://schemas.openxmlformats.org/officeDocument/2006/relationships/slide" Target="slides/slide349.xml"/><Relationship Id="rId352" Type="http://schemas.openxmlformats.org/officeDocument/2006/relationships/slide" Target="slides/slide350.xml"/><Relationship Id="rId353" Type="http://schemas.openxmlformats.org/officeDocument/2006/relationships/slide" Target="slides/slide351.xml"/><Relationship Id="rId354" Type="http://schemas.openxmlformats.org/officeDocument/2006/relationships/slide" Target="slides/slide352.xml"/><Relationship Id="rId355" Type="http://schemas.openxmlformats.org/officeDocument/2006/relationships/slide" Target="slides/slide353.xml"/><Relationship Id="rId356" Type="http://schemas.openxmlformats.org/officeDocument/2006/relationships/slide" Target="slides/slide354.xml"/><Relationship Id="rId357" Type="http://schemas.openxmlformats.org/officeDocument/2006/relationships/slide" Target="slides/slide355.xml"/><Relationship Id="rId358" Type="http://schemas.openxmlformats.org/officeDocument/2006/relationships/slide" Target="slides/slide356.xml"/><Relationship Id="rId359" Type="http://schemas.openxmlformats.org/officeDocument/2006/relationships/slide" Target="slides/slide357.xml"/><Relationship Id="rId360" Type="http://schemas.openxmlformats.org/officeDocument/2006/relationships/slide" Target="slides/slide358.xml"/><Relationship Id="rId361" Type="http://schemas.openxmlformats.org/officeDocument/2006/relationships/slide" Target="slides/slide359.xml"/><Relationship Id="rId362" Type="http://schemas.openxmlformats.org/officeDocument/2006/relationships/slide" Target="slides/slide360.xml"/><Relationship Id="rId363" Type="http://schemas.openxmlformats.org/officeDocument/2006/relationships/slide" Target="slides/slide361.xml"/><Relationship Id="rId364" Type="http://schemas.openxmlformats.org/officeDocument/2006/relationships/slide" Target="slides/slide362.xml"/><Relationship Id="rId365" Type="http://schemas.openxmlformats.org/officeDocument/2006/relationships/slide" Target="slides/slide363.xml"/><Relationship Id="rId366" Type="http://schemas.openxmlformats.org/officeDocument/2006/relationships/slide" Target="slides/slide364.xml"/><Relationship Id="rId367" Type="http://schemas.openxmlformats.org/officeDocument/2006/relationships/slide" Target="slides/slide365.xml"/><Relationship Id="rId368" Type="http://schemas.openxmlformats.org/officeDocument/2006/relationships/slide" Target="slides/slide366.xml"/><Relationship Id="rId369" Type="http://schemas.openxmlformats.org/officeDocument/2006/relationships/slide" Target="slides/slide367.xml"/><Relationship Id="rId370" Type="http://schemas.openxmlformats.org/officeDocument/2006/relationships/slide" Target="slides/slide368.xml"/><Relationship Id="rId371" Type="http://schemas.openxmlformats.org/officeDocument/2006/relationships/slide" Target="slides/slide369.xml"/><Relationship Id="rId372" Type="http://schemas.openxmlformats.org/officeDocument/2006/relationships/slide" Target="slides/slide370.xml"/><Relationship Id="rId373" Type="http://schemas.openxmlformats.org/officeDocument/2006/relationships/slide" Target="slides/slide371.xml"/><Relationship Id="rId374" Type="http://schemas.openxmlformats.org/officeDocument/2006/relationships/slide" Target="slides/slide372.xml"/><Relationship Id="rId375" Type="http://schemas.openxmlformats.org/officeDocument/2006/relationships/slide" Target="slides/slide373.xml"/><Relationship Id="rId376" Type="http://schemas.openxmlformats.org/officeDocument/2006/relationships/slide" Target="slides/slide374.xml"/><Relationship Id="rId377" Type="http://schemas.openxmlformats.org/officeDocument/2006/relationships/slide" Target="slides/slide375.xml"/><Relationship Id="rId378" Type="http://schemas.openxmlformats.org/officeDocument/2006/relationships/slide" Target="slides/slide376.xml"/><Relationship Id="rId379" Type="http://schemas.openxmlformats.org/officeDocument/2006/relationships/slide" Target="slides/slide377.xml"/><Relationship Id="rId380" Type="http://schemas.openxmlformats.org/officeDocument/2006/relationships/slide" Target="slides/slide378.xml"/><Relationship Id="rId381" Type="http://schemas.openxmlformats.org/officeDocument/2006/relationships/slide" Target="slides/slide379.xml"/><Relationship Id="rId382" Type="http://schemas.openxmlformats.org/officeDocument/2006/relationships/slide" Target="slides/slide380.xml"/><Relationship Id="rId383" Type="http://schemas.openxmlformats.org/officeDocument/2006/relationships/slide" Target="slides/slide381.xml"/><Relationship Id="rId384" Type="http://schemas.openxmlformats.org/officeDocument/2006/relationships/slide" Target="slides/slide382.xml"/><Relationship Id="rId385" Type="http://schemas.openxmlformats.org/officeDocument/2006/relationships/slide" Target="slides/slide383.xml"/><Relationship Id="rId386" Type="http://schemas.openxmlformats.org/officeDocument/2006/relationships/slide" Target="slides/slide384.xml"/><Relationship Id="rId387" Type="http://schemas.openxmlformats.org/officeDocument/2006/relationships/slide" Target="slides/slide385.xml"/><Relationship Id="rId388" Type="http://schemas.openxmlformats.org/officeDocument/2006/relationships/slide" Target="slides/slide386.xml"/><Relationship Id="rId389" Type="http://schemas.openxmlformats.org/officeDocument/2006/relationships/slide" Target="slides/slide387.xml"/><Relationship Id="rId390" Type="http://schemas.openxmlformats.org/officeDocument/2006/relationships/slide" Target="slides/slide388.xml"/><Relationship Id="rId391" Type="http://schemas.openxmlformats.org/officeDocument/2006/relationships/slide" Target="slides/slide389.xml"/><Relationship Id="rId392" Type="http://schemas.openxmlformats.org/officeDocument/2006/relationships/slide" Target="slides/slide390.xml"/><Relationship Id="rId393" Type="http://schemas.openxmlformats.org/officeDocument/2006/relationships/slide" Target="slides/slide391.xml"/><Relationship Id="rId394" Type="http://schemas.openxmlformats.org/officeDocument/2006/relationships/slide" Target="slides/slide392.xml"/><Relationship Id="rId395" Type="http://schemas.openxmlformats.org/officeDocument/2006/relationships/slide" Target="slides/slide393.xml"/><Relationship Id="rId396" Type="http://schemas.openxmlformats.org/officeDocument/2006/relationships/slide" Target="slides/slide394.xml"/><Relationship Id="rId397" Type="http://schemas.openxmlformats.org/officeDocument/2006/relationships/slide" Target="slides/slide395.xml"/><Relationship Id="rId398" Type="http://schemas.openxmlformats.org/officeDocument/2006/relationships/slide" Target="slides/slide396.xml"/><Relationship Id="rId399" Type="http://schemas.openxmlformats.org/officeDocument/2006/relationships/slide" Target="slides/slide397.xml"/><Relationship Id="rId400" Type="http://schemas.openxmlformats.org/officeDocument/2006/relationships/slide" Target="slides/slide398.xml"/><Relationship Id="rId401" Type="http://schemas.openxmlformats.org/officeDocument/2006/relationships/slide" Target="slides/slide399.xml"/><Relationship Id="rId402" Type="http://schemas.openxmlformats.org/officeDocument/2006/relationships/slide" Target="slides/slide400.xml"/><Relationship Id="rId403" Type="http://schemas.openxmlformats.org/officeDocument/2006/relationships/slide" Target="slides/slide401.xml"/><Relationship Id="rId404" Type="http://schemas.openxmlformats.org/officeDocument/2006/relationships/slide" Target="slides/slide402.xml"/><Relationship Id="rId405" Type="http://schemas.openxmlformats.org/officeDocument/2006/relationships/slide" Target="slides/slide403.xml"/><Relationship Id="rId406" Type="http://schemas.openxmlformats.org/officeDocument/2006/relationships/slide" Target="slides/slide404.xml"/><Relationship Id="rId407" Type="http://schemas.openxmlformats.org/officeDocument/2006/relationships/slide" Target="slides/slide405.xml"/><Relationship Id="rId408" Type="http://schemas.openxmlformats.org/officeDocument/2006/relationships/slide" Target="slides/slide406.xml"/><Relationship Id="rId409" Type="http://schemas.openxmlformats.org/officeDocument/2006/relationships/slide" Target="slides/slide407.xml"/><Relationship Id="rId410" Type="http://schemas.openxmlformats.org/officeDocument/2006/relationships/slide" Target="slides/slide408.xml"/><Relationship Id="rId411" Type="http://schemas.openxmlformats.org/officeDocument/2006/relationships/slide" Target="slides/slide409.xml"/><Relationship Id="rId412" Type="http://schemas.openxmlformats.org/officeDocument/2006/relationships/slide" Target="slides/slide410.xml"/><Relationship Id="rId413" Type="http://schemas.openxmlformats.org/officeDocument/2006/relationships/slide" Target="slides/slide411.xml"/><Relationship Id="rId414" Type="http://schemas.openxmlformats.org/officeDocument/2006/relationships/slide" Target="slides/slide412.xml"/><Relationship Id="rId415" Type="http://schemas.openxmlformats.org/officeDocument/2006/relationships/slide" Target="slides/slide413.xml"/><Relationship Id="rId416" Type="http://schemas.openxmlformats.org/officeDocument/2006/relationships/slide" Target="slides/slide414.xml"/><Relationship Id="rId417" Type="http://schemas.openxmlformats.org/officeDocument/2006/relationships/slide" Target="slides/slide415.xml"/><Relationship Id="rId418" Type="http://schemas.openxmlformats.org/officeDocument/2006/relationships/slide" Target="slides/slide416.xml"/><Relationship Id="rId419" Type="http://schemas.openxmlformats.org/officeDocument/2006/relationships/slide" Target="slides/slide417.xml"/><Relationship Id="rId420" Type="http://schemas.openxmlformats.org/officeDocument/2006/relationships/slide" Target="slides/slide418.xml"/><Relationship Id="rId421" Type="http://schemas.openxmlformats.org/officeDocument/2006/relationships/slide" Target="slides/slide419.xml"/><Relationship Id="rId422" Type="http://schemas.openxmlformats.org/officeDocument/2006/relationships/slide" Target="slides/slide420.xml"/><Relationship Id="rId423" Type="http://schemas.openxmlformats.org/officeDocument/2006/relationships/slide" Target="slides/slide421.xml"/><Relationship Id="rId424" Type="http://schemas.openxmlformats.org/officeDocument/2006/relationships/slide" Target="slides/slide422.xml"/><Relationship Id="rId425" Type="http://schemas.openxmlformats.org/officeDocument/2006/relationships/slide" Target="slides/slide423.xml"/><Relationship Id="rId426" Type="http://schemas.openxmlformats.org/officeDocument/2006/relationships/slide" Target="slides/slide424.xml"/><Relationship Id="rId427" Type="http://schemas.openxmlformats.org/officeDocument/2006/relationships/slide" Target="slides/slide425.xml"/><Relationship Id="rId428" Type="http://schemas.openxmlformats.org/officeDocument/2006/relationships/slide" Target="slides/slide426.xml"/><Relationship Id="rId429" Type="http://schemas.openxmlformats.org/officeDocument/2006/relationships/slide" Target="slides/slide427.xml"/><Relationship Id="rId430" Type="http://schemas.openxmlformats.org/officeDocument/2006/relationships/slide" Target="slides/slide428.xml"/><Relationship Id="rId431" Type="http://schemas.openxmlformats.org/officeDocument/2006/relationships/slide" Target="slides/slide429.xml"/><Relationship Id="rId432" Type="http://schemas.openxmlformats.org/officeDocument/2006/relationships/slide" Target="slides/slide430.xml"/><Relationship Id="rId433" Type="http://schemas.openxmlformats.org/officeDocument/2006/relationships/slide" Target="slides/slide431.xml"/><Relationship Id="rId434" Type="http://schemas.openxmlformats.org/officeDocument/2006/relationships/slide" Target="slides/slide432.xml"/><Relationship Id="rId435" Type="http://schemas.openxmlformats.org/officeDocument/2006/relationships/slide" Target="slides/slide433.xml"/><Relationship Id="rId436" Type="http://schemas.openxmlformats.org/officeDocument/2006/relationships/slide" Target="slides/slide434.xml"/><Relationship Id="rId437" Type="http://schemas.openxmlformats.org/officeDocument/2006/relationships/slide" Target="slides/slide435.xml"/><Relationship Id="rId438" Type="http://schemas.openxmlformats.org/officeDocument/2006/relationships/slide" Target="slides/slide436.xml"/><Relationship Id="rId439" Type="http://schemas.openxmlformats.org/officeDocument/2006/relationships/slide" Target="slides/slide437.xml"/><Relationship Id="rId440" Type="http://schemas.openxmlformats.org/officeDocument/2006/relationships/slide" Target="slides/slide438.xml"/><Relationship Id="rId441" Type="http://schemas.openxmlformats.org/officeDocument/2006/relationships/slide" Target="slides/slide439.xml"/><Relationship Id="rId442" Type="http://schemas.openxmlformats.org/officeDocument/2006/relationships/slide" Target="slides/slide440.xml"/><Relationship Id="rId443" Type="http://schemas.openxmlformats.org/officeDocument/2006/relationships/slide" Target="slides/slide441.xml"/><Relationship Id="rId444" Type="http://schemas.openxmlformats.org/officeDocument/2006/relationships/slide" Target="slides/slide442.xml"/><Relationship Id="rId445" Type="http://schemas.openxmlformats.org/officeDocument/2006/relationships/slide" Target="slides/slide443.xml"/><Relationship Id="rId446" Type="http://schemas.openxmlformats.org/officeDocument/2006/relationships/slide" Target="slides/slide444.xml"/><Relationship Id="rId447" Type="http://schemas.openxmlformats.org/officeDocument/2006/relationships/slide" Target="slides/slide445.xml"/><Relationship Id="rId448" Type="http://schemas.openxmlformats.org/officeDocument/2006/relationships/slide" Target="slides/slide446.xml"/><Relationship Id="rId449" Type="http://schemas.openxmlformats.org/officeDocument/2006/relationships/slide" Target="slides/slide447.xml"/><Relationship Id="rId450" Type="http://schemas.openxmlformats.org/officeDocument/2006/relationships/slide" Target="slides/slide448.xml"/><Relationship Id="rId451" Type="http://schemas.openxmlformats.org/officeDocument/2006/relationships/slide" Target="slides/slide449.xml"/><Relationship Id="rId452" Type="http://schemas.openxmlformats.org/officeDocument/2006/relationships/slide" Target="slides/slide450.xml"/><Relationship Id="rId453" Type="http://schemas.openxmlformats.org/officeDocument/2006/relationships/slide" Target="slides/slide451.xml"/><Relationship Id="rId454" Type="http://schemas.openxmlformats.org/officeDocument/2006/relationships/slide" Target="slides/slide452.xml"/><Relationship Id="rId455" Type="http://schemas.openxmlformats.org/officeDocument/2006/relationships/slide" Target="slides/slide453.xml"/><Relationship Id="rId456" Type="http://schemas.openxmlformats.org/officeDocument/2006/relationships/slide" Target="slides/slide454.xml"/><Relationship Id="rId457" Type="http://schemas.openxmlformats.org/officeDocument/2006/relationships/slide" Target="slides/slide455.xml"/><Relationship Id="rId458" Type="http://schemas.openxmlformats.org/officeDocument/2006/relationships/slide" Target="slides/slide456.xml"/><Relationship Id="rId459" Type="http://schemas.openxmlformats.org/officeDocument/2006/relationships/slide" Target="slides/slide457.xml"/><Relationship Id="rId460" Type="http://schemas.openxmlformats.org/officeDocument/2006/relationships/slide" Target="slides/slide458.xml"/><Relationship Id="rId461" Type="http://schemas.openxmlformats.org/officeDocument/2006/relationships/slide" Target="slides/slide459.xml"/><Relationship Id="rId462" Type="http://schemas.openxmlformats.org/officeDocument/2006/relationships/slide" Target="slides/slide460.xml"/><Relationship Id="rId463" Type="http://schemas.openxmlformats.org/officeDocument/2006/relationships/slide" Target="slides/slide461.xml"/><Relationship Id="rId464" Type="http://schemas.openxmlformats.org/officeDocument/2006/relationships/slide" Target="slides/slide462.xml"/><Relationship Id="rId465" Type="http://schemas.openxmlformats.org/officeDocument/2006/relationships/slide" Target="slides/slide463.xml"/><Relationship Id="rId466" Type="http://schemas.openxmlformats.org/officeDocument/2006/relationships/slide" Target="slides/slide464.xml"/><Relationship Id="rId467" Type="http://schemas.openxmlformats.org/officeDocument/2006/relationships/slide" Target="slides/slide465.xml"/><Relationship Id="rId468" Type="http://schemas.openxmlformats.org/officeDocument/2006/relationships/slide" Target="slides/slide466.xml"/><Relationship Id="rId469" Type="http://schemas.openxmlformats.org/officeDocument/2006/relationships/slide" Target="slides/slide467.xml"/><Relationship Id="rId470" Type="http://schemas.openxmlformats.org/officeDocument/2006/relationships/slide" Target="slides/slide468.xml"/><Relationship Id="rId471" Type="http://schemas.openxmlformats.org/officeDocument/2006/relationships/slide" Target="slides/slide469.xml"/><Relationship Id="rId472" Type="http://schemas.openxmlformats.org/officeDocument/2006/relationships/slide" Target="slides/slide470.xml"/><Relationship Id="rId473" Type="http://schemas.openxmlformats.org/officeDocument/2006/relationships/slide" Target="slides/slide471.xml"/><Relationship Id="rId474" Type="http://schemas.openxmlformats.org/officeDocument/2006/relationships/slide" Target="slides/slide472.xml"/><Relationship Id="rId475" Type="http://schemas.openxmlformats.org/officeDocument/2006/relationships/slide" Target="slides/slide473.xml"/><Relationship Id="rId476" Type="http://schemas.openxmlformats.org/officeDocument/2006/relationships/slide" Target="slides/slide474.xml"/><Relationship Id="rId477" Type="http://schemas.openxmlformats.org/officeDocument/2006/relationships/slide" Target="slides/slide475.xml"/><Relationship Id="rId478" Type="http://schemas.openxmlformats.org/officeDocument/2006/relationships/slide" Target="slides/slide476.xml"/><Relationship Id="rId479" Type="http://schemas.openxmlformats.org/officeDocument/2006/relationships/slide" Target="slides/slide477.xml"/><Relationship Id="rId480" Type="http://schemas.openxmlformats.org/officeDocument/2006/relationships/slide" Target="slides/slide478.xml"/><Relationship Id="rId481" Type="http://schemas.openxmlformats.org/officeDocument/2006/relationships/slide" Target="slides/slide479.xml"/><Relationship Id="rId482" Type="http://schemas.openxmlformats.org/officeDocument/2006/relationships/slide" Target="slides/slide480.xml"/><Relationship Id="rId483" Type="http://schemas.openxmlformats.org/officeDocument/2006/relationships/slide" Target="slides/slide481.xml"/><Relationship Id="rId484" Type="http://schemas.openxmlformats.org/officeDocument/2006/relationships/slide" Target="slides/slide482.xml"/><Relationship Id="rId485" Type="http://schemas.openxmlformats.org/officeDocument/2006/relationships/slide" Target="slides/slide483.xml"/><Relationship Id="rId486" Type="http://schemas.openxmlformats.org/officeDocument/2006/relationships/slide" Target="slides/slide484.xml"/><Relationship Id="rId487" Type="http://schemas.openxmlformats.org/officeDocument/2006/relationships/slide" Target="slides/slide485.xml"/><Relationship Id="rId488" Type="http://schemas.openxmlformats.org/officeDocument/2006/relationships/slide" Target="slides/slide486.xml"/><Relationship Id="rId489" Type="http://schemas.openxmlformats.org/officeDocument/2006/relationships/slide" Target="slides/slide487.xml"/><Relationship Id="rId490" Type="http://schemas.openxmlformats.org/officeDocument/2006/relationships/slide" Target="slides/slide488.xml"/><Relationship Id="rId491" Type="http://schemas.openxmlformats.org/officeDocument/2006/relationships/slide" Target="slides/slide489.xml"/><Relationship Id="rId492" Type="http://schemas.openxmlformats.org/officeDocument/2006/relationships/slide" Target="slides/slide490.xml"/><Relationship Id="rId493" Type="http://schemas.openxmlformats.org/officeDocument/2006/relationships/slide" Target="slides/slide491.xml"/><Relationship Id="rId494" Type="http://schemas.openxmlformats.org/officeDocument/2006/relationships/slide" Target="slides/slide492.xml"/><Relationship Id="rId495" Type="http://schemas.openxmlformats.org/officeDocument/2006/relationships/slide" Target="slides/slide493.xml"/><Relationship Id="rId496" Type="http://schemas.openxmlformats.org/officeDocument/2006/relationships/slide" Target="slides/slide494.xml"/><Relationship Id="rId497" Type="http://schemas.openxmlformats.org/officeDocument/2006/relationships/slide" Target="slides/slide495.xml"/><Relationship Id="rId498" Type="http://schemas.openxmlformats.org/officeDocument/2006/relationships/slide" Target="slides/slide496.xml"/><Relationship Id="rId499" Type="http://schemas.openxmlformats.org/officeDocument/2006/relationships/slide" Target="slides/slide497.xml"/><Relationship Id="rId500" Type="http://schemas.openxmlformats.org/officeDocument/2006/relationships/slide" Target="slides/slide498.xml"/><Relationship Id="rId501" Type="http://schemas.openxmlformats.org/officeDocument/2006/relationships/slide" Target="slides/slide499.xml"/><Relationship Id="rId502" Type="http://schemas.openxmlformats.org/officeDocument/2006/relationships/slide" Target="slides/slide500.xml"/><Relationship Id="rId503" Type="http://schemas.openxmlformats.org/officeDocument/2006/relationships/slide" Target="slides/slide501.xml"/><Relationship Id="rId504" Type="http://schemas.openxmlformats.org/officeDocument/2006/relationships/slide" Target="slides/slide502.xml"/><Relationship Id="rId505" Type="http://schemas.openxmlformats.org/officeDocument/2006/relationships/slide" Target="slides/slide503.xml"/><Relationship Id="rId506" Type="http://schemas.openxmlformats.org/officeDocument/2006/relationships/slide" Target="slides/slide504.xml"/><Relationship Id="rId507" Type="http://schemas.openxmlformats.org/officeDocument/2006/relationships/slide" Target="slides/slide505.xml"/><Relationship Id="rId508" Type="http://schemas.openxmlformats.org/officeDocument/2006/relationships/slide" Target="slides/slide506.xml"/><Relationship Id="rId509" Type="http://schemas.openxmlformats.org/officeDocument/2006/relationships/slide" Target="slides/slide507.xml"/><Relationship Id="rId510" Type="http://schemas.openxmlformats.org/officeDocument/2006/relationships/slide" Target="slides/slide508.xml"/><Relationship Id="rId511" Type="http://schemas.openxmlformats.org/officeDocument/2006/relationships/slide" Target="slides/slide509.xml"/><Relationship Id="rId512" Type="http://schemas.openxmlformats.org/officeDocument/2006/relationships/slide" Target="slides/slide510.xml"/><Relationship Id="rId513" Type="http://schemas.openxmlformats.org/officeDocument/2006/relationships/slide" Target="slides/slide511.xml"/><Relationship Id="rId514" Type="http://schemas.openxmlformats.org/officeDocument/2006/relationships/slide" Target="slides/slide512.xml"/><Relationship Id="rId515" Type="http://schemas.openxmlformats.org/officeDocument/2006/relationships/slide" Target="slides/slide513.xml"/><Relationship Id="rId516" Type="http://schemas.openxmlformats.org/officeDocument/2006/relationships/slide" Target="slides/slide514.xml"/><Relationship Id="rId517" Type="http://schemas.openxmlformats.org/officeDocument/2006/relationships/slide" Target="slides/slide515.xml"/><Relationship Id="rId518" Type="http://schemas.openxmlformats.org/officeDocument/2006/relationships/slide" Target="slides/slide516.xml"/><Relationship Id="rId519" Type="http://schemas.openxmlformats.org/officeDocument/2006/relationships/slide" Target="slides/slide517.xml"/><Relationship Id="rId520" Type="http://schemas.openxmlformats.org/officeDocument/2006/relationships/slide" Target="slides/slide518.xml"/><Relationship Id="rId521" Type="http://schemas.openxmlformats.org/officeDocument/2006/relationships/slide" Target="slides/slide519.xml"/><Relationship Id="rId522" Type="http://schemas.openxmlformats.org/officeDocument/2006/relationships/slide" Target="slides/slide520.xml"/><Relationship Id="rId523" Type="http://schemas.openxmlformats.org/officeDocument/2006/relationships/slide" Target="slides/slide521.xml"/><Relationship Id="rId524" Type="http://schemas.openxmlformats.org/officeDocument/2006/relationships/slide" Target="slides/slide522.xml"/><Relationship Id="rId525" Type="http://schemas.openxmlformats.org/officeDocument/2006/relationships/slide" Target="slides/slide523.xml"/><Relationship Id="rId526" Type="http://schemas.openxmlformats.org/officeDocument/2006/relationships/slide" Target="slides/slide524.xml"/><Relationship Id="rId527" Type="http://schemas.openxmlformats.org/officeDocument/2006/relationships/slide" Target="slides/slide525.xml"/><Relationship Id="rId528" Type="http://schemas.openxmlformats.org/officeDocument/2006/relationships/slide" Target="slides/slide526.xml"/><Relationship Id="rId529" Type="http://schemas.openxmlformats.org/officeDocument/2006/relationships/slide" Target="slides/slide527.xml"/><Relationship Id="rId530" Type="http://schemas.openxmlformats.org/officeDocument/2006/relationships/slide" Target="slides/slide528.xml"/><Relationship Id="rId531" Type="http://schemas.openxmlformats.org/officeDocument/2006/relationships/slide" Target="slides/slide529.xml"/><Relationship Id="rId532" Type="http://schemas.openxmlformats.org/officeDocument/2006/relationships/slide" Target="slides/slide530.xml"/><Relationship Id="rId533" Type="http://schemas.openxmlformats.org/officeDocument/2006/relationships/slide" Target="slides/slide531.xml"/><Relationship Id="rId534" Type="http://schemas.openxmlformats.org/officeDocument/2006/relationships/slide" Target="slides/slide532.xml"/><Relationship Id="rId535" Type="http://schemas.openxmlformats.org/officeDocument/2006/relationships/slide" Target="slides/slide533.xml"/><Relationship Id="rId536" Type="http://schemas.openxmlformats.org/officeDocument/2006/relationships/slide" Target="slides/slide534.xml"/><Relationship Id="rId537" Type="http://schemas.openxmlformats.org/officeDocument/2006/relationships/slide" Target="slides/slide535.xml"/><Relationship Id="rId538" Type="http://schemas.openxmlformats.org/officeDocument/2006/relationships/slide" Target="slides/slide536.xml"/><Relationship Id="rId539" Type="http://schemas.openxmlformats.org/officeDocument/2006/relationships/slide" Target="slides/slide537.xml"/><Relationship Id="rId540" Type="http://schemas.openxmlformats.org/officeDocument/2006/relationships/slide" Target="slides/slide538.xml"/><Relationship Id="rId541" Type="http://schemas.openxmlformats.org/officeDocument/2006/relationships/slide" Target="slides/slide539.xml"/><Relationship Id="rId542" Type="http://schemas.openxmlformats.org/officeDocument/2006/relationships/slide" Target="slides/slide540.xml"/><Relationship Id="rId543" Type="http://schemas.openxmlformats.org/officeDocument/2006/relationships/slide" Target="slides/slide541.xml"/><Relationship Id="rId544" Type="http://schemas.openxmlformats.org/officeDocument/2006/relationships/slide" Target="slides/slide542.xml"/><Relationship Id="rId545" Type="http://schemas.openxmlformats.org/officeDocument/2006/relationships/slide" Target="slides/slide543.xml"/><Relationship Id="rId546" Type="http://schemas.openxmlformats.org/officeDocument/2006/relationships/slide" Target="slides/slide544.xml"/><Relationship Id="rId547" Type="http://schemas.openxmlformats.org/officeDocument/2006/relationships/slide" Target="slides/slide545.xml"/><Relationship Id="rId548" Type="http://schemas.openxmlformats.org/officeDocument/2006/relationships/slide" Target="slides/slide546.xml"/><Relationship Id="rId549" Type="http://schemas.openxmlformats.org/officeDocument/2006/relationships/slide" Target="slides/slide547.xml"/><Relationship Id="rId550" Type="http://schemas.openxmlformats.org/officeDocument/2006/relationships/slide" Target="slides/slide548.xml"/><Relationship Id="rId551" Type="http://schemas.openxmlformats.org/officeDocument/2006/relationships/slide" Target="slides/slide549.xml"/><Relationship Id="rId552" Type="http://schemas.openxmlformats.org/officeDocument/2006/relationships/slide" Target="slides/slide550.xml"/><Relationship Id="rId553" Type="http://schemas.openxmlformats.org/officeDocument/2006/relationships/slide" Target="slides/slide551.xml"/><Relationship Id="rId554" Type="http://schemas.openxmlformats.org/officeDocument/2006/relationships/slide" Target="slides/slide552.xml"/><Relationship Id="rId555" Type="http://schemas.openxmlformats.org/officeDocument/2006/relationships/slide" Target="slides/slide553.xml"/><Relationship Id="rId556" Type="http://schemas.openxmlformats.org/officeDocument/2006/relationships/slide" Target="slides/slide554.xml"/><Relationship Id="rId557" Type="http://schemas.openxmlformats.org/officeDocument/2006/relationships/slide" Target="slides/slide555.xml"/><Relationship Id="rId558" Type="http://schemas.openxmlformats.org/officeDocument/2006/relationships/slide" Target="slides/slide556.xml"/><Relationship Id="rId559" Type="http://schemas.openxmlformats.org/officeDocument/2006/relationships/slide" Target="slides/slide557.xml"/><Relationship Id="rId560" Type="http://schemas.openxmlformats.org/officeDocument/2006/relationships/slide" Target="slides/slide558.xml"/><Relationship Id="rId561" Type="http://schemas.openxmlformats.org/officeDocument/2006/relationships/slide" Target="slides/slide559.xml"/><Relationship Id="rId562" Type="http://schemas.openxmlformats.org/officeDocument/2006/relationships/slide" Target="slides/slide560.xml"/><Relationship Id="rId563" Type="http://schemas.openxmlformats.org/officeDocument/2006/relationships/slide" Target="slides/slide561.xml"/><Relationship Id="rId564" Type="http://schemas.openxmlformats.org/officeDocument/2006/relationships/slide" Target="slides/slide562.xml"/><Relationship Id="rId565" Type="http://schemas.openxmlformats.org/officeDocument/2006/relationships/slide" Target="slides/slide563.xml"/><Relationship Id="rId566" Type="http://schemas.openxmlformats.org/officeDocument/2006/relationships/slide" Target="slides/slide564.xml"/><Relationship Id="rId567" Type="http://schemas.openxmlformats.org/officeDocument/2006/relationships/slide" Target="slides/slide565.xml"/><Relationship Id="rId568" Type="http://schemas.openxmlformats.org/officeDocument/2006/relationships/slide" Target="slides/slide566.xml"/><Relationship Id="rId569" Type="http://schemas.openxmlformats.org/officeDocument/2006/relationships/slide" Target="slides/slide567.xml"/><Relationship Id="rId570" Type="http://schemas.openxmlformats.org/officeDocument/2006/relationships/slide" Target="slides/slide568.xml"/><Relationship Id="rId571" Type="http://schemas.openxmlformats.org/officeDocument/2006/relationships/slide" Target="slides/slide569.xml"/><Relationship Id="rId572" Type="http://schemas.openxmlformats.org/officeDocument/2006/relationships/slide" Target="slides/slide570.xml"/><Relationship Id="rId573" Type="http://schemas.openxmlformats.org/officeDocument/2006/relationships/slide" Target="slides/slide571.xml"/><Relationship Id="rId574" Type="http://schemas.openxmlformats.org/officeDocument/2006/relationships/slide" Target="slides/slide572.xml"/><Relationship Id="rId575" Type="http://schemas.openxmlformats.org/officeDocument/2006/relationships/slide" Target="slides/slide573.xml"/><Relationship Id="rId576" Type="http://schemas.openxmlformats.org/officeDocument/2006/relationships/slide" Target="slides/slide574.xml"/><Relationship Id="rId577" Type="http://schemas.openxmlformats.org/officeDocument/2006/relationships/slide" Target="slides/slide575.xml"/><Relationship Id="rId578" Type="http://schemas.openxmlformats.org/officeDocument/2006/relationships/slide" Target="slides/slide576.xml"/><Relationship Id="rId579" Type="http://schemas.openxmlformats.org/officeDocument/2006/relationships/slide" Target="slides/slide577.xml"/><Relationship Id="rId580" Type="http://schemas.openxmlformats.org/officeDocument/2006/relationships/slide" Target="slides/slide578.xml"/><Relationship Id="rId581" Type="http://schemas.openxmlformats.org/officeDocument/2006/relationships/slide" Target="slides/slide579.xml"/><Relationship Id="rId582" Type="http://schemas.openxmlformats.org/officeDocument/2006/relationships/slide" Target="slides/slide580.xml"/><Relationship Id="rId583" Type="http://schemas.openxmlformats.org/officeDocument/2006/relationships/slide" Target="slides/slide581.xml"/><Relationship Id="rId584" Type="http://schemas.openxmlformats.org/officeDocument/2006/relationships/slide" Target="slides/slide582.xml"/><Relationship Id="rId585" Type="http://schemas.openxmlformats.org/officeDocument/2006/relationships/slide" Target="slides/slide583.xml"/><Relationship Id="rId586" Type="http://schemas.openxmlformats.org/officeDocument/2006/relationships/slide" Target="slides/slide584.xml"/><Relationship Id="rId587" Type="http://schemas.openxmlformats.org/officeDocument/2006/relationships/slide" Target="slides/slide585.xml"/><Relationship Id="rId588" Type="http://schemas.openxmlformats.org/officeDocument/2006/relationships/slide" Target="slides/slide586.xml"/><Relationship Id="rId589" Type="http://schemas.openxmlformats.org/officeDocument/2006/relationships/slide" Target="slides/slide587.xml"/><Relationship Id="rId590" Type="http://schemas.openxmlformats.org/officeDocument/2006/relationships/slide" Target="slides/slide588.xml"/><Relationship Id="rId591" Type="http://schemas.openxmlformats.org/officeDocument/2006/relationships/slide" Target="slides/slide589.xml"/><Relationship Id="rId592" Type="http://schemas.openxmlformats.org/officeDocument/2006/relationships/slide" Target="slides/slide590.xml"/><Relationship Id="rId593" Type="http://schemas.openxmlformats.org/officeDocument/2006/relationships/slide" Target="slides/slide591.xml"/><Relationship Id="rId594" Type="http://schemas.openxmlformats.org/officeDocument/2006/relationships/slide" Target="slides/slide592.xml"/><Relationship Id="rId595" Type="http://schemas.openxmlformats.org/officeDocument/2006/relationships/slide" Target="slides/slide593.xml"/><Relationship Id="rId596" Type="http://schemas.openxmlformats.org/officeDocument/2006/relationships/slide" Target="slides/slide594.xml"/><Relationship Id="rId597" Type="http://schemas.openxmlformats.org/officeDocument/2006/relationships/slide" Target="slides/slide595.xml"/><Relationship Id="rId598" Type="http://schemas.openxmlformats.org/officeDocument/2006/relationships/slide" Target="slides/slide596.xml"/><Relationship Id="rId599" Type="http://schemas.openxmlformats.org/officeDocument/2006/relationships/slide" Target="slides/slide597.xml"/><Relationship Id="rId600" Type="http://schemas.openxmlformats.org/officeDocument/2006/relationships/slide" Target="slides/slide598.xml"/><Relationship Id="rId601" Type="http://schemas.openxmlformats.org/officeDocument/2006/relationships/slide" Target="slides/slide599.xml"/><Relationship Id="rId602" Type="http://schemas.openxmlformats.org/officeDocument/2006/relationships/slide" Target="slides/slide600.xml"/><Relationship Id="rId603" Type="http://schemas.openxmlformats.org/officeDocument/2006/relationships/slide" Target="slides/slide601.xml"/><Relationship Id="rId604" Type="http://schemas.openxmlformats.org/officeDocument/2006/relationships/slide" Target="slides/slide602.xml"/><Relationship Id="rId605" Type="http://schemas.openxmlformats.org/officeDocument/2006/relationships/slide" Target="slides/slide603.xml"/><Relationship Id="rId606" Type="http://schemas.openxmlformats.org/officeDocument/2006/relationships/slide" Target="slides/slide604.xml"/><Relationship Id="rId607" Type="http://schemas.openxmlformats.org/officeDocument/2006/relationships/slide" Target="slides/slide605.xml"/><Relationship Id="rId608" Type="http://schemas.openxmlformats.org/officeDocument/2006/relationships/slide" Target="slides/slide606.xml"/><Relationship Id="rId609" Type="http://schemas.openxmlformats.org/officeDocument/2006/relationships/slide" Target="slides/slide607.xml"/><Relationship Id="rId610" Type="http://schemas.openxmlformats.org/officeDocument/2006/relationships/slide" Target="slides/slide608.xml"/><Relationship Id="rId611" Type="http://schemas.openxmlformats.org/officeDocument/2006/relationships/slide" Target="slides/slide609.xml"/><Relationship Id="rId612" Type="http://schemas.openxmlformats.org/officeDocument/2006/relationships/slide" Target="slides/slide610.xml"/><Relationship Id="rId613" Type="http://schemas.openxmlformats.org/officeDocument/2006/relationships/slide" Target="slides/slide611.xml"/><Relationship Id="rId614" Type="http://schemas.openxmlformats.org/officeDocument/2006/relationships/slide" Target="slides/slide612.xml"/><Relationship Id="rId615" Type="http://schemas.openxmlformats.org/officeDocument/2006/relationships/slide" Target="slides/slide613.xml"/><Relationship Id="rId616" Type="http://schemas.openxmlformats.org/officeDocument/2006/relationships/slide" Target="slides/slide614.xml"/><Relationship Id="rId617" Type="http://schemas.openxmlformats.org/officeDocument/2006/relationships/slide" Target="slides/slide615.xml"/><Relationship Id="rId618" Type="http://schemas.openxmlformats.org/officeDocument/2006/relationships/slide" Target="slides/slide616.xml"/><Relationship Id="rId619" Type="http://schemas.openxmlformats.org/officeDocument/2006/relationships/slide" Target="slides/slide617.xml"/><Relationship Id="rId620" Type="http://schemas.openxmlformats.org/officeDocument/2006/relationships/slide" Target="slides/slide618.xml"/><Relationship Id="rId621" Type="http://schemas.openxmlformats.org/officeDocument/2006/relationships/slide" Target="slides/slide619.xml"/><Relationship Id="rId622" Type="http://schemas.openxmlformats.org/officeDocument/2006/relationships/slide" Target="slides/slide620.xml"/><Relationship Id="rId623" Type="http://schemas.openxmlformats.org/officeDocument/2006/relationships/slide" Target="slides/slide621.xml"/><Relationship Id="rId624" Type="http://schemas.openxmlformats.org/officeDocument/2006/relationships/slide" Target="slides/slide622.xml"/><Relationship Id="rId625" Type="http://schemas.openxmlformats.org/officeDocument/2006/relationships/slide" Target="slides/slide623.xml"/><Relationship Id="rId626" Type="http://schemas.openxmlformats.org/officeDocument/2006/relationships/slide" Target="slides/slide624.xml"/><Relationship Id="rId627" Type="http://schemas.openxmlformats.org/officeDocument/2006/relationships/slide" Target="slides/slide625.xml"/><Relationship Id="rId628" Type="http://schemas.openxmlformats.org/officeDocument/2006/relationships/slide" Target="slides/slide626.xml"/><Relationship Id="rId629" Type="http://schemas.openxmlformats.org/officeDocument/2006/relationships/slide" Target="slides/slide627.xml"/><Relationship Id="rId630" Type="http://schemas.openxmlformats.org/officeDocument/2006/relationships/slide" Target="slides/slide628.xml"/><Relationship Id="rId631" Type="http://schemas.openxmlformats.org/officeDocument/2006/relationships/slide" Target="slides/slide629.xml"/><Relationship Id="rId632" Type="http://schemas.openxmlformats.org/officeDocument/2006/relationships/slide" Target="slides/slide630.xml"/><Relationship Id="rId633" Type="http://schemas.openxmlformats.org/officeDocument/2006/relationships/slide" Target="slides/slide631.xml"/><Relationship Id="rId634" Type="http://schemas.openxmlformats.org/officeDocument/2006/relationships/slide" Target="slides/slide632.xml"/><Relationship Id="rId635" Type="http://schemas.openxmlformats.org/officeDocument/2006/relationships/slide" Target="slides/slide633.xml"/><Relationship Id="rId636" Type="http://schemas.openxmlformats.org/officeDocument/2006/relationships/slide" Target="slides/slide634.xml"/><Relationship Id="rId637" Type="http://schemas.openxmlformats.org/officeDocument/2006/relationships/slide" Target="slides/slide635.xml"/><Relationship Id="rId638" Type="http://schemas.openxmlformats.org/officeDocument/2006/relationships/slide" Target="slides/slide636.xml"/><Relationship Id="rId639" Type="http://schemas.openxmlformats.org/officeDocument/2006/relationships/slide" Target="slides/slide637.xml"/><Relationship Id="rId640" Type="http://schemas.openxmlformats.org/officeDocument/2006/relationships/slide" Target="slides/slide638.xml"/><Relationship Id="rId641" Type="http://schemas.openxmlformats.org/officeDocument/2006/relationships/slide" Target="slides/slide639.xml"/><Relationship Id="rId642" Type="http://schemas.openxmlformats.org/officeDocument/2006/relationships/slide" Target="slides/slide640.xml"/><Relationship Id="rId643" Type="http://schemas.openxmlformats.org/officeDocument/2006/relationships/slide" Target="slides/slide641.xml"/><Relationship Id="rId644" Type="http://schemas.openxmlformats.org/officeDocument/2006/relationships/slide" Target="slides/slide642.xml"/><Relationship Id="rId645" Type="http://schemas.openxmlformats.org/officeDocument/2006/relationships/slide" Target="slides/slide643.xml"/><Relationship Id="rId646" Type="http://schemas.openxmlformats.org/officeDocument/2006/relationships/slide" Target="slides/slide644.xml"/><Relationship Id="rId647" Type="http://schemas.openxmlformats.org/officeDocument/2006/relationships/slide" Target="slides/slide645.xml"/><Relationship Id="rId648" Type="http://schemas.openxmlformats.org/officeDocument/2006/relationships/slide" Target="slides/slide646.xml"/><Relationship Id="rId649" Type="http://schemas.openxmlformats.org/officeDocument/2006/relationships/slide" Target="slides/slide647.xml"/><Relationship Id="rId650" Type="http://schemas.openxmlformats.org/officeDocument/2006/relationships/slide" Target="slides/slide648.xml"/><Relationship Id="rId651" Type="http://schemas.openxmlformats.org/officeDocument/2006/relationships/slide" Target="slides/slide649.xml"/><Relationship Id="rId652" Type="http://schemas.openxmlformats.org/officeDocument/2006/relationships/slide" Target="slides/slide650.xml"/><Relationship Id="rId653" Type="http://schemas.openxmlformats.org/officeDocument/2006/relationships/slide" Target="slides/slide651.xml"/><Relationship Id="rId654" Type="http://schemas.openxmlformats.org/officeDocument/2006/relationships/slide" Target="slides/slide652.xml"/><Relationship Id="rId655" Type="http://schemas.openxmlformats.org/officeDocument/2006/relationships/slide" Target="slides/slide653.xml"/><Relationship Id="rId656" Type="http://schemas.openxmlformats.org/officeDocument/2006/relationships/slide" Target="slides/slide654.xml"/><Relationship Id="rId657" Type="http://schemas.openxmlformats.org/officeDocument/2006/relationships/slide" Target="slides/slide655.xml"/><Relationship Id="rId658" Type="http://schemas.openxmlformats.org/officeDocument/2006/relationships/slide" Target="slides/slide656.xml"/><Relationship Id="rId659" Type="http://schemas.openxmlformats.org/officeDocument/2006/relationships/slide" Target="slides/slide657.xml"/><Relationship Id="rId660" Type="http://schemas.openxmlformats.org/officeDocument/2006/relationships/slide" Target="slides/slide658.xml"/><Relationship Id="rId661" Type="http://schemas.openxmlformats.org/officeDocument/2006/relationships/slide" Target="slides/slide659.xml"/><Relationship Id="rId662" Type="http://schemas.openxmlformats.org/officeDocument/2006/relationships/slide" Target="slides/slide660.xml"/><Relationship Id="rId663" Type="http://schemas.openxmlformats.org/officeDocument/2006/relationships/slide" Target="slides/slide661.xml"/><Relationship Id="rId664" Type="http://schemas.openxmlformats.org/officeDocument/2006/relationships/slide" Target="slides/slide662.xml"/><Relationship Id="rId665" Type="http://schemas.openxmlformats.org/officeDocument/2006/relationships/slide" Target="slides/slide663.xml"/><Relationship Id="rId666" Type="http://schemas.openxmlformats.org/officeDocument/2006/relationships/slide" Target="slides/slide664.xml"/><Relationship Id="rId667" Type="http://schemas.openxmlformats.org/officeDocument/2006/relationships/slide" Target="slides/slide665.xml"/><Relationship Id="rId668" Type="http://schemas.openxmlformats.org/officeDocument/2006/relationships/slide" Target="slides/slide666.xml"/><Relationship Id="rId669" Type="http://schemas.openxmlformats.org/officeDocument/2006/relationships/slide" Target="slides/slide667.xml"/><Relationship Id="rId670" Type="http://schemas.openxmlformats.org/officeDocument/2006/relationships/slide" Target="slides/slide668.xml"/><Relationship Id="rId671" Type="http://schemas.openxmlformats.org/officeDocument/2006/relationships/slide" Target="slides/slide669.xml"/><Relationship Id="rId672" Type="http://schemas.openxmlformats.org/officeDocument/2006/relationships/slide" Target="slides/slide670.xml"/><Relationship Id="rId673" Type="http://schemas.openxmlformats.org/officeDocument/2006/relationships/slide" Target="slides/slide671.xml"/><Relationship Id="rId674" Type="http://schemas.openxmlformats.org/officeDocument/2006/relationships/slide" Target="slides/slide672.xml"/><Relationship Id="rId675" Type="http://schemas.openxmlformats.org/officeDocument/2006/relationships/slide" Target="slides/slide673.xml"/><Relationship Id="rId676" Type="http://schemas.openxmlformats.org/officeDocument/2006/relationships/slide" Target="slides/slide674.xml"/><Relationship Id="rId677" Type="http://schemas.openxmlformats.org/officeDocument/2006/relationships/slide" Target="slides/slide675.xml"/><Relationship Id="rId678" Type="http://schemas.openxmlformats.org/officeDocument/2006/relationships/slide" Target="slides/slide676.xml"/><Relationship Id="rId679" Type="http://schemas.openxmlformats.org/officeDocument/2006/relationships/slide" Target="slides/slide677.xml"/><Relationship Id="rId680" Type="http://schemas.openxmlformats.org/officeDocument/2006/relationships/slide" Target="slides/slide678.xml"/><Relationship Id="rId681" Type="http://schemas.openxmlformats.org/officeDocument/2006/relationships/slide" Target="slides/slide679.xml"/><Relationship Id="rId682" Type="http://schemas.openxmlformats.org/officeDocument/2006/relationships/slide" Target="slides/slide680.xml"/><Relationship Id="rId683" Type="http://schemas.openxmlformats.org/officeDocument/2006/relationships/slide" Target="slides/slide681.xml"/><Relationship Id="rId684" Type="http://schemas.openxmlformats.org/officeDocument/2006/relationships/slide" Target="slides/slide682.xml"/><Relationship Id="rId685" Type="http://schemas.openxmlformats.org/officeDocument/2006/relationships/slide" Target="slides/slide683.xml"/><Relationship Id="rId686" Type="http://schemas.openxmlformats.org/officeDocument/2006/relationships/slide" Target="slides/slide684.xml"/><Relationship Id="rId687" Type="http://schemas.openxmlformats.org/officeDocument/2006/relationships/slide" Target="slides/slide685.xml"/><Relationship Id="rId688" Type="http://schemas.openxmlformats.org/officeDocument/2006/relationships/slide" Target="slides/slide686.xml"/><Relationship Id="rId689" Type="http://schemas.openxmlformats.org/officeDocument/2006/relationships/slide" Target="slides/slide687.xml"/><Relationship Id="rId690" Type="http://schemas.openxmlformats.org/officeDocument/2006/relationships/slide" Target="slides/slide688.xml"/><Relationship Id="rId691" Type="http://schemas.openxmlformats.org/officeDocument/2006/relationships/slide" Target="slides/slide689.xml"/><Relationship Id="rId692" Type="http://schemas.openxmlformats.org/officeDocument/2006/relationships/slide" Target="slides/slide690.xml"/><Relationship Id="rId693" Type="http://schemas.openxmlformats.org/officeDocument/2006/relationships/slide" Target="slides/slide691.xml"/><Relationship Id="rId694" Type="http://schemas.openxmlformats.org/officeDocument/2006/relationships/slide" Target="slides/slide692.xml"/><Relationship Id="rId695" Type="http://schemas.openxmlformats.org/officeDocument/2006/relationships/slide" Target="slides/slide693.xml"/><Relationship Id="rId696" Type="http://schemas.openxmlformats.org/officeDocument/2006/relationships/slide" Target="slides/slide694.xml"/><Relationship Id="rId697" Type="http://schemas.openxmlformats.org/officeDocument/2006/relationships/slide" Target="slides/slide695.xml"/><Relationship Id="rId698" Type="http://schemas.openxmlformats.org/officeDocument/2006/relationships/slide" Target="slides/slide696.xml"/><Relationship Id="rId699" Type="http://schemas.openxmlformats.org/officeDocument/2006/relationships/slide" Target="slides/slide697.xml"/><Relationship Id="rId700" Type="http://schemas.openxmlformats.org/officeDocument/2006/relationships/slide" Target="slides/slide698.xml"/><Relationship Id="rId701" Type="http://schemas.openxmlformats.org/officeDocument/2006/relationships/slide" Target="slides/slide699.xml"/><Relationship Id="rId702" Type="http://schemas.openxmlformats.org/officeDocument/2006/relationships/slide" Target="slides/slide700.xml"/><Relationship Id="rId703" Type="http://schemas.openxmlformats.org/officeDocument/2006/relationships/slide" Target="slides/slide701.xml"/><Relationship Id="rId704" Type="http://schemas.openxmlformats.org/officeDocument/2006/relationships/slide" Target="slides/slide702.xml"/><Relationship Id="rId705" Type="http://schemas.openxmlformats.org/officeDocument/2006/relationships/slide" Target="slides/slide703.xml"/><Relationship Id="rId706" Type="http://schemas.openxmlformats.org/officeDocument/2006/relationships/slide" Target="slides/slide704.xml"/><Relationship Id="rId707" Type="http://schemas.openxmlformats.org/officeDocument/2006/relationships/slide" Target="slides/slide705.xml"/><Relationship Id="rId708" Type="http://schemas.openxmlformats.org/officeDocument/2006/relationships/slide" Target="slides/slide706.xml"/><Relationship Id="rId709" Type="http://schemas.openxmlformats.org/officeDocument/2006/relationships/slide" Target="slides/slide707.xml"/><Relationship Id="rId710" Type="http://schemas.openxmlformats.org/officeDocument/2006/relationships/slide" Target="slides/slide708.xml"/><Relationship Id="rId711" Type="http://schemas.openxmlformats.org/officeDocument/2006/relationships/slide" Target="slides/slide709.xml"/><Relationship Id="rId712" Type="http://schemas.openxmlformats.org/officeDocument/2006/relationships/slide" Target="slides/slide710.xml"/><Relationship Id="rId713" Type="http://schemas.openxmlformats.org/officeDocument/2006/relationships/slide" Target="slides/slide711.xml"/><Relationship Id="rId714" Type="http://schemas.openxmlformats.org/officeDocument/2006/relationships/slide" Target="slides/slide712.xml"/><Relationship Id="rId715" Type="http://schemas.openxmlformats.org/officeDocument/2006/relationships/slide" Target="slides/slide713.xml"/><Relationship Id="rId716" Type="http://schemas.openxmlformats.org/officeDocument/2006/relationships/slide" Target="slides/slide714.xml"/><Relationship Id="rId717" Type="http://schemas.openxmlformats.org/officeDocument/2006/relationships/slide" Target="slides/slide715.xml"/><Relationship Id="rId718" Type="http://schemas.openxmlformats.org/officeDocument/2006/relationships/slide" Target="slides/slide716.xml"/><Relationship Id="rId719" Type="http://schemas.openxmlformats.org/officeDocument/2006/relationships/slide" Target="slides/slide717.xml"/><Relationship Id="rId720" Type="http://schemas.openxmlformats.org/officeDocument/2006/relationships/slide" Target="slides/slide718.xml"/><Relationship Id="rId721" Type="http://schemas.openxmlformats.org/officeDocument/2006/relationships/slide" Target="slides/slide719.xml"/><Relationship Id="rId722" Type="http://schemas.openxmlformats.org/officeDocument/2006/relationships/slide" Target="slides/slide720.xml"/><Relationship Id="rId723" Type="http://schemas.openxmlformats.org/officeDocument/2006/relationships/slide" Target="slides/slide721.xml"/><Relationship Id="rId724" Type="http://schemas.openxmlformats.org/officeDocument/2006/relationships/slide" Target="slides/slide722.xml"/><Relationship Id="rId725" Type="http://schemas.openxmlformats.org/officeDocument/2006/relationships/slide" Target="slides/slide723.xml"/><Relationship Id="rId726" Type="http://schemas.openxmlformats.org/officeDocument/2006/relationships/slide" Target="slides/slide724.xml"/><Relationship Id="rId727" Type="http://schemas.openxmlformats.org/officeDocument/2006/relationships/slide" Target="slides/slide725.xml"/><Relationship Id="rId728" Type="http://schemas.openxmlformats.org/officeDocument/2006/relationships/slide" Target="slides/slide726.xml"/><Relationship Id="rId729" Type="http://schemas.openxmlformats.org/officeDocument/2006/relationships/slide" Target="slides/slide727.xml"/><Relationship Id="rId730" Type="http://schemas.openxmlformats.org/officeDocument/2006/relationships/slide" Target="slides/slide728.xml"/><Relationship Id="rId731" Type="http://schemas.openxmlformats.org/officeDocument/2006/relationships/slide" Target="slides/slide729.xml"/><Relationship Id="rId732" Type="http://schemas.openxmlformats.org/officeDocument/2006/relationships/slide" Target="slides/slide730.xml"/><Relationship Id="rId733" Type="http://schemas.openxmlformats.org/officeDocument/2006/relationships/slide" Target="slides/slide731.xml"/><Relationship Id="rId734" Type="http://schemas.openxmlformats.org/officeDocument/2006/relationships/slide" Target="slides/slide732.xml"/><Relationship Id="rId735" Type="http://schemas.openxmlformats.org/officeDocument/2006/relationships/slide" Target="slides/slide733.xml"/><Relationship Id="rId736" Type="http://schemas.openxmlformats.org/officeDocument/2006/relationships/slide" Target="slides/slide734.xml"/><Relationship Id="rId737" Type="http://schemas.openxmlformats.org/officeDocument/2006/relationships/slide" Target="slides/slide735.xml"/><Relationship Id="rId738" Type="http://schemas.openxmlformats.org/officeDocument/2006/relationships/slide" Target="slides/slide736.xml"/><Relationship Id="rId739" Type="http://schemas.openxmlformats.org/officeDocument/2006/relationships/slide" Target="slides/slide737.xml"/><Relationship Id="rId740" Type="http://schemas.openxmlformats.org/officeDocument/2006/relationships/slide" Target="slides/slide738.xml"/><Relationship Id="rId741" Type="http://schemas.openxmlformats.org/officeDocument/2006/relationships/slide" Target="slides/slide739.xml"/><Relationship Id="rId742" Type="http://schemas.openxmlformats.org/officeDocument/2006/relationships/slide" Target="slides/slide740.xml"/><Relationship Id="rId743" Type="http://schemas.openxmlformats.org/officeDocument/2006/relationships/slide" Target="slides/slide741.xml"/><Relationship Id="rId744" Type="http://schemas.openxmlformats.org/officeDocument/2006/relationships/slide" Target="slides/slide742.xml"/><Relationship Id="rId745" Type="http://schemas.openxmlformats.org/officeDocument/2006/relationships/slide" Target="slides/slide743.xml"/><Relationship Id="rId746" Type="http://schemas.openxmlformats.org/officeDocument/2006/relationships/slide" Target="slides/slide744.xml"/><Relationship Id="rId747" Type="http://schemas.openxmlformats.org/officeDocument/2006/relationships/slide" Target="slides/slide745.xml"/><Relationship Id="rId748" Type="http://schemas.openxmlformats.org/officeDocument/2006/relationships/slide" Target="slides/slide746.xml"/><Relationship Id="rId749" Type="http://schemas.openxmlformats.org/officeDocument/2006/relationships/slide" Target="slides/slide747.xml"/><Relationship Id="rId750" Type="http://schemas.openxmlformats.org/officeDocument/2006/relationships/slide" Target="slides/slide748.xml"/><Relationship Id="rId751" Type="http://schemas.openxmlformats.org/officeDocument/2006/relationships/slide" Target="slides/slide749.xml"/><Relationship Id="rId752" Type="http://schemas.openxmlformats.org/officeDocument/2006/relationships/slide" Target="slides/slide750.xml"/><Relationship Id="rId753" Type="http://schemas.openxmlformats.org/officeDocument/2006/relationships/slide" Target="slides/slide751.xml"/><Relationship Id="rId754" Type="http://schemas.openxmlformats.org/officeDocument/2006/relationships/slide" Target="slides/slide752.xml"/><Relationship Id="rId755" Type="http://schemas.openxmlformats.org/officeDocument/2006/relationships/slide" Target="slides/slide753.xml"/><Relationship Id="rId756" Type="http://schemas.openxmlformats.org/officeDocument/2006/relationships/slide" Target="slides/slide754.xml"/><Relationship Id="rId757" Type="http://schemas.openxmlformats.org/officeDocument/2006/relationships/slide" Target="slides/slide755.xml"/><Relationship Id="rId758" Type="http://schemas.openxmlformats.org/officeDocument/2006/relationships/slide" Target="slides/slide756.xml"/><Relationship Id="rId759" Type="http://schemas.openxmlformats.org/officeDocument/2006/relationships/slide" Target="slides/slide757.xml"/><Relationship Id="rId760" Type="http://schemas.openxmlformats.org/officeDocument/2006/relationships/slide" Target="slides/slide758.xml"/><Relationship Id="rId761" Type="http://schemas.openxmlformats.org/officeDocument/2006/relationships/slide" Target="slides/slide759.xml"/><Relationship Id="rId762" Type="http://schemas.openxmlformats.org/officeDocument/2006/relationships/slide" Target="slides/slide760.xml"/><Relationship Id="rId763" Type="http://schemas.openxmlformats.org/officeDocument/2006/relationships/slide" Target="slides/slide761.xml"/><Relationship Id="rId764" Type="http://schemas.openxmlformats.org/officeDocument/2006/relationships/slide" Target="slides/slide762.xml"/><Relationship Id="rId765" Type="http://schemas.openxmlformats.org/officeDocument/2006/relationships/slide" Target="slides/slide763.xml"/><Relationship Id="rId766" Type="http://schemas.openxmlformats.org/officeDocument/2006/relationships/slide" Target="slides/slide764.xml"/><Relationship Id="rId767" Type="http://schemas.openxmlformats.org/officeDocument/2006/relationships/slide" Target="slides/slide765.xml"/><Relationship Id="rId768" Type="http://schemas.openxmlformats.org/officeDocument/2006/relationships/slide" Target="slides/slide766.xml"/><Relationship Id="rId769" Type="http://schemas.openxmlformats.org/officeDocument/2006/relationships/slide" Target="slides/slide767.xml"/><Relationship Id="rId770" Type="http://schemas.openxmlformats.org/officeDocument/2006/relationships/slide" Target="slides/slide768.xml"/><Relationship Id="rId771" Type="http://schemas.openxmlformats.org/officeDocument/2006/relationships/slide" Target="slides/slide769.xml"/><Relationship Id="rId772" Type="http://schemas.openxmlformats.org/officeDocument/2006/relationships/slide" Target="slides/slide770.xml"/><Relationship Id="rId773" Type="http://schemas.openxmlformats.org/officeDocument/2006/relationships/slide" Target="slides/slide771.xml"/><Relationship Id="rId774" Type="http://schemas.openxmlformats.org/officeDocument/2006/relationships/slide" Target="slides/slide772.xml"/><Relationship Id="rId775" Type="http://schemas.openxmlformats.org/officeDocument/2006/relationships/slide" Target="slides/slide773.xml"/><Relationship Id="rId776" Type="http://schemas.openxmlformats.org/officeDocument/2006/relationships/slide" Target="slides/slide774.xml"/><Relationship Id="rId777" Type="http://schemas.openxmlformats.org/officeDocument/2006/relationships/slide" Target="slides/slide775.xml"/><Relationship Id="rId778" Type="http://schemas.openxmlformats.org/officeDocument/2006/relationships/slide" Target="slides/slide776.xml"/><Relationship Id="rId779" Type="http://schemas.openxmlformats.org/officeDocument/2006/relationships/slide" Target="slides/slide777.xml"/><Relationship Id="rId780" Type="http://schemas.openxmlformats.org/officeDocument/2006/relationships/slide" Target="slides/slide778.xml"/><Relationship Id="rId781" Type="http://schemas.openxmlformats.org/officeDocument/2006/relationships/slide" Target="slides/slide779.xml"/><Relationship Id="rId782" Type="http://schemas.openxmlformats.org/officeDocument/2006/relationships/slide" Target="slides/slide780.xml"/><Relationship Id="rId783" Type="http://schemas.openxmlformats.org/officeDocument/2006/relationships/slide" Target="slides/slide781.xml"/><Relationship Id="rId784" Type="http://schemas.openxmlformats.org/officeDocument/2006/relationships/slide" Target="slides/slide782.xml"/><Relationship Id="rId785" Type="http://schemas.openxmlformats.org/officeDocument/2006/relationships/slide" Target="slides/slide783.xml"/><Relationship Id="rId786" Type="http://schemas.openxmlformats.org/officeDocument/2006/relationships/slide" Target="slides/slide784.xml"/><Relationship Id="rId787" Type="http://schemas.openxmlformats.org/officeDocument/2006/relationships/slide" Target="slides/slide785.xml"/><Relationship Id="rId788" Type="http://schemas.openxmlformats.org/officeDocument/2006/relationships/slide" Target="slides/slide786.xml"/><Relationship Id="rId789" Type="http://schemas.openxmlformats.org/officeDocument/2006/relationships/slide" Target="slides/slide787.xml"/><Relationship Id="rId790" Type="http://schemas.openxmlformats.org/officeDocument/2006/relationships/slide" Target="slides/slide788.xml"/><Relationship Id="rId791" Type="http://schemas.openxmlformats.org/officeDocument/2006/relationships/slide" Target="slides/slide789.xml"/><Relationship Id="rId792" Type="http://schemas.openxmlformats.org/officeDocument/2006/relationships/slide" Target="slides/slide790.xml"/><Relationship Id="rId793" Type="http://schemas.openxmlformats.org/officeDocument/2006/relationships/slide" Target="slides/slide791.xml"/><Relationship Id="rId794" Type="http://schemas.openxmlformats.org/officeDocument/2006/relationships/slide" Target="slides/slide792.xml"/><Relationship Id="rId795" Type="http://schemas.openxmlformats.org/officeDocument/2006/relationships/slide" Target="slides/slide793.xml"/><Relationship Id="rId796" Type="http://schemas.openxmlformats.org/officeDocument/2006/relationships/slide" Target="slides/slide794.xml"/><Relationship Id="rId797" Type="http://schemas.openxmlformats.org/officeDocument/2006/relationships/slide" Target="slides/slide795.xml"/><Relationship Id="rId798" Type="http://schemas.openxmlformats.org/officeDocument/2006/relationships/slide" Target="slides/slide796.xml"/><Relationship Id="rId799" Type="http://schemas.openxmlformats.org/officeDocument/2006/relationships/slide" Target="slides/slide797.xml"/><Relationship Id="rId800" Type="http://schemas.openxmlformats.org/officeDocument/2006/relationships/slide" Target="slides/slide798.xml"/><Relationship Id="rId801" Type="http://schemas.openxmlformats.org/officeDocument/2006/relationships/slide" Target="slides/slide799.xml"/><Relationship Id="rId802" Type="http://schemas.openxmlformats.org/officeDocument/2006/relationships/slide" Target="slides/slide800.xml"/><Relationship Id="rId803" Type="http://schemas.openxmlformats.org/officeDocument/2006/relationships/slide" Target="slides/slide801.xml"/><Relationship Id="rId804" Type="http://schemas.openxmlformats.org/officeDocument/2006/relationships/slide" Target="slides/slide802.xml"/><Relationship Id="rId805" Type="http://schemas.openxmlformats.org/officeDocument/2006/relationships/slide" Target="slides/slide803.xml"/><Relationship Id="rId806" Type="http://schemas.openxmlformats.org/officeDocument/2006/relationships/slide" Target="slides/slide804.xml"/><Relationship Id="rId807" Type="http://schemas.openxmlformats.org/officeDocument/2006/relationships/slide" Target="slides/slide805.xml"/><Relationship Id="rId808" Type="http://schemas.openxmlformats.org/officeDocument/2006/relationships/slide" Target="slides/slide806.xml"/><Relationship Id="rId809" Type="http://schemas.openxmlformats.org/officeDocument/2006/relationships/slide" Target="slides/slide807.xml"/><Relationship Id="rId810" Type="http://schemas.openxmlformats.org/officeDocument/2006/relationships/slide" Target="slides/slide808.xml"/><Relationship Id="rId811" Type="http://schemas.openxmlformats.org/officeDocument/2006/relationships/slide" Target="slides/slide809.xml"/><Relationship Id="rId812" Type="http://schemas.openxmlformats.org/officeDocument/2006/relationships/slide" Target="slides/slide810.xml"/><Relationship Id="rId813" Type="http://schemas.openxmlformats.org/officeDocument/2006/relationships/slide" Target="slides/slide811.xml"/><Relationship Id="rId814" Type="http://schemas.openxmlformats.org/officeDocument/2006/relationships/slide" Target="slides/slide812.xml"/><Relationship Id="rId815" Type="http://schemas.openxmlformats.org/officeDocument/2006/relationships/slide" Target="slides/slide813.xml"/><Relationship Id="rId816" Type="http://schemas.openxmlformats.org/officeDocument/2006/relationships/slide" Target="slides/slide814.xml"/><Relationship Id="rId817" Type="http://schemas.openxmlformats.org/officeDocument/2006/relationships/slide" Target="slides/slide815.xml"/><Relationship Id="rId818" Type="http://schemas.openxmlformats.org/officeDocument/2006/relationships/slide" Target="slides/slide816.xml"/><Relationship Id="rId819" Type="http://schemas.openxmlformats.org/officeDocument/2006/relationships/slide" Target="slides/slide817.xml"/><Relationship Id="rId820" Type="http://schemas.openxmlformats.org/officeDocument/2006/relationships/slide" Target="slides/slide818.xml"/><Relationship Id="rId821" Type="http://schemas.openxmlformats.org/officeDocument/2006/relationships/slide" Target="slides/slide819.xml"/><Relationship Id="rId822" Type="http://schemas.openxmlformats.org/officeDocument/2006/relationships/slide" Target="slides/slide820.xml"/><Relationship Id="rId823" Type="http://schemas.openxmlformats.org/officeDocument/2006/relationships/slide" Target="slides/slide821.xml"/><Relationship Id="rId824" Type="http://schemas.openxmlformats.org/officeDocument/2006/relationships/slide" Target="slides/slide822.xml"/><Relationship Id="rId825" Type="http://schemas.openxmlformats.org/officeDocument/2006/relationships/slide" Target="slides/slide823.xml"/><Relationship Id="rId826" Type="http://schemas.openxmlformats.org/officeDocument/2006/relationships/slide" Target="slides/slide824.xml"/><Relationship Id="rId827" Type="http://schemas.openxmlformats.org/officeDocument/2006/relationships/slide" Target="slides/slide825.xml"/><Relationship Id="rId828" Type="http://schemas.openxmlformats.org/officeDocument/2006/relationships/slide" Target="slides/slide826.xml"/><Relationship Id="rId829" Type="http://schemas.openxmlformats.org/officeDocument/2006/relationships/slide" Target="slides/slide827.xml"/><Relationship Id="rId830" Type="http://schemas.openxmlformats.org/officeDocument/2006/relationships/slide" Target="slides/slide828.xml"/><Relationship Id="rId831" Type="http://schemas.openxmlformats.org/officeDocument/2006/relationships/slide" Target="slides/slide829.xml"/><Relationship Id="rId832" Type="http://schemas.openxmlformats.org/officeDocument/2006/relationships/slide" Target="slides/slide830.xml"/><Relationship Id="rId833" Type="http://schemas.openxmlformats.org/officeDocument/2006/relationships/slide" Target="slides/slide831.xml"/><Relationship Id="rId834" Type="http://schemas.openxmlformats.org/officeDocument/2006/relationships/slide" Target="slides/slide832.xml"/><Relationship Id="rId835" Type="http://schemas.openxmlformats.org/officeDocument/2006/relationships/slide" Target="slides/slide833.xml"/><Relationship Id="rId836" Type="http://schemas.openxmlformats.org/officeDocument/2006/relationships/slide" Target="slides/slide834.xml"/><Relationship Id="rId837" Type="http://schemas.openxmlformats.org/officeDocument/2006/relationships/slide" Target="slides/slide835.xml"/><Relationship Id="rId838" Type="http://schemas.openxmlformats.org/officeDocument/2006/relationships/slide" Target="slides/slide836.xml"/><Relationship Id="rId839" Type="http://schemas.openxmlformats.org/officeDocument/2006/relationships/slide" Target="slides/slide837.xml"/><Relationship Id="rId840" Type="http://schemas.openxmlformats.org/officeDocument/2006/relationships/slide" Target="slides/slide838.xml"/><Relationship Id="rId841" Type="http://schemas.openxmlformats.org/officeDocument/2006/relationships/slide" Target="slides/slide839.xml"/><Relationship Id="rId842" Type="http://schemas.openxmlformats.org/officeDocument/2006/relationships/slide" Target="slides/slide840.xml"/><Relationship Id="rId843" Type="http://schemas.openxmlformats.org/officeDocument/2006/relationships/slide" Target="slides/slide841.xml"/><Relationship Id="rId844" Type="http://schemas.openxmlformats.org/officeDocument/2006/relationships/slide" Target="slides/slide842.xml"/><Relationship Id="rId845" Type="http://schemas.openxmlformats.org/officeDocument/2006/relationships/slide" Target="slides/slide843.xml"/><Relationship Id="rId846" Type="http://schemas.openxmlformats.org/officeDocument/2006/relationships/slide" Target="slides/slide844.xml"/><Relationship Id="rId847" Type="http://schemas.openxmlformats.org/officeDocument/2006/relationships/slide" Target="slides/slide845.xml"/><Relationship Id="rId848" Type="http://schemas.openxmlformats.org/officeDocument/2006/relationships/slide" Target="slides/slide846.xml"/><Relationship Id="rId849" Type="http://schemas.openxmlformats.org/officeDocument/2006/relationships/slide" Target="slides/slide847.xml"/><Relationship Id="rId850" Type="http://schemas.openxmlformats.org/officeDocument/2006/relationships/slide" Target="slides/slide848.xml"/><Relationship Id="rId851" Type="http://schemas.openxmlformats.org/officeDocument/2006/relationships/slide" Target="slides/slide849.xml"/><Relationship Id="rId852" Type="http://schemas.openxmlformats.org/officeDocument/2006/relationships/slide" Target="slides/slide850.xml"/><Relationship Id="rId853" Type="http://schemas.openxmlformats.org/officeDocument/2006/relationships/slide" Target="slides/slide851.xml"/><Relationship Id="rId854" Type="http://schemas.openxmlformats.org/officeDocument/2006/relationships/slide" Target="slides/slide852.xml"/><Relationship Id="rId855" Type="http://schemas.openxmlformats.org/officeDocument/2006/relationships/slide" Target="slides/slide853.xml"/><Relationship Id="rId856" Type="http://schemas.openxmlformats.org/officeDocument/2006/relationships/slide" Target="slides/slide854.xml"/><Relationship Id="rId857" Type="http://schemas.openxmlformats.org/officeDocument/2006/relationships/slide" Target="slides/slide855.xml"/><Relationship Id="rId858" Type="http://schemas.openxmlformats.org/officeDocument/2006/relationships/slide" Target="slides/slide856.xml"/><Relationship Id="rId859" Type="http://schemas.openxmlformats.org/officeDocument/2006/relationships/slide" Target="slides/slide857.xml"/><Relationship Id="rId860" Type="http://schemas.openxmlformats.org/officeDocument/2006/relationships/slide" Target="slides/slide858.xml"/><Relationship Id="rId861" Type="http://schemas.openxmlformats.org/officeDocument/2006/relationships/slide" Target="slides/slide859.xml"/><Relationship Id="rId862" Type="http://schemas.openxmlformats.org/officeDocument/2006/relationships/slide" Target="slides/slide860.xml"/><Relationship Id="rId863" Type="http://schemas.openxmlformats.org/officeDocument/2006/relationships/slide" Target="slides/slide861.xml"/><Relationship Id="rId864" Type="http://schemas.openxmlformats.org/officeDocument/2006/relationships/slide" Target="slides/slide862.xml"/><Relationship Id="rId865" Type="http://schemas.openxmlformats.org/officeDocument/2006/relationships/slide" Target="slides/slide863.xml"/><Relationship Id="rId866" Type="http://schemas.openxmlformats.org/officeDocument/2006/relationships/slide" Target="slides/slide864.xml"/><Relationship Id="rId867" Type="http://schemas.openxmlformats.org/officeDocument/2006/relationships/slide" Target="slides/slide865.xml"/><Relationship Id="rId868" Type="http://schemas.openxmlformats.org/officeDocument/2006/relationships/slide" Target="slides/slide866.xml"/><Relationship Id="rId869" Type="http://schemas.openxmlformats.org/officeDocument/2006/relationships/slide" Target="slides/slide867.xml"/><Relationship Id="rId870" Type="http://schemas.openxmlformats.org/officeDocument/2006/relationships/slide" Target="slides/slide868.xml"/><Relationship Id="rId871" Type="http://schemas.openxmlformats.org/officeDocument/2006/relationships/slide" Target="slides/slide869.xml"/><Relationship Id="rId872" Type="http://schemas.openxmlformats.org/officeDocument/2006/relationships/slide" Target="slides/slide870.xml"/><Relationship Id="rId873" Type="http://schemas.openxmlformats.org/officeDocument/2006/relationships/slide" Target="slides/slide871.xml"/><Relationship Id="rId874" Type="http://schemas.openxmlformats.org/officeDocument/2006/relationships/slide" Target="slides/slide872.xml"/><Relationship Id="rId875" Type="http://schemas.openxmlformats.org/officeDocument/2006/relationships/slide" Target="slides/slide873.xml"/><Relationship Id="rId876" Type="http://schemas.openxmlformats.org/officeDocument/2006/relationships/slide" Target="slides/slide874.xml"/><Relationship Id="rId877" Type="http://schemas.openxmlformats.org/officeDocument/2006/relationships/slide" Target="slides/slide875.xml"/><Relationship Id="rId878" Type="http://schemas.openxmlformats.org/officeDocument/2006/relationships/slide" Target="slides/slide876.xml"/><Relationship Id="rId879" Type="http://schemas.openxmlformats.org/officeDocument/2006/relationships/slide" Target="slides/slide877.xml"/><Relationship Id="rId880" Type="http://schemas.openxmlformats.org/officeDocument/2006/relationships/slide" Target="slides/slide878.xml"/><Relationship Id="rId881" Type="http://schemas.openxmlformats.org/officeDocument/2006/relationships/slide" Target="slides/slide879.xml"/><Relationship Id="rId882" Type="http://schemas.openxmlformats.org/officeDocument/2006/relationships/slide" Target="slides/slide880.xml"/><Relationship Id="rId883" Type="http://schemas.openxmlformats.org/officeDocument/2006/relationships/slide" Target="slides/slide881.xml"/><Relationship Id="rId884" Type="http://schemas.openxmlformats.org/officeDocument/2006/relationships/slide" Target="slides/slide882.xml"/><Relationship Id="rId885" Type="http://schemas.openxmlformats.org/officeDocument/2006/relationships/slide" Target="slides/slide883.xml"/><Relationship Id="rId886" Type="http://schemas.openxmlformats.org/officeDocument/2006/relationships/slide" Target="slides/slide884.xml"/><Relationship Id="rId887" Type="http://schemas.openxmlformats.org/officeDocument/2006/relationships/slide" Target="slides/slide885.xml"/><Relationship Id="rId888" Type="http://schemas.openxmlformats.org/officeDocument/2006/relationships/slide" Target="slides/slide886.xml"/><Relationship Id="rId889" Type="http://schemas.openxmlformats.org/officeDocument/2006/relationships/slide" Target="slides/slide887.xml"/><Relationship Id="rId890" Type="http://schemas.openxmlformats.org/officeDocument/2006/relationships/slide" Target="slides/slide888.xml"/><Relationship Id="rId891" Type="http://schemas.openxmlformats.org/officeDocument/2006/relationships/slide" Target="slides/slide889.xml"/><Relationship Id="rId892" Type="http://schemas.openxmlformats.org/officeDocument/2006/relationships/slide" Target="slides/slide890.xml"/><Relationship Id="rId893" Type="http://schemas.openxmlformats.org/officeDocument/2006/relationships/slide" Target="slides/slide891.xml"/><Relationship Id="rId894" Type="http://schemas.openxmlformats.org/officeDocument/2006/relationships/slide" Target="slides/slide892.xml"/><Relationship Id="rId895" Type="http://schemas.openxmlformats.org/officeDocument/2006/relationships/slide" Target="slides/slide893.xml"/><Relationship Id="rId896" Type="http://schemas.openxmlformats.org/officeDocument/2006/relationships/slide" Target="slides/slide894.xml"/><Relationship Id="rId897" Type="http://schemas.openxmlformats.org/officeDocument/2006/relationships/slide" Target="slides/slide895.xml"/><Relationship Id="rId898" Type="http://schemas.openxmlformats.org/officeDocument/2006/relationships/slide" Target="slides/slide896.xml"/><Relationship Id="rId899" Type="http://schemas.openxmlformats.org/officeDocument/2006/relationships/slide" Target="slides/slide897.xml"/><Relationship Id="rId900" Type="http://schemas.openxmlformats.org/officeDocument/2006/relationships/slide" Target="slides/slide898.xml"/><Relationship Id="rId901" Type="http://schemas.openxmlformats.org/officeDocument/2006/relationships/slide" Target="slides/slide899.xml"/><Relationship Id="rId902" Type="http://schemas.openxmlformats.org/officeDocument/2006/relationships/slide" Target="slides/slide900.xml"/><Relationship Id="rId903" Type="http://schemas.openxmlformats.org/officeDocument/2006/relationships/slide" Target="slides/slide901.xml"/><Relationship Id="rId904" Type="http://schemas.openxmlformats.org/officeDocument/2006/relationships/slide" Target="slides/slide902.xml"/><Relationship Id="rId905" Type="http://schemas.openxmlformats.org/officeDocument/2006/relationships/slide" Target="slides/slide903.xml"/><Relationship Id="rId906" Type="http://schemas.openxmlformats.org/officeDocument/2006/relationships/slide" Target="slides/slide904.xml"/><Relationship Id="rId907" Type="http://schemas.openxmlformats.org/officeDocument/2006/relationships/slide" Target="slides/slide905.xml"/><Relationship Id="rId908" Type="http://schemas.openxmlformats.org/officeDocument/2006/relationships/slide" Target="slides/slide906.xml"/><Relationship Id="rId909" Type="http://schemas.openxmlformats.org/officeDocument/2006/relationships/slide" Target="slides/slide907.xml"/><Relationship Id="rId910" Type="http://schemas.openxmlformats.org/officeDocument/2006/relationships/slide" Target="slides/slide908.xml"/><Relationship Id="rId911" Type="http://schemas.openxmlformats.org/officeDocument/2006/relationships/slide" Target="slides/slide909.xml"/><Relationship Id="rId912" Type="http://schemas.openxmlformats.org/officeDocument/2006/relationships/slide" Target="slides/slide910.xml"/><Relationship Id="rId913" Type="http://schemas.openxmlformats.org/officeDocument/2006/relationships/slide" Target="slides/slide911.xml"/><Relationship Id="rId914" Type="http://schemas.openxmlformats.org/officeDocument/2006/relationships/slide" Target="slides/slide912.xml"/><Relationship Id="rId915" Type="http://schemas.openxmlformats.org/officeDocument/2006/relationships/slide" Target="slides/slide913.xml"/><Relationship Id="rId916" Type="http://schemas.openxmlformats.org/officeDocument/2006/relationships/slide" Target="slides/slide914.xml"/><Relationship Id="rId917" Type="http://schemas.openxmlformats.org/officeDocument/2006/relationships/slide" Target="slides/slide915.xml"/><Relationship Id="rId918" Type="http://schemas.openxmlformats.org/officeDocument/2006/relationships/slide" Target="slides/slide916.xml"/><Relationship Id="rId919" Type="http://schemas.openxmlformats.org/officeDocument/2006/relationships/slide" Target="slides/slide917.xml"/><Relationship Id="rId920" Type="http://schemas.openxmlformats.org/officeDocument/2006/relationships/slide" Target="slides/slide918.xml"/><Relationship Id="rId921" Type="http://schemas.openxmlformats.org/officeDocument/2006/relationships/slide" Target="slides/slide919.xml"/><Relationship Id="rId922" Type="http://schemas.openxmlformats.org/officeDocument/2006/relationships/slide" Target="slides/slide920.xml"/><Relationship Id="rId923" Type="http://schemas.openxmlformats.org/officeDocument/2006/relationships/slide" Target="slides/slide921.xml"/><Relationship Id="rId924" Type="http://schemas.openxmlformats.org/officeDocument/2006/relationships/slide" Target="slides/slide922.xml"/><Relationship Id="rId925" Type="http://schemas.openxmlformats.org/officeDocument/2006/relationships/slide" Target="slides/slide923.xml"/><Relationship Id="rId926" Type="http://schemas.openxmlformats.org/officeDocument/2006/relationships/slide" Target="slides/slide924.xml"/><Relationship Id="rId927" Type="http://schemas.openxmlformats.org/officeDocument/2006/relationships/slide" Target="slides/slide925.xml"/><Relationship Id="rId928" Type="http://schemas.openxmlformats.org/officeDocument/2006/relationships/slide" Target="slides/slide926.xml"/><Relationship Id="rId929" Type="http://schemas.openxmlformats.org/officeDocument/2006/relationships/slide" Target="slides/slide927.xml"/><Relationship Id="rId930" Type="http://schemas.openxmlformats.org/officeDocument/2006/relationships/slide" Target="slides/slide928.xml"/><Relationship Id="rId931" Type="http://schemas.openxmlformats.org/officeDocument/2006/relationships/slide" Target="slides/slide929.xml"/><Relationship Id="rId932" Type="http://schemas.openxmlformats.org/officeDocument/2006/relationships/slide" Target="slides/slide930.xml"/><Relationship Id="rId933" Type="http://schemas.openxmlformats.org/officeDocument/2006/relationships/slide" Target="slides/slide931.xml"/><Relationship Id="rId934" Type="http://schemas.openxmlformats.org/officeDocument/2006/relationships/slide" Target="slides/slide932.xml"/><Relationship Id="rId935" Type="http://schemas.openxmlformats.org/officeDocument/2006/relationships/slide" Target="slides/slide933.xml"/><Relationship Id="rId936" Type="http://schemas.openxmlformats.org/officeDocument/2006/relationships/slide" Target="slides/slide934.xml"/><Relationship Id="rId937" Type="http://schemas.openxmlformats.org/officeDocument/2006/relationships/slide" Target="slides/slide935.xml"/><Relationship Id="rId938" Type="http://schemas.openxmlformats.org/officeDocument/2006/relationships/slide" Target="slides/slide936.xml"/><Relationship Id="rId939" Type="http://schemas.openxmlformats.org/officeDocument/2006/relationships/slide" Target="slides/slide937.xml"/><Relationship Id="rId940" Type="http://schemas.openxmlformats.org/officeDocument/2006/relationships/slide" Target="slides/slide938.xml"/><Relationship Id="rId941" Type="http://schemas.openxmlformats.org/officeDocument/2006/relationships/slide" Target="slides/slide939.xml"/><Relationship Id="rId942" Type="http://schemas.openxmlformats.org/officeDocument/2006/relationships/slide" Target="slides/slide940.xml"/><Relationship Id="rId943" Type="http://schemas.openxmlformats.org/officeDocument/2006/relationships/slide" Target="slides/slide941.xml"/><Relationship Id="rId944" Type="http://schemas.openxmlformats.org/officeDocument/2006/relationships/slide" Target="slides/slide942.xml"/><Relationship Id="rId945" Type="http://schemas.openxmlformats.org/officeDocument/2006/relationships/slide" Target="slides/slide943.xml"/><Relationship Id="rId946" Type="http://schemas.openxmlformats.org/officeDocument/2006/relationships/slide" Target="slides/slide944.xml"/><Relationship Id="rId947" Type="http://schemas.openxmlformats.org/officeDocument/2006/relationships/slide" Target="slides/slide945.xml"/><Relationship Id="rId948" Type="http://schemas.openxmlformats.org/officeDocument/2006/relationships/slide" Target="slides/slide946.xml"/><Relationship Id="rId949" Type="http://schemas.openxmlformats.org/officeDocument/2006/relationships/slide" Target="slides/slide947.xml"/><Relationship Id="rId950" Type="http://schemas.openxmlformats.org/officeDocument/2006/relationships/slide" Target="slides/slide948.xml"/><Relationship Id="rId951" Type="http://schemas.openxmlformats.org/officeDocument/2006/relationships/slide" Target="slides/slide949.xml"/><Relationship Id="rId952" Type="http://schemas.openxmlformats.org/officeDocument/2006/relationships/slide" Target="slides/slide950.xml"/><Relationship Id="rId953" Type="http://schemas.openxmlformats.org/officeDocument/2006/relationships/slide" Target="slides/slide951.xml"/><Relationship Id="rId954" Type="http://schemas.openxmlformats.org/officeDocument/2006/relationships/slide" Target="slides/slide952.xml"/><Relationship Id="rId955" Type="http://schemas.openxmlformats.org/officeDocument/2006/relationships/slide" Target="slides/slide953.xml"/><Relationship Id="rId956" Type="http://schemas.openxmlformats.org/officeDocument/2006/relationships/slide" Target="slides/slide954.xml"/><Relationship Id="rId957" Type="http://schemas.openxmlformats.org/officeDocument/2006/relationships/slide" Target="slides/slide955.xml"/><Relationship Id="rId958" Type="http://schemas.openxmlformats.org/officeDocument/2006/relationships/slide" Target="slides/slide956.xml"/><Relationship Id="rId959" Type="http://schemas.openxmlformats.org/officeDocument/2006/relationships/slide" Target="slides/slide957.xml"/><Relationship Id="rId960" Type="http://schemas.openxmlformats.org/officeDocument/2006/relationships/slide" Target="slides/slide958.xml"/><Relationship Id="rId961" Type="http://schemas.openxmlformats.org/officeDocument/2006/relationships/slide" Target="slides/slide959.xml"/><Relationship Id="rId962" Type="http://schemas.openxmlformats.org/officeDocument/2006/relationships/slide" Target="slides/slide960.xml"/><Relationship Id="rId963" Type="http://schemas.openxmlformats.org/officeDocument/2006/relationships/slide" Target="slides/slide961.xml"/><Relationship Id="rId964" Type="http://schemas.openxmlformats.org/officeDocument/2006/relationships/slide" Target="slides/slide962.xml"/><Relationship Id="rId965" Type="http://schemas.openxmlformats.org/officeDocument/2006/relationships/slide" Target="slides/slide963.xml"/><Relationship Id="rId966" Type="http://schemas.openxmlformats.org/officeDocument/2006/relationships/slide" Target="slides/slide964.xml"/><Relationship Id="rId967" Type="http://schemas.openxmlformats.org/officeDocument/2006/relationships/slide" Target="slides/slide965.xml"/><Relationship Id="rId968" Type="http://schemas.openxmlformats.org/officeDocument/2006/relationships/slide" Target="slides/slide966.xml"/><Relationship Id="rId969" Type="http://schemas.openxmlformats.org/officeDocument/2006/relationships/slide" Target="slides/slide967.xml"/><Relationship Id="rId970" Type="http://schemas.openxmlformats.org/officeDocument/2006/relationships/slide" Target="slides/slide968.xml"/><Relationship Id="rId971" Type="http://schemas.openxmlformats.org/officeDocument/2006/relationships/slide" Target="slides/slide969.xml"/><Relationship Id="rId972" Type="http://schemas.openxmlformats.org/officeDocument/2006/relationships/slide" Target="slides/slide970.xml"/><Relationship Id="rId973" Type="http://schemas.openxmlformats.org/officeDocument/2006/relationships/slide" Target="slides/slide971.xml"/><Relationship Id="rId974" Type="http://schemas.openxmlformats.org/officeDocument/2006/relationships/slide" Target="slides/slide972.xml"/><Relationship Id="rId975" Type="http://schemas.openxmlformats.org/officeDocument/2006/relationships/slide" Target="slides/slide973.xml"/><Relationship Id="rId976" Type="http://schemas.openxmlformats.org/officeDocument/2006/relationships/slide" Target="slides/slide974.xml"/><Relationship Id="rId977" Type="http://schemas.openxmlformats.org/officeDocument/2006/relationships/slide" Target="slides/slide975.xml"/><Relationship Id="rId978" Type="http://schemas.openxmlformats.org/officeDocument/2006/relationships/slide" Target="slides/slide976.xml"/><Relationship Id="rId979" Type="http://schemas.openxmlformats.org/officeDocument/2006/relationships/slide" Target="slides/slide977.xml"/><Relationship Id="rId980" Type="http://schemas.openxmlformats.org/officeDocument/2006/relationships/slide" Target="slides/slide978.xml"/><Relationship Id="rId981" Type="http://schemas.openxmlformats.org/officeDocument/2006/relationships/slide" Target="slides/slide979.xml"/><Relationship Id="rId982" Type="http://schemas.openxmlformats.org/officeDocument/2006/relationships/slide" Target="slides/slide980.xml"/><Relationship Id="rId983" Type="http://schemas.openxmlformats.org/officeDocument/2006/relationships/slide" Target="slides/slide981.xml"/><Relationship Id="rId984" Type="http://schemas.openxmlformats.org/officeDocument/2006/relationships/slide" Target="slides/slide982.xml"/><Relationship Id="rId985" Type="http://schemas.openxmlformats.org/officeDocument/2006/relationships/slide" Target="slides/slide983.xml"/><Relationship Id="rId986" Type="http://schemas.openxmlformats.org/officeDocument/2006/relationships/slide" Target="slides/slide984.xml"/><Relationship Id="rId987" Type="http://schemas.openxmlformats.org/officeDocument/2006/relationships/slide" Target="slides/slide985.xml"/><Relationship Id="rId988" Type="http://schemas.openxmlformats.org/officeDocument/2006/relationships/slide" Target="slides/slide986.xml"/><Relationship Id="rId989" Type="http://schemas.openxmlformats.org/officeDocument/2006/relationships/slide" Target="slides/slide987.xml"/><Relationship Id="rId990" Type="http://schemas.openxmlformats.org/officeDocument/2006/relationships/slide" Target="slides/slide988.xml"/><Relationship Id="rId991" Type="http://schemas.openxmlformats.org/officeDocument/2006/relationships/slide" Target="slides/slide989.xml"/><Relationship Id="rId992" Type="http://schemas.openxmlformats.org/officeDocument/2006/relationships/slide" Target="slides/slide990.xml"/><Relationship Id="rId993" Type="http://schemas.openxmlformats.org/officeDocument/2006/relationships/slide" Target="slides/slide991.xml"/><Relationship Id="rId994" Type="http://schemas.openxmlformats.org/officeDocument/2006/relationships/slide" Target="slides/slide992.xml"/><Relationship Id="rId995" Type="http://schemas.openxmlformats.org/officeDocument/2006/relationships/slide" Target="slides/slide993.xml"/><Relationship Id="rId996" Type="http://schemas.openxmlformats.org/officeDocument/2006/relationships/slide" Target="slides/slide994.xml"/><Relationship Id="rId997" Type="http://schemas.openxmlformats.org/officeDocument/2006/relationships/slide" Target="slides/slide995.xml"/><Relationship Id="rId998" Type="http://schemas.openxmlformats.org/officeDocument/2006/relationships/slide" Target="slides/slide996.xml"/><Relationship Id="rId999" Type="http://schemas.openxmlformats.org/officeDocument/2006/relationships/slide" Target="slides/slide997.xml"/><Relationship Id="rId1000" Type="http://schemas.openxmlformats.org/officeDocument/2006/relationships/slide" Target="slides/slide998.xml"/><Relationship Id="rId1001" Type="http://schemas.openxmlformats.org/officeDocument/2006/relationships/slide" Target="slides/slide999.xml"/><Relationship Id="rId1002" Type="http://schemas.openxmlformats.org/officeDocument/2006/relationships/slide" Target="slides/slide1000.xml"/><Relationship Id="rId1003" Type="http://schemas.openxmlformats.org/officeDocument/2006/relationships/slide" Target="slides/slide1001.xml"/><Relationship Id="rId1004" Type="http://schemas.openxmlformats.org/officeDocument/2006/relationships/slide" Target="slides/slide1002.xml"/><Relationship Id="rId1005" Type="http://schemas.openxmlformats.org/officeDocument/2006/relationships/slide" Target="slides/slide1003.xml"/><Relationship Id="rId1006" Type="http://schemas.openxmlformats.org/officeDocument/2006/relationships/slide" Target="slides/slide1004.xml"/><Relationship Id="rId1007" Type="http://schemas.openxmlformats.org/officeDocument/2006/relationships/slide" Target="slides/slide1005.xml"/><Relationship Id="rId1008" Type="http://schemas.openxmlformats.org/officeDocument/2006/relationships/slide" Target="slides/slide1006.xml"/><Relationship Id="rId1009" Type="http://schemas.openxmlformats.org/officeDocument/2006/relationships/slide" Target="slides/slide1007.xml"/><Relationship Id="rId1010" Type="http://schemas.openxmlformats.org/officeDocument/2006/relationships/slide" Target="slides/slide1008.xml"/><Relationship Id="rId1011" Type="http://schemas.openxmlformats.org/officeDocument/2006/relationships/slide" Target="slides/slide1009.xml"/><Relationship Id="rId1012" Type="http://schemas.openxmlformats.org/officeDocument/2006/relationships/slide" Target="slides/slide1010.xml"/><Relationship Id="rId1013" Type="http://schemas.openxmlformats.org/officeDocument/2006/relationships/slide" Target="slides/slide1011.xml"/><Relationship Id="rId1014" Type="http://schemas.openxmlformats.org/officeDocument/2006/relationships/slide" Target="slides/slide1012.xml"/><Relationship Id="rId1015" Type="http://schemas.openxmlformats.org/officeDocument/2006/relationships/slide" Target="slides/slide1013.xml"/><Relationship Id="rId1016" Type="http://schemas.openxmlformats.org/officeDocument/2006/relationships/slide" Target="slides/slide1014.xml"/><Relationship Id="rId1017" Type="http://schemas.openxmlformats.org/officeDocument/2006/relationships/slide" Target="slides/slide1015.xml"/><Relationship Id="rId1018" Type="http://schemas.openxmlformats.org/officeDocument/2006/relationships/slide" Target="slides/slide1016.xml"/><Relationship Id="rId1019" Type="http://schemas.openxmlformats.org/officeDocument/2006/relationships/slide" Target="slides/slide1017.xml"/><Relationship Id="rId1020" Type="http://schemas.openxmlformats.org/officeDocument/2006/relationships/slide" Target="slides/slide1018.xml"/><Relationship Id="rId1021" Type="http://schemas.openxmlformats.org/officeDocument/2006/relationships/slide" Target="slides/slide1019.xml"/><Relationship Id="rId1022" Type="http://schemas.openxmlformats.org/officeDocument/2006/relationships/slide" Target="slides/slide1020.xml"/><Relationship Id="rId1023" Type="http://schemas.openxmlformats.org/officeDocument/2006/relationships/slide" Target="slides/slide1021.xml"/><Relationship Id="rId1024" Type="http://schemas.openxmlformats.org/officeDocument/2006/relationships/slide" Target="slides/slide1022.xml"/><Relationship Id="rId1025" Type="http://schemas.openxmlformats.org/officeDocument/2006/relationships/slide" Target="slides/slide1023.xml"/><Relationship Id="rId1026" Type="http://schemas.openxmlformats.org/officeDocument/2006/relationships/slide" Target="slides/slide1024.xml"/><Relationship Id="rId1027" Type="http://schemas.openxmlformats.org/officeDocument/2006/relationships/slide" Target="slides/slide1025.xml"/><Relationship Id="rId1028" Type="http://schemas.openxmlformats.org/officeDocument/2006/relationships/slide" Target="slides/slide1026.xml"/><Relationship Id="rId1029" Type="http://schemas.openxmlformats.org/officeDocument/2006/relationships/slide" Target="slides/slide1027.xml"/><Relationship Id="rId1030" Type="http://schemas.openxmlformats.org/officeDocument/2006/relationships/slide" Target="slides/slide1028.xml"/><Relationship Id="rId1031" Type="http://schemas.openxmlformats.org/officeDocument/2006/relationships/slide" Target="slides/slide1029.xml"/><Relationship Id="rId1032" Type="http://schemas.openxmlformats.org/officeDocument/2006/relationships/slide" Target="slides/slide1030.xml"/><Relationship Id="rId1033" Type="http://schemas.openxmlformats.org/officeDocument/2006/relationships/slide" Target="slides/slide1031.xml"/><Relationship Id="rId1034" Type="http://schemas.openxmlformats.org/officeDocument/2006/relationships/slide" Target="slides/slide1032.xml"/><Relationship Id="rId1035" Type="http://schemas.openxmlformats.org/officeDocument/2006/relationships/slide" Target="slides/slide1033.xml"/><Relationship Id="rId1036" Type="http://schemas.openxmlformats.org/officeDocument/2006/relationships/slide" Target="slides/slide1034.xml"/><Relationship Id="rId1037" Type="http://schemas.openxmlformats.org/officeDocument/2006/relationships/slide" Target="slides/slide1035.xml"/><Relationship Id="rId1038" Type="http://schemas.openxmlformats.org/officeDocument/2006/relationships/slide" Target="slides/slide1036.xml"/><Relationship Id="rId1039" Type="http://schemas.openxmlformats.org/officeDocument/2006/relationships/slide" Target="slides/slide1037.xml"/><Relationship Id="rId1040" Type="http://schemas.openxmlformats.org/officeDocument/2006/relationships/slide" Target="slides/slide1038.xml"/><Relationship Id="rId1041" Type="http://schemas.openxmlformats.org/officeDocument/2006/relationships/slide" Target="slides/slide1039.xml"/><Relationship Id="rId1042" Type="http://schemas.openxmlformats.org/officeDocument/2006/relationships/slide" Target="slides/slide1040.xml"/><Relationship Id="rId1043" Type="http://schemas.openxmlformats.org/officeDocument/2006/relationships/slide" Target="slides/slide1041.xml"/><Relationship Id="rId1044" Type="http://schemas.openxmlformats.org/officeDocument/2006/relationships/slide" Target="slides/slide1042.xml"/><Relationship Id="rId1045" Type="http://schemas.openxmlformats.org/officeDocument/2006/relationships/slide" Target="slides/slide1043.xml"/><Relationship Id="rId1046" Type="http://schemas.openxmlformats.org/officeDocument/2006/relationships/slide" Target="slides/slide1044.xml"/><Relationship Id="rId1047" Type="http://schemas.openxmlformats.org/officeDocument/2006/relationships/slide" Target="slides/slide1045.xml"/><Relationship Id="rId1048" Type="http://schemas.openxmlformats.org/officeDocument/2006/relationships/slide" Target="slides/slide1046.xml"/><Relationship Id="rId1049" Type="http://schemas.openxmlformats.org/officeDocument/2006/relationships/slide" Target="slides/slide1047.xml"/><Relationship Id="rId1050" Type="http://schemas.openxmlformats.org/officeDocument/2006/relationships/slide" Target="slides/slide1048.xml"/><Relationship Id="rId1051" Type="http://schemas.openxmlformats.org/officeDocument/2006/relationships/slide" Target="slides/slide1049.xml"/><Relationship Id="rId1052" Type="http://schemas.openxmlformats.org/officeDocument/2006/relationships/slide" Target="slides/slide1050.xml"/><Relationship Id="rId1053" Type="http://schemas.openxmlformats.org/officeDocument/2006/relationships/slide" Target="slides/slide1051.xml"/><Relationship Id="rId1054" Type="http://schemas.openxmlformats.org/officeDocument/2006/relationships/slide" Target="slides/slide1052.xml"/><Relationship Id="rId1055" Type="http://schemas.openxmlformats.org/officeDocument/2006/relationships/slide" Target="slides/slide1053.xml"/><Relationship Id="rId1056" Type="http://schemas.openxmlformats.org/officeDocument/2006/relationships/slide" Target="slides/slide1054.xml"/><Relationship Id="rId1057" Type="http://schemas.openxmlformats.org/officeDocument/2006/relationships/slide" Target="slides/slide1055.xml"/><Relationship Id="rId1058" Type="http://schemas.openxmlformats.org/officeDocument/2006/relationships/slide" Target="slides/slide1056.xml"/><Relationship Id="rId1059" Type="http://schemas.openxmlformats.org/officeDocument/2006/relationships/slide" Target="slides/slide1057.xml"/><Relationship Id="rId1060" Type="http://schemas.openxmlformats.org/officeDocument/2006/relationships/slide" Target="slides/slide1058.xml"/><Relationship Id="rId1061" Type="http://schemas.openxmlformats.org/officeDocument/2006/relationships/slide" Target="slides/slide1059.xml"/><Relationship Id="rId1062" Type="http://schemas.openxmlformats.org/officeDocument/2006/relationships/slide" Target="slides/slide1060.xml"/><Relationship Id="rId1063" Type="http://schemas.openxmlformats.org/officeDocument/2006/relationships/slide" Target="slides/slide1061.xml"/><Relationship Id="rId1064" Type="http://schemas.openxmlformats.org/officeDocument/2006/relationships/slide" Target="slides/slide1062.xml"/><Relationship Id="rId1065" Type="http://schemas.openxmlformats.org/officeDocument/2006/relationships/slide" Target="slides/slide1063.xml"/><Relationship Id="rId1066" Type="http://schemas.openxmlformats.org/officeDocument/2006/relationships/slide" Target="slides/slide1064.xml"/><Relationship Id="rId1067" Type="http://schemas.openxmlformats.org/officeDocument/2006/relationships/slide" Target="slides/slide1065.xml"/><Relationship Id="rId1068" Type="http://schemas.openxmlformats.org/officeDocument/2006/relationships/slide" Target="slides/slide1066.xml"/><Relationship Id="rId1069" Type="http://schemas.openxmlformats.org/officeDocument/2006/relationships/slide" Target="slides/slide1067.xml"/><Relationship Id="rId1070" Type="http://schemas.openxmlformats.org/officeDocument/2006/relationships/slide" Target="slides/slide1068.xml"/><Relationship Id="rId1071" Type="http://schemas.openxmlformats.org/officeDocument/2006/relationships/slide" Target="slides/slide1069.xml"/><Relationship Id="rId1072" Type="http://schemas.openxmlformats.org/officeDocument/2006/relationships/slide" Target="slides/slide1070.xml"/><Relationship Id="rId1073" Type="http://schemas.openxmlformats.org/officeDocument/2006/relationships/slide" Target="slides/slide1071.xml"/><Relationship Id="rId1074" Type="http://schemas.openxmlformats.org/officeDocument/2006/relationships/slide" Target="slides/slide1072.xml"/><Relationship Id="rId1075" Type="http://schemas.openxmlformats.org/officeDocument/2006/relationships/slide" Target="slides/slide1073.xml"/><Relationship Id="rId1076" Type="http://schemas.openxmlformats.org/officeDocument/2006/relationships/slide" Target="slides/slide1074.xml"/><Relationship Id="rId1077" Type="http://schemas.openxmlformats.org/officeDocument/2006/relationships/slide" Target="slides/slide1075.xml"/><Relationship Id="rId1078" Type="http://schemas.openxmlformats.org/officeDocument/2006/relationships/slide" Target="slides/slide1076.xml"/><Relationship Id="rId1079" Type="http://schemas.openxmlformats.org/officeDocument/2006/relationships/slide" Target="slides/slide1077.xml"/><Relationship Id="rId1080" Type="http://schemas.openxmlformats.org/officeDocument/2006/relationships/slide" Target="slides/slide1078.xml"/><Relationship Id="rId1081" Type="http://schemas.openxmlformats.org/officeDocument/2006/relationships/slide" Target="slides/slide1079.xml"/><Relationship Id="rId1082" Type="http://schemas.openxmlformats.org/officeDocument/2006/relationships/slide" Target="slides/slide1080.xml"/><Relationship Id="rId1083" Type="http://schemas.openxmlformats.org/officeDocument/2006/relationships/slide" Target="slides/slide1081.xml"/><Relationship Id="rId1084" Type="http://schemas.openxmlformats.org/officeDocument/2006/relationships/slide" Target="slides/slide1082.xml"/><Relationship Id="rId1085" Type="http://schemas.openxmlformats.org/officeDocument/2006/relationships/slide" Target="slides/slide1083.xml"/><Relationship Id="rId1086" Type="http://schemas.openxmlformats.org/officeDocument/2006/relationships/slide" Target="slides/slide1084.xml"/><Relationship Id="rId1087" Type="http://schemas.openxmlformats.org/officeDocument/2006/relationships/slide" Target="slides/slide1085.xml"/><Relationship Id="rId1088" Type="http://schemas.openxmlformats.org/officeDocument/2006/relationships/slide" Target="slides/slide1086.xml"/><Relationship Id="rId1089" Type="http://schemas.openxmlformats.org/officeDocument/2006/relationships/slide" Target="slides/slide1087.xml"/><Relationship Id="rId1090" Type="http://schemas.openxmlformats.org/officeDocument/2006/relationships/slide" Target="slides/slide1088.xml"/><Relationship Id="rId1091" Type="http://schemas.openxmlformats.org/officeDocument/2006/relationships/slide" Target="slides/slide1089.xml"/><Relationship Id="rId1092" Type="http://schemas.openxmlformats.org/officeDocument/2006/relationships/slide" Target="slides/slide1090.xml"/><Relationship Id="rId1093" Type="http://schemas.openxmlformats.org/officeDocument/2006/relationships/slide" Target="slides/slide1091.xml"/><Relationship Id="rId1094" Type="http://schemas.openxmlformats.org/officeDocument/2006/relationships/slide" Target="slides/slide1092.xml"/><Relationship Id="rId1095" Type="http://schemas.openxmlformats.org/officeDocument/2006/relationships/slide" Target="slides/slide1093.xml"/><Relationship Id="rId1096" Type="http://schemas.openxmlformats.org/officeDocument/2006/relationships/slide" Target="slides/slide1094.xml"/><Relationship Id="rId1097" Type="http://schemas.openxmlformats.org/officeDocument/2006/relationships/slide" Target="slides/slide1095.xml"/><Relationship Id="rId1098" Type="http://schemas.openxmlformats.org/officeDocument/2006/relationships/slide" Target="slides/slide1096.xml"/><Relationship Id="rId1099" Type="http://schemas.openxmlformats.org/officeDocument/2006/relationships/slide" Target="slides/slide1097.xml"/><Relationship Id="rId1100" Type="http://schemas.openxmlformats.org/officeDocument/2006/relationships/slide" Target="slides/slide1098.xml"/><Relationship Id="rId1101" Type="http://schemas.openxmlformats.org/officeDocument/2006/relationships/slide" Target="slides/slide1099.xml"/><Relationship Id="rId1102" Type="http://schemas.openxmlformats.org/officeDocument/2006/relationships/slide" Target="slides/slide1100.xml"/><Relationship Id="rId1103" Type="http://schemas.openxmlformats.org/officeDocument/2006/relationships/slide" Target="slides/slide1101.xml"/><Relationship Id="rId1104" Type="http://schemas.openxmlformats.org/officeDocument/2006/relationships/slide" Target="slides/slide1102.xml"/><Relationship Id="rId1105" Type="http://schemas.openxmlformats.org/officeDocument/2006/relationships/slide" Target="slides/slide1103.xml"/><Relationship Id="rId1106" Type="http://schemas.openxmlformats.org/officeDocument/2006/relationships/slide" Target="slides/slide1104.xml"/><Relationship Id="rId1107" Type="http://schemas.openxmlformats.org/officeDocument/2006/relationships/slide" Target="slides/slide1105.xml"/><Relationship Id="rId1108" Type="http://schemas.openxmlformats.org/officeDocument/2006/relationships/slide" Target="slides/slide1106.xml"/><Relationship Id="rId1109" Type="http://schemas.openxmlformats.org/officeDocument/2006/relationships/slide" Target="slides/slide1107.xml"/><Relationship Id="rId1110" Type="http://schemas.openxmlformats.org/officeDocument/2006/relationships/slide" Target="slides/slide1108.xml"/><Relationship Id="rId1111" Type="http://schemas.openxmlformats.org/officeDocument/2006/relationships/slide" Target="slides/slide1109.xml"/><Relationship Id="rId1112" Type="http://schemas.openxmlformats.org/officeDocument/2006/relationships/slide" Target="slides/slide1110.xml"/><Relationship Id="rId1113" Type="http://schemas.openxmlformats.org/officeDocument/2006/relationships/slide" Target="slides/slide1111.xml"/><Relationship Id="rId1114" Type="http://schemas.openxmlformats.org/officeDocument/2006/relationships/slide" Target="slides/slide1112.xml"/><Relationship Id="rId1115" Type="http://schemas.openxmlformats.org/officeDocument/2006/relationships/slide" Target="slides/slide1113.xml"/><Relationship Id="rId1116" Type="http://schemas.openxmlformats.org/officeDocument/2006/relationships/slide" Target="slides/slide1114.xml"/><Relationship Id="rId1117" Type="http://schemas.openxmlformats.org/officeDocument/2006/relationships/slide" Target="slides/slide1115.xml"/><Relationship Id="rId1118" Type="http://schemas.openxmlformats.org/officeDocument/2006/relationships/slide" Target="slides/slide1116.xml"/><Relationship Id="rId1119" Type="http://schemas.openxmlformats.org/officeDocument/2006/relationships/slide" Target="slides/slide1117.xml"/><Relationship Id="rId1120" Type="http://schemas.openxmlformats.org/officeDocument/2006/relationships/slide" Target="slides/slide1118.xml"/><Relationship Id="rId1121" Type="http://schemas.openxmlformats.org/officeDocument/2006/relationships/slide" Target="slides/slide1119.xml"/><Relationship Id="rId1122" Type="http://schemas.openxmlformats.org/officeDocument/2006/relationships/slide" Target="slides/slide1120.xml"/><Relationship Id="rId1123" Type="http://schemas.openxmlformats.org/officeDocument/2006/relationships/slide" Target="slides/slide1121.xml"/><Relationship Id="rId1124" Type="http://schemas.openxmlformats.org/officeDocument/2006/relationships/slide" Target="slides/slide1122.xml"/><Relationship Id="rId1125" Type="http://schemas.openxmlformats.org/officeDocument/2006/relationships/slide" Target="slides/slide1123.xml"/><Relationship Id="rId1126" Type="http://schemas.openxmlformats.org/officeDocument/2006/relationships/slide" Target="slides/slide1124.xml"/><Relationship Id="rId1127" Type="http://schemas.openxmlformats.org/officeDocument/2006/relationships/slide" Target="slides/slide1125.xml"/><Relationship Id="rId1128" Type="http://schemas.openxmlformats.org/officeDocument/2006/relationships/slide" Target="slides/slide1126.xml"/><Relationship Id="rId1129" Type="http://schemas.openxmlformats.org/officeDocument/2006/relationships/slide" Target="slides/slide1127.xml"/><Relationship Id="rId1130" Type="http://schemas.openxmlformats.org/officeDocument/2006/relationships/slide" Target="slides/slide1128.xml"/><Relationship Id="rId1131" Type="http://schemas.openxmlformats.org/officeDocument/2006/relationships/slide" Target="slides/slide1129.xml"/><Relationship Id="rId1132" Type="http://schemas.openxmlformats.org/officeDocument/2006/relationships/slide" Target="slides/slide1130.xml"/><Relationship Id="rId1133" Type="http://schemas.openxmlformats.org/officeDocument/2006/relationships/slide" Target="slides/slide1131.xml"/><Relationship Id="rId1134" Type="http://schemas.openxmlformats.org/officeDocument/2006/relationships/slide" Target="slides/slide1132.xml"/><Relationship Id="rId1135" Type="http://schemas.openxmlformats.org/officeDocument/2006/relationships/slide" Target="slides/slide1133.xml"/><Relationship Id="rId1136" Type="http://schemas.openxmlformats.org/officeDocument/2006/relationships/slide" Target="slides/slide1134.xml"/><Relationship Id="rId1137" Type="http://schemas.openxmlformats.org/officeDocument/2006/relationships/slide" Target="slides/slide1135.xml"/><Relationship Id="rId1138" Type="http://schemas.openxmlformats.org/officeDocument/2006/relationships/slide" Target="slides/slide1136.xml"/><Relationship Id="rId1139" Type="http://schemas.openxmlformats.org/officeDocument/2006/relationships/slide" Target="slides/slide1137.xml"/><Relationship Id="rId1140" Type="http://schemas.openxmlformats.org/officeDocument/2006/relationships/slide" Target="slides/slide1138.xml"/><Relationship Id="rId1141" Type="http://schemas.openxmlformats.org/officeDocument/2006/relationships/slide" Target="slides/slide1139.xml"/><Relationship Id="rId1142" Type="http://schemas.openxmlformats.org/officeDocument/2006/relationships/slide" Target="slides/slide1140.xml"/><Relationship Id="rId1143" Type="http://schemas.openxmlformats.org/officeDocument/2006/relationships/slide" Target="slides/slide1141.xml"/><Relationship Id="rId1144" Type="http://schemas.openxmlformats.org/officeDocument/2006/relationships/slide" Target="slides/slide1142.xml"/><Relationship Id="rId1145" Type="http://schemas.openxmlformats.org/officeDocument/2006/relationships/slide" Target="slides/slide1143.xml"/><Relationship Id="rId1146" Type="http://schemas.openxmlformats.org/officeDocument/2006/relationships/slide" Target="slides/slide1144.xml"/><Relationship Id="rId1147" Type="http://schemas.openxmlformats.org/officeDocument/2006/relationships/slide" Target="slides/slide1145.xml"/><Relationship Id="rId1148" Type="http://schemas.openxmlformats.org/officeDocument/2006/relationships/slide" Target="slides/slide1146.xml"/><Relationship Id="rId1149" Type="http://schemas.openxmlformats.org/officeDocument/2006/relationships/slide" Target="slides/slide1147.xml"/><Relationship Id="rId1150" Type="http://schemas.openxmlformats.org/officeDocument/2006/relationships/slide" Target="slides/slide1148.xml"/><Relationship Id="rId1151" Type="http://schemas.openxmlformats.org/officeDocument/2006/relationships/slide" Target="slides/slide1149.xml"/><Relationship Id="rId1152" Type="http://schemas.openxmlformats.org/officeDocument/2006/relationships/slide" Target="slides/slide1150.xml"/><Relationship Id="rId1153" Type="http://schemas.openxmlformats.org/officeDocument/2006/relationships/slide" Target="slides/slide1151.xml"/><Relationship Id="rId1154" Type="http://schemas.openxmlformats.org/officeDocument/2006/relationships/slide" Target="slides/slide1152.xml"/><Relationship Id="rId1155" Type="http://schemas.openxmlformats.org/officeDocument/2006/relationships/slide" Target="slides/slide1153.xml"/><Relationship Id="rId1156" Type="http://schemas.openxmlformats.org/officeDocument/2006/relationships/slide" Target="slides/slide1154.xml"/><Relationship Id="rId1157" Type="http://schemas.openxmlformats.org/officeDocument/2006/relationships/slide" Target="slides/slide1155.xml"/><Relationship Id="rId1158" Type="http://schemas.openxmlformats.org/officeDocument/2006/relationships/slide" Target="slides/slide1156.xml"/><Relationship Id="rId1159" Type="http://schemas.openxmlformats.org/officeDocument/2006/relationships/slide" Target="slides/slide1157.xml"/><Relationship Id="rId1160" Type="http://schemas.openxmlformats.org/officeDocument/2006/relationships/slide" Target="slides/slide1158.xml"/><Relationship Id="rId1161" Type="http://schemas.openxmlformats.org/officeDocument/2006/relationships/slide" Target="slides/slide1159.xml"/><Relationship Id="rId1162" Type="http://schemas.openxmlformats.org/officeDocument/2006/relationships/slide" Target="slides/slide1160.xml"/><Relationship Id="rId1163" Type="http://schemas.openxmlformats.org/officeDocument/2006/relationships/slide" Target="slides/slide1161.xml"/><Relationship Id="rId1164" Type="http://schemas.openxmlformats.org/officeDocument/2006/relationships/slide" Target="slides/slide1162.xml"/><Relationship Id="rId1165" Type="http://schemas.openxmlformats.org/officeDocument/2006/relationships/slide" Target="slides/slide1163.xml"/><Relationship Id="rId1166" Type="http://schemas.openxmlformats.org/officeDocument/2006/relationships/slide" Target="slides/slide1164.xml"/><Relationship Id="rId1167" Type="http://schemas.openxmlformats.org/officeDocument/2006/relationships/slide" Target="slides/slide1165.xml"/><Relationship Id="rId1168" Type="http://schemas.openxmlformats.org/officeDocument/2006/relationships/slide" Target="slides/slide1166.xml"/><Relationship Id="rId1169" Type="http://schemas.openxmlformats.org/officeDocument/2006/relationships/slide" Target="slides/slide1167.xml"/><Relationship Id="rId1170" Type="http://schemas.openxmlformats.org/officeDocument/2006/relationships/slide" Target="slides/slide1168.xml"/><Relationship Id="rId1171" Type="http://schemas.openxmlformats.org/officeDocument/2006/relationships/slide" Target="slides/slide1169.xml"/><Relationship Id="rId1172" Type="http://schemas.openxmlformats.org/officeDocument/2006/relationships/slide" Target="slides/slide1170.xml"/><Relationship Id="rId1173" Type="http://schemas.openxmlformats.org/officeDocument/2006/relationships/slide" Target="slides/slide1171.xml"/><Relationship Id="rId1174" Type="http://schemas.openxmlformats.org/officeDocument/2006/relationships/slide" Target="slides/slide1172.xml"/><Relationship Id="rId1175" Type="http://schemas.openxmlformats.org/officeDocument/2006/relationships/slide" Target="slides/slide1173.xml"/><Relationship Id="rId1176" Type="http://schemas.openxmlformats.org/officeDocument/2006/relationships/slide" Target="slides/slide1174.xml"/><Relationship Id="rId1177" Type="http://schemas.openxmlformats.org/officeDocument/2006/relationships/slide" Target="slides/slide1175.xml"/><Relationship Id="rId1178" Type="http://schemas.openxmlformats.org/officeDocument/2006/relationships/slide" Target="slides/slide1176.xml"/><Relationship Id="rId1179" Type="http://schemas.openxmlformats.org/officeDocument/2006/relationships/slide" Target="slides/slide1177.xml"/><Relationship Id="rId1180" Type="http://schemas.openxmlformats.org/officeDocument/2006/relationships/slide" Target="slides/slide1178.xml"/><Relationship Id="rId1181" Type="http://schemas.openxmlformats.org/officeDocument/2006/relationships/slide" Target="slides/slide1179.xml"/><Relationship Id="rId1182" Type="http://schemas.openxmlformats.org/officeDocument/2006/relationships/slide" Target="slides/slide1180.xml"/><Relationship Id="rId1183" Type="http://schemas.openxmlformats.org/officeDocument/2006/relationships/slide" Target="slides/slide1181.xml"/><Relationship Id="rId1184" Type="http://schemas.openxmlformats.org/officeDocument/2006/relationships/slide" Target="slides/slide1182.xml"/><Relationship Id="rId1185" Type="http://schemas.openxmlformats.org/officeDocument/2006/relationships/slide" Target="slides/slide1183.xml"/><Relationship Id="rId1186" Type="http://schemas.openxmlformats.org/officeDocument/2006/relationships/slide" Target="slides/slide1184.xml"/><Relationship Id="rId1187" Type="http://schemas.openxmlformats.org/officeDocument/2006/relationships/slide" Target="slides/slide1185.xml"/><Relationship Id="rId1188" Type="http://schemas.openxmlformats.org/officeDocument/2006/relationships/slide" Target="slides/slide1186.xml"/><Relationship Id="rId1189" Type="http://schemas.openxmlformats.org/officeDocument/2006/relationships/slide" Target="slides/slide1187.xml"/><Relationship Id="rId1190" Type="http://schemas.openxmlformats.org/officeDocument/2006/relationships/slide" Target="slides/slide1188.xml"/><Relationship Id="rId1191" Type="http://schemas.openxmlformats.org/officeDocument/2006/relationships/slide" Target="slides/slide1189.xml"/><Relationship Id="rId1192" Type="http://schemas.openxmlformats.org/officeDocument/2006/relationships/slide" Target="slides/slide1190.xml"/><Relationship Id="rId1193" Type="http://schemas.openxmlformats.org/officeDocument/2006/relationships/slide" Target="slides/slide1191.xml"/><Relationship Id="rId1194" Type="http://schemas.openxmlformats.org/officeDocument/2006/relationships/slide" Target="slides/slide1192.xml"/><Relationship Id="rId1195" Type="http://schemas.openxmlformats.org/officeDocument/2006/relationships/slide" Target="slides/slide1193.xml"/><Relationship Id="rId1196" Type="http://schemas.openxmlformats.org/officeDocument/2006/relationships/slide" Target="slides/slide1194.xml"/><Relationship Id="rId1197" Type="http://schemas.openxmlformats.org/officeDocument/2006/relationships/slide" Target="slides/slide1195.xml"/><Relationship Id="rId1198" Type="http://schemas.openxmlformats.org/officeDocument/2006/relationships/slide" Target="slides/slide1196.xml"/><Relationship Id="rId1199" Type="http://schemas.openxmlformats.org/officeDocument/2006/relationships/slide" Target="slides/slide1197.xml"/><Relationship Id="rId1200" Type="http://schemas.openxmlformats.org/officeDocument/2006/relationships/slide" Target="slides/slide1198.xml"/><Relationship Id="rId1201" Type="http://schemas.openxmlformats.org/officeDocument/2006/relationships/slide" Target="slides/slide1199.xml"/><Relationship Id="rId1202" Type="http://schemas.openxmlformats.org/officeDocument/2006/relationships/slide" Target="slides/slide1200.xml"/><Relationship Id="rId1203" Type="http://schemas.openxmlformats.org/officeDocument/2006/relationships/slide" Target="slides/slide1201.xml"/><Relationship Id="rId1204" Type="http://schemas.openxmlformats.org/officeDocument/2006/relationships/slide" Target="slides/slide1202.xml"/><Relationship Id="rId1205" Type="http://schemas.openxmlformats.org/officeDocument/2006/relationships/slide" Target="slides/slide1203.xml"/><Relationship Id="rId1206" Type="http://schemas.openxmlformats.org/officeDocument/2006/relationships/slide" Target="slides/slide1204.xml"/><Relationship Id="rId1207" Type="http://schemas.openxmlformats.org/officeDocument/2006/relationships/slide" Target="slides/slide1205.xml"/><Relationship Id="rId1208" Type="http://schemas.openxmlformats.org/officeDocument/2006/relationships/slide" Target="slides/slide1206.xml"/><Relationship Id="rId1209" Type="http://schemas.openxmlformats.org/officeDocument/2006/relationships/slide" Target="slides/slide1207.xml"/><Relationship Id="rId1210" Type="http://schemas.openxmlformats.org/officeDocument/2006/relationships/slide" Target="slides/slide1208.xml"/><Relationship Id="rId1211" Type="http://schemas.openxmlformats.org/officeDocument/2006/relationships/slide" Target="slides/slide1209.xml"/><Relationship Id="rId1212" Type="http://schemas.openxmlformats.org/officeDocument/2006/relationships/slide" Target="slides/slide1210.xml"/><Relationship Id="rId1213" Type="http://schemas.openxmlformats.org/officeDocument/2006/relationships/slide" Target="slides/slide1211.xml"/><Relationship Id="rId1214" Type="http://schemas.openxmlformats.org/officeDocument/2006/relationships/slide" Target="slides/slide1212.xml"/><Relationship Id="rId1215" Type="http://schemas.openxmlformats.org/officeDocument/2006/relationships/slide" Target="slides/slide1213.xml"/><Relationship Id="rId1216" Type="http://schemas.openxmlformats.org/officeDocument/2006/relationships/slide" Target="slides/slide1214.xml"/><Relationship Id="rId1217" Type="http://schemas.openxmlformats.org/officeDocument/2006/relationships/slide" Target="slides/slide1215.xml"/><Relationship Id="rId1218" Type="http://schemas.openxmlformats.org/officeDocument/2006/relationships/slide" Target="slides/slide1216.xml"/><Relationship Id="rId1219" Type="http://schemas.openxmlformats.org/officeDocument/2006/relationships/slide" Target="slides/slide1217.xml"/><Relationship Id="rId1220" Type="http://schemas.openxmlformats.org/officeDocument/2006/relationships/slide" Target="slides/slide1218.xml"/><Relationship Id="rId1221" Type="http://schemas.openxmlformats.org/officeDocument/2006/relationships/slide" Target="slides/slide1219.xml"/><Relationship Id="rId1222" Type="http://schemas.openxmlformats.org/officeDocument/2006/relationships/slide" Target="slides/slide1220.xml"/><Relationship Id="rId1223" Type="http://schemas.openxmlformats.org/officeDocument/2006/relationships/slide" Target="slides/slide1221.xml"/><Relationship Id="rId1224" Type="http://schemas.openxmlformats.org/officeDocument/2006/relationships/slide" Target="slides/slide1222.xml"/><Relationship Id="rId1225" Type="http://schemas.openxmlformats.org/officeDocument/2006/relationships/slide" Target="slides/slide1223.xml"/><Relationship Id="rId1226" Type="http://schemas.openxmlformats.org/officeDocument/2006/relationships/slide" Target="slides/slide1224.xml"/><Relationship Id="rId1227" Type="http://schemas.openxmlformats.org/officeDocument/2006/relationships/slide" Target="slides/slide1225.xml"/><Relationship Id="rId1228" Type="http://schemas.openxmlformats.org/officeDocument/2006/relationships/slide" Target="slides/slide1226.xml"/><Relationship Id="rId1229" Type="http://schemas.openxmlformats.org/officeDocument/2006/relationships/slide" Target="slides/slide1227.xml"/><Relationship Id="rId1230" Type="http://schemas.openxmlformats.org/officeDocument/2006/relationships/slide" Target="slides/slide1228.xml"/><Relationship Id="rId1231" Type="http://schemas.openxmlformats.org/officeDocument/2006/relationships/slide" Target="slides/slide1229.xml"/><Relationship Id="rId1232" Type="http://schemas.openxmlformats.org/officeDocument/2006/relationships/slide" Target="slides/slide1230.xml"/><Relationship Id="rId1233" Type="http://schemas.openxmlformats.org/officeDocument/2006/relationships/slide" Target="slides/slide1231.xml"/><Relationship Id="rId1234" Type="http://schemas.openxmlformats.org/officeDocument/2006/relationships/slide" Target="slides/slide1232.xml"/><Relationship Id="rId1235" Type="http://schemas.openxmlformats.org/officeDocument/2006/relationships/slide" Target="slides/slide1233.xml"/><Relationship Id="rId1236" Type="http://schemas.openxmlformats.org/officeDocument/2006/relationships/slide" Target="slides/slide1234.xml"/><Relationship Id="rId1237" Type="http://schemas.openxmlformats.org/officeDocument/2006/relationships/slide" Target="slides/slide1235.xml"/><Relationship Id="rId1238" Type="http://schemas.openxmlformats.org/officeDocument/2006/relationships/slide" Target="slides/slide1236.xml"/><Relationship Id="rId1239" Type="http://schemas.openxmlformats.org/officeDocument/2006/relationships/slide" Target="slides/slide1237.xml"/><Relationship Id="rId1240" Type="http://schemas.openxmlformats.org/officeDocument/2006/relationships/slide" Target="slides/slide1238.xml"/><Relationship Id="rId1241" Type="http://schemas.openxmlformats.org/officeDocument/2006/relationships/slide" Target="slides/slide1239.xml"/><Relationship Id="rId1242" Type="http://schemas.openxmlformats.org/officeDocument/2006/relationships/slide" Target="slides/slide1240.xml"/><Relationship Id="rId1243" Type="http://schemas.openxmlformats.org/officeDocument/2006/relationships/slide" Target="slides/slide1241.xml"/><Relationship Id="rId1244" Type="http://schemas.openxmlformats.org/officeDocument/2006/relationships/slide" Target="slides/slide1242.xml"/><Relationship Id="rId1245" Type="http://schemas.openxmlformats.org/officeDocument/2006/relationships/slide" Target="slides/slide1243.xml"/><Relationship Id="rId1246" Type="http://schemas.openxmlformats.org/officeDocument/2006/relationships/slide" Target="slides/slide1244.xml"/><Relationship Id="rId1247" Type="http://schemas.openxmlformats.org/officeDocument/2006/relationships/slide" Target="slides/slide1245.xml"/><Relationship Id="rId1248" Type="http://schemas.openxmlformats.org/officeDocument/2006/relationships/slide" Target="slides/slide1246.xml"/><Relationship Id="rId1249" Type="http://schemas.openxmlformats.org/officeDocument/2006/relationships/slide" Target="slides/slide1247.xml"/><Relationship Id="rId1250" Type="http://schemas.openxmlformats.org/officeDocument/2006/relationships/slide" Target="slides/slide1248.xml"/><Relationship Id="rId1251" Type="http://schemas.openxmlformats.org/officeDocument/2006/relationships/slide" Target="slides/slide1249.xml"/><Relationship Id="rId1252" Type="http://schemas.openxmlformats.org/officeDocument/2006/relationships/slide" Target="slides/slide1250.xml"/><Relationship Id="rId1253" Type="http://schemas.openxmlformats.org/officeDocument/2006/relationships/slide" Target="slides/slide1251.xml"/><Relationship Id="rId1254" Type="http://schemas.openxmlformats.org/officeDocument/2006/relationships/slide" Target="slides/slide1252.xml"/><Relationship Id="rId1255" Type="http://schemas.openxmlformats.org/officeDocument/2006/relationships/slide" Target="slides/slide1253.xml"/><Relationship Id="rId1256" Type="http://schemas.openxmlformats.org/officeDocument/2006/relationships/slide" Target="slides/slide1254.xml"/><Relationship Id="rId1257" Type="http://schemas.openxmlformats.org/officeDocument/2006/relationships/slide" Target="slides/slide1255.xml"/><Relationship Id="rId1258" Type="http://schemas.openxmlformats.org/officeDocument/2006/relationships/slide" Target="slides/slide1256.xml"/><Relationship Id="rId1259" Type="http://schemas.openxmlformats.org/officeDocument/2006/relationships/slide" Target="slides/slide1257.xml"/><Relationship Id="rId1260" Type="http://schemas.openxmlformats.org/officeDocument/2006/relationships/slide" Target="slides/slide1258.xml"/><Relationship Id="rId1261" Type="http://schemas.openxmlformats.org/officeDocument/2006/relationships/slide" Target="slides/slide1259.xml"/><Relationship Id="rId1262" Type="http://schemas.openxmlformats.org/officeDocument/2006/relationships/slide" Target="slides/slide1260.xml"/><Relationship Id="rId1263" Type="http://schemas.openxmlformats.org/officeDocument/2006/relationships/slide" Target="slides/slide1261.xml"/><Relationship Id="rId1264" Type="http://schemas.openxmlformats.org/officeDocument/2006/relationships/slide" Target="slides/slide1262.xml"/><Relationship Id="rId1265" Type="http://schemas.openxmlformats.org/officeDocument/2006/relationships/slide" Target="slides/slide1263.xml"/><Relationship Id="rId1266" Type="http://schemas.openxmlformats.org/officeDocument/2006/relationships/slide" Target="slides/slide1264.xml"/><Relationship Id="rId1267" Type="http://schemas.openxmlformats.org/officeDocument/2006/relationships/slide" Target="slides/slide1265.xml"/><Relationship Id="rId1268" Type="http://schemas.openxmlformats.org/officeDocument/2006/relationships/slide" Target="slides/slide1266.xml"/><Relationship Id="rId1269" Type="http://schemas.openxmlformats.org/officeDocument/2006/relationships/slide" Target="slides/slide1267.xml"/><Relationship Id="rId1270" Type="http://schemas.openxmlformats.org/officeDocument/2006/relationships/slide" Target="slides/slide1268.xml"/><Relationship Id="rId1271" Type="http://schemas.openxmlformats.org/officeDocument/2006/relationships/slide" Target="slides/slide1269.xml"/><Relationship Id="rId1272" Type="http://schemas.openxmlformats.org/officeDocument/2006/relationships/slide" Target="slides/slide1270.xml"/><Relationship Id="rId1273" Type="http://schemas.openxmlformats.org/officeDocument/2006/relationships/slide" Target="slides/slide1271.xml"/><Relationship Id="rId1274" Type="http://schemas.openxmlformats.org/officeDocument/2006/relationships/slide" Target="slides/slide1272.xml"/><Relationship Id="rId1275" Type="http://schemas.openxmlformats.org/officeDocument/2006/relationships/slide" Target="slides/slide1273.xml"/><Relationship Id="rId1276" Type="http://schemas.openxmlformats.org/officeDocument/2006/relationships/slide" Target="slides/slide1274.xml"/><Relationship Id="rId1277" Type="http://schemas.openxmlformats.org/officeDocument/2006/relationships/slide" Target="slides/slide1275.xml"/><Relationship Id="rId1278" Type="http://schemas.openxmlformats.org/officeDocument/2006/relationships/slide" Target="slides/slide1276.xml"/><Relationship Id="rId1279" Type="http://schemas.openxmlformats.org/officeDocument/2006/relationships/slide" Target="slides/slide1277.xml"/><Relationship Id="rId1280" Type="http://schemas.openxmlformats.org/officeDocument/2006/relationships/slide" Target="slides/slide1278.xml"/><Relationship Id="rId1281" Type="http://schemas.openxmlformats.org/officeDocument/2006/relationships/slide" Target="slides/slide1279.xml"/><Relationship Id="rId1282" Type="http://schemas.openxmlformats.org/officeDocument/2006/relationships/slide" Target="slides/slide1280.xml"/><Relationship Id="rId1283" Type="http://schemas.openxmlformats.org/officeDocument/2006/relationships/slide" Target="slides/slide1281.xml"/><Relationship Id="rId1284" Type="http://schemas.openxmlformats.org/officeDocument/2006/relationships/slide" Target="slides/slide1282.xml"/><Relationship Id="rId1285" Type="http://schemas.openxmlformats.org/officeDocument/2006/relationships/slide" Target="slides/slide1283.xml"/><Relationship Id="rId1286" Type="http://schemas.openxmlformats.org/officeDocument/2006/relationships/slide" Target="slides/slide1284.xml"/><Relationship Id="rId1287" Type="http://schemas.openxmlformats.org/officeDocument/2006/relationships/slide" Target="slides/slide1285.xml"/><Relationship Id="rId1288" Type="http://schemas.openxmlformats.org/officeDocument/2006/relationships/slide" Target="slides/slide1286.xml"/><Relationship Id="rId1289" Type="http://schemas.openxmlformats.org/officeDocument/2006/relationships/slide" Target="slides/slide1287.xml"/><Relationship Id="rId1290" Type="http://schemas.openxmlformats.org/officeDocument/2006/relationships/slide" Target="slides/slide1288.xml"/><Relationship Id="rId1291" Type="http://schemas.openxmlformats.org/officeDocument/2006/relationships/slide" Target="slides/slide1289.xml"/><Relationship Id="rId1292" Type="http://schemas.openxmlformats.org/officeDocument/2006/relationships/slide" Target="slides/slide1290.xml"/><Relationship Id="rId1293" Type="http://schemas.openxmlformats.org/officeDocument/2006/relationships/slide" Target="slides/slide1291.xml"/><Relationship Id="rId1294" Type="http://schemas.openxmlformats.org/officeDocument/2006/relationships/slide" Target="slides/slide1292.xml"/><Relationship Id="rId1295" Type="http://schemas.openxmlformats.org/officeDocument/2006/relationships/slide" Target="slides/slide1293.xml"/><Relationship Id="rId1296" Type="http://schemas.openxmlformats.org/officeDocument/2006/relationships/slide" Target="slides/slide1294.xml"/><Relationship Id="rId1297" Type="http://schemas.openxmlformats.org/officeDocument/2006/relationships/slide" Target="slides/slide1295.xml"/><Relationship Id="rId1298" Type="http://schemas.openxmlformats.org/officeDocument/2006/relationships/slide" Target="slides/slide1296.xml"/><Relationship Id="rId1299" Type="http://schemas.openxmlformats.org/officeDocument/2006/relationships/slide" Target="slides/slide1297.xml"/><Relationship Id="rId1300" Type="http://schemas.openxmlformats.org/officeDocument/2006/relationships/slide" Target="slides/slide1298.xml"/><Relationship Id="rId1301" Type="http://schemas.openxmlformats.org/officeDocument/2006/relationships/slide" Target="slides/slide1299.xml"/><Relationship Id="rId1302" Type="http://schemas.openxmlformats.org/officeDocument/2006/relationships/slide" Target="slides/slide1300.xml"/><Relationship Id="rId1303" Type="http://schemas.openxmlformats.org/officeDocument/2006/relationships/slide" Target="slides/slide1301.xml"/><Relationship Id="rId1304" Type="http://schemas.openxmlformats.org/officeDocument/2006/relationships/slide" Target="slides/slide1302.xml"/><Relationship Id="rId1305" Type="http://schemas.openxmlformats.org/officeDocument/2006/relationships/slide" Target="slides/slide1303.xml"/><Relationship Id="rId1306" Type="http://schemas.openxmlformats.org/officeDocument/2006/relationships/slide" Target="slides/slide1304.xml"/><Relationship Id="rId1307" Type="http://schemas.openxmlformats.org/officeDocument/2006/relationships/slide" Target="slides/slide1305.xml"/><Relationship Id="rId1308" Type="http://schemas.openxmlformats.org/officeDocument/2006/relationships/slide" Target="slides/slide1306.xml"/><Relationship Id="rId1309" Type="http://schemas.openxmlformats.org/officeDocument/2006/relationships/slide" Target="slides/slide1307.xml"/><Relationship Id="rId1310" Type="http://schemas.openxmlformats.org/officeDocument/2006/relationships/slide" Target="slides/slide1308.xml"/><Relationship Id="rId1311" Type="http://schemas.openxmlformats.org/officeDocument/2006/relationships/slide" Target="slides/slide1309.xml"/><Relationship Id="rId1312" Type="http://schemas.openxmlformats.org/officeDocument/2006/relationships/slide" Target="slides/slide1310.xml"/><Relationship Id="rId1313" Type="http://schemas.openxmlformats.org/officeDocument/2006/relationships/slide" Target="slides/slide1311.xml"/><Relationship Id="rId1314" Type="http://schemas.openxmlformats.org/officeDocument/2006/relationships/slide" Target="slides/slide1312.xml"/><Relationship Id="rId1315" Type="http://schemas.openxmlformats.org/officeDocument/2006/relationships/slide" Target="slides/slide1313.xml"/><Relationship Id="rId1316" Type="http://schemas.openxmlformats.org/officeDocument/2006/relationships/slide" Target="slides/slide1314.xml"/><Relationship Id="rId1317" Type="http://schemas.openxmlformats.org/officeDocument/2006/relationships/slide" Target="slides/slide1315.xml"/><Relationship Id="rId1318" Type="http://schemas.openxmlformats.org/officeDocument/2006/relationships/slide" Target="slides/slide1316.xml"/><Relationship Id="rId1319" Type="http://schemas.openxmlformats.org/officeDocument/2006/relationships/slide" Target="slides/slide1317.xml"/><Relationship Id="rId1320" Type="http://schemas.openxmlformats.org/officeDocument/2006/relationships/slide" Target="slides/slide1318.xml"/><Relationship Id="rId1321" Type="http://schemas.openxmlformats.org/officeDocument/2006/relationships/slide" Target="slides/slide1319.xml"/><Relationship Id="rId1322" Type="http://schemas.openxmlformats.org/officeDocument/2006/relationships/slide" Target="slides/slide1320.xml"/><Relationship Id="rId1323" Type="http://schemas.openxmlformats.org/officeDocument/2006/relationships/slide" Target="slides/slide1321.xml"/><Relationship Id="rId1324" Type="http://schemas.openxmlformats.org/officeDocument/2006/relationships/slide" Target="slides/slide1322.xml"/><Relationship Id="rId1325" Type="http://schemas.openxmlformats.org/officeDocument/2006/relationships/slide" Target="slides/slide1323.xml"/><Relationship Id="rId1326" Type="http://schemas.openxmlformats.org/officeDocument/2006/relationships/slide" Target="slides/slide1324.xml"/><Relationship Id="rId1327" Type="http://schemas.openxmlformats.org/officeDocument/2006/relationships/slide" Target="slides/slide1325.xml"/><Relationship Id="rId1328" Type="http://schemas.openxmlformats.org/officeDocument/2006/relationships/slide" Target="slides/slide1326.xml"/><Relationship Id="rId1329" Type="http://schemas.openxmlformats.org/officeDocument/2006/relationships/slide" Target="slides/slide1327.xml"/><Relationship Id="rId1330" Type="http://schemas.openxmlformats.org/officeDocument/2006/relationships/slide" Target="slides/slide1328.xml"/><Relationship Id="rId1331" Type="http://schemas.openxmlformats.org/officeDocument/2006/relationships/slide" Target="slides/slide1329.xml"/><Relationship Id="rId1332" Type="http://schemas.openxmlformats.org/officeDocument/2006/relationships/slide" Target="slides/slide1330.xml"/><Relationship Id="rId1333" Type="http://schemas.openxmlformats.org/officeDocument/2006/relationships/slide" Target="slides/slide1331.xml"/><Relationship Id="rId1334" Type="http://schemas.openxmlformats.org/officeDocument/2006/relationships/slide" Target="slides/slide1332.xml"/><Relationship Id="rId1335" Type="http://schemas.openxmlformats.org/officeDocument/2006/relationships/slide" Target="slides/slide1333.xml"/><Relationship Id="rId1336" Type="http://schemas.openxmlformats.org/officeDocument/2006/relationships/slide" Target="slides/slide1334.xml"/><Relationship Id="rId1337" Type="http://schemas.openxmlformats.org/officeDocument/2006/relationships/slide" Target="slides/slide1335.xml"/><Relationship Id="rId1338" Type="http://schemas.openxmlformats.org/officeDocument/2006/relationships/slide" Target="slides/slide1336.xml"/><Relationship Id="rId1339" Type="http://schemas.openxmlformats.org/officeDocument/2006/relationships/slide" Target="slides/slide1337.xml"/><Relationship Id="rId1340" Type="http://schemas.openxmlformats.org/officeDocument/2006/relationships/slide" Target="slides/slide1338.xml"/><Relationship Id="rId1341" Type="http://schemas.openxmlformats.org/officeDocument/2006/relationships/slide" Target="slides/slide1339.xml"/><Relationship Id="rId1342" Type="http://schemas.openxmlformats.org/officeDocument/2006/relationships/slide" Target="slides/slide1340.xml"/><Relationship Id="rId1343" Type="http://schemas.openxmlformats.org/officeDocument/2006/relationships/slide" Target="slides/slide1341.xml"/><Relationship Id="rId1344" Type="http://schemas.openxmlformats.org/officeDocument/2006/relationships/slide" Target="slides/slide1342.xml"/><Relationship Id="rId1345" Type="http://schemas.openxmlformats.org/officeDocument/2006/relationships/slide" Target="slides/slide1343.xml"/><Relationship Id="rId1346" Type="http://schemas.openxmlformats.org/officeDocument/2006/relationships/slide" Target="slides/slide1344.xml"/><Relationship Id="rId1347" Type="http://schemas.openxmlformats.org/officeDocument/2006/relationships/slide" Target="slides/slide1345.xml"/><Relationship Id="rId1348" Type="http://schemas.openxmlformats.org/officeDocument/2006/relationships/slide" Target="slides/slide1346.xml"/><Relationship Id="rId1349" Type="http://schemas.openxmlformats.org/officeDocument/2006/relationships/slide" Target="slides/slide1347.xml"/><Relationship Id="rId1350" Type="http://schemas.openxmlformats.org/officeDocument/2006/relationships/slide" Target="slides/slide1348.xml"/><Relationship Id="rId1351" Type="http://schemas.openxmlformats.org/officeDocument/2006/relationships/slide" Target="slides/slide1349.xml"/><Relationship Id="rId1352" Type="http://schemas.openxmlformats.org/officeDocument/2006/relationships/slide" Target="slides/slide1350.xml"/><Relationship Id="rId1353" Type="http://schemas.openxmlformats.org/officeDocument/2006/relationships/slide" Target="slides/slide1351.xml"/><Relationship Id="rId1354" Type="http://schemas.openxmlformats.org/officeDocument/2006/relationships/slide" Target="slides/slide1352.xml"/><Relationship Id="rId1355" Type="http://schemas.openxmlformats.org/officeDocument/2006/relationships/slide" Target="slides/slide1353.xml"/><Relationship Id="rId1356" Type="http://schemas.openxmlformats.org/officeDocument/2006/relationships/slide" Target="slides/slide1354.xml"/><Relationship Id="rId1357" Type="http://schemas.openxmlformats.org/officeDocument/2006/relationships/slide" Target="slides/slide1355.xml"/><Relationship Id="rId1358" Type="http://schemas.openxmlformats.org/officeDocument/2006/relationships/slide" Target="slides/slide1356.xml"/><Relationship Id="rId1359" Type="http://schemas.openxmlformats.org/officeDocument/2006/relationships/slide" Target="slides/slide1357.xml"/><Relationship Id="rId1360" Type="http://schemas.openxmlformats.org/officeDocument/2006/relationships/slide" Target="slides/slide1358.xml"/><Relationship Id="rId1361" Type="http://schemas.openxmlformats.org/officeDocument/2006/relationships/slide" Target="slides/slide1359.xml"/><Relationship Id="rId1362" Type="http://schemas.openxmlformats.org/officeDocument/2006/relationships/slide" Target="slides/slide1360.xml"/><Relationship Id="rId1363" Type="http://schemas.openxmlformats.org/officeDocument/2006/relationships/slide" Target="slides/slide1361.xml"/><Relationship Id="rId1364" Type="http://schemas.openxmlformats.org/officeDocument/2006/relationships/slide" Target="slides/slide1362.xml"/><Relationship Id="rId1365" Type="http://schemas.openxmlformats.org/officeDocument/2006/relationships/slide" Target="slides/slide1363.xml"/><Relationship Id="rId1366" Type="http://schemas.openxmlformats.org/officeDocument/2006/relationships/slide" Target="slides/slide1364.xml"/><Relationship Id="rId1367" Type="http://schemas.openxmlformats.org/officeDocument/2006/relationships/slide" Target="slides/slide1365.xml"/><Relationship Id="rId1368" Type="http://schemas.openxmlformats.org/officeDocument/2006/relationships/slide" Target="slides/slide1366.xml"/><Relationship Id="rId1369" Type="http://schemas.openxmlformats.org/officeDocument/2006/relationships/slide" Target="slides/slide1367.xml"/><Relationship Id="rId1370" Type="http://schemas.openxmlformats.org/officeDocument/2006/relationships/slide" Target="slides/slide1368.xml"/><Relationship Id="rId1371" Type="http://schemas.openxmlformats.org/officeDocument/2006/relationships/slide" Target="slides/slide1369.xml"/><Relationship Id="rId1372" Type="http://schemas.openxmlformats.org/officeDocument/2006/relationships/slide" Target="slides/slide1370.xml"/><Relationship Id="rId1373" Type="http://schemas.openxmlformats.org/officeDocument/2006/relationships/slide" Target="slides/slide1371.xml"/><Relationship Id="rId1374" Type="http://schemas.openxmlformats.org/officeDocument/2006/relationships/slide" Target="slides/slide1372.xml"/><Relationship Id="rId1375" Type="http://schemas.openxmlformats.org/officeDocument/2006/relationships/slide" Target="slides/slide1373.xml"/><Relationship Id="rId1376" Type="http://schemas.openxmlformats.org/officeDocument/2006/relationships/slide" Target="slides/slide1374.xml"/><Relationship Id="rId1377" Type="http://schemas.openxmlformats.org/officeDocument/2006/relationships/slide" Target="slides/slide1375.xml"/><Relationship Id="rId1378" Type="http://schemas.openxmlformats.org/officeDocument/2006/relationships/slide" Target="slides/slide1376.xml"/><Relationship Id="rId1379" Type="http://schemas.openxmlformats.org/officeDocument/2006/relationships/slide" Target="slides/slide1377.xml"/><Relationship Id="rId1380" Type="http://schemas.openxmlformats.org/officeDocument/2006/relationships/slide" Target="slides/slide1378.xml"/><Relationship Id="rId1381" Type="http://schemas.openxmlformats.org/officeDocument/2006/relationships/slide" Target="slides/slide1379.xml"/><Relationship Id="rId1382" Type="http://schemas.openxmlformats.org/officeDocument/2006/relationships/slide" Target="slides/slide1380.xml"/><Relationship Id="rId1383" Type="http://schemas.openxmlformats.org/officeDocument/2006/relationships/slide" Target="slides/slide1381.xml"/><Relationship Id="rId1384" Type="http://schemas.openxmlformats.org/officeDocument/2006/relationships/slide" Target="slides/slide1382.xml"/><Relationship Id="rId1385" Type="http://schemas.openxmlformats.org/officeDocument/2006/relationships/slide" Target="slides/slide1383.xml"/><Relationship Id="rId1386" Type="http://schemas.openxmlformats.org/officeDocument/2006/relationships/slide" Target="slides/slide1384.xml"/><Relationship Id="rId1387" Type="http://schemas.openxmlformats.org/officeDocument/2006/relationships/slide" Target="slides/slide1385.xml"/><Relationship Id="rId1388" Type="http://schemas.openxmlformats.org/officeDocument/2006/relationships/slide" Target="slides/slide1386.xml"/><Relationship Id="rId1389" Type="http://schemas.openxmlformats.org/officeDocument/2006/relationships/slide" Target="slides/slide1387.xml"/><Relationship Id="rId1390" Type="http://schemas.openxmlformats.org/officeDocument/2006/relationships/slide" Target="slides/slide1388.xml"/><Relationship Id="rId1391" Type="http://schemas.openxmlformats.org/officeDocument/2006/relationships/slide" Target="slides/slide1389.xml"/><Relationship Id="rId1392" Type="http://schemas.openxmlformats.org/officeDocument/2006/relationships/slide" Target="slides/slide1390.xml"/><Relationship Id="rId1393" Type="http://schemas.openxmlformats.org/officeDocument/2006/relationships/slide" Target="slides/slide1391.xml"/><Relationship Id="rId1394" Type="http://schemas.openxmlformats.org/officeDocument/2006/relationships/slide" Target="slides/slide1392.xml"/><Relationship Id="rId1395" Type="http://schemas.openxmlformats.org/officeDocument/2006/relationships/slide" Target="slides/slide1393.xml"/><Relationship Id="rId1396" Type="http://schemas.openxmlformats.org/officeDocument/2006/relationships/slide" Target="slides/slide1394.xml"/><Relationship Id="rId1397" Type="http://schemas.openxmlformats.org/officeDocument/2006/relationships/slide" Target="slides/slide1395.xml"/><Relationship Id="rId1398" Type="http://schemas.openxmlformats.org/officeDocument/2006/relationships/slide" Target="slides/slide1396.xml"/><Relationship Id="rId1399" Type="http://schemas.openxmlformats.org/officeDocument/2006/relationships/slide" Target="slides/slide1397.xml"/><Relationship Id="rId1400" Type="http://schemas.openxmlformats.org/officeDocument/2006/relationships/slide" Target="slides/slide1398.xml"/><Relationship Id="rId1401" Type="http://schemas.openxmlformats.org/officeDocument/2006/relationships/slide" Target="slides/slide1399.xml"/><Relationship Id="rId1402" Type="http://schemas.openxmlformats.org/officeDocument/2006/relationships/slide" Target="slides/slide1400.xml"/><Relationship Id="rId1403" Type="http://schemas.openxmlformats.org/officeDocument/2006/relationships/slide" Target="slides/slide1401.xml"/><Relationship Id="rId1404" Type="http://schemas.openxmlformats.org/officeDocument/2006/relationships/slide" Target="slides/slide1402.xml"/><Relationship Id="rId1405" Type="http://schemas.openxmlformats.org/officeDocument/2006/relationships/slide" Target="slides/slide1403.xml"/><Relationship Id="rId1406" Type="http://schemas.openxmlformats.org/officeDocument/2006/relationships/slide" Target="slides/slide1404.xml"/><Relationship Id="rId1407" Type="http://schemas.openxmlformats.org/officeDocument/2006/relationships/slide" Target="slides/slide1405.xml"/><Relationship Id="rId1408" Type="http://schemas.openxmlformats.org/officeDocument/2006/relationships/slide" Target="slides/slide1406.xml"/><Relationship Id="rId1409" Type="http://schemas.openxmlformats.org/officeDocument/2006/relationships/slide" Target="slides/slide1407.xml"/><Relationship Id="rId1410" Type="http://schemas.openxmlformats.org/officeDocument/2006/relationships/slide" Target="slides/slide1408.xml"/><Relationship Id="rId1411" Type="http://schemas.openxmlformats.org/officeDocument/2006/relationships/slide" Target="slides/slide1409.xml"/><Relationship Id="rId1412" Type="http://schemas.openxmlformats.org/officeDocument/2006/relationships/slide" Target="slides/slide1410.xml"/><Relationship Id="rId1413" Type="http://schemas.openxmlformats.org/officeDocument/2006/relationships/slide" Target="slides/slide1411.xml"/><Relationship Id="rId1414" Type="http://schemas.openxmlformats.org/officeDocument/2006/relationships/slide" Target="slides/slide1412.xml"/><Relationship Id="rId1415" Type="http://schemas.openxmlformats.org/officeDocument/2006/relationships/slide" Target="slides/slide1413.xml"/><Relationship Id="rId1416" Type="http://schemas.openxmlformats.org/officeDocument/2006/relationships/slide" Target="slides/slide1414.xml"/><Relationship Id="rId1417" Type="http://schemas.openxmlformats.org/officeDocument/2006/relationships/slide" Target="slides/slide1415.xml"/><Relationship Id="rId1418" Type="http://schemas.openxmlformats.org/officeDocument/2006/relationships/slide" Target="slides/slide1416.xml"/><Relationship Id="rId1419" Type="http://schemas.openxmlformats.org/officeDocument/2006/relationships/slide" Target="slides/slide1417.xml"/><Relationship Id="rId1420" Type="http://schemas.openxmlformats.org/officeDocument/2006/relationships/slide" Target="slides/slide1418.xml"/><Relationship Id="rId1421" Type="http://schemas.openxmlformats.org/officeDocument/2006/relationships/slide" Target="slides/slide1419.xml"/><Relationship Id="rId1422" Type="http://schemas.openxmlformats.org/officeDocument/2006/relationships/slide" Target="slides/slide1420.xml"/><Relationship Id="rId1423" Type="http://schemas.openxmlformats.org/officeDocument/2006/relationships/slide" Target="slides/slide1421.xml"/><Relationship Id="rId1424" Type="http://schemas.openxmlformats.org/officeDocument/2006/relationships/slide" Target="slides/slide1422.xml"/><Relationship Id="rId1425" Type="http://schemas.openxmlformats.org/officeDocument/2006/relationships/slide" Target="slides/slide1423.xml"/><Relationship Id="rId1426" Type="http://schemas.openxmlformats.org/officeDocument/2006/relationships/slide" Target="slides/slide1424.xml"/><Relationship Id="rId1427" Type="http://schemas.openxmlformats.org/officeDocument/2006/relationships/slide" Target="slides/slide1425.xml"/><Relationship Id="rId1428" Type="http://schemas.openxmlformats.org/officeDocument/2006/relationships/slide" Target="slides/slide1426.xml"/><Relationship Id="rId1429" Type="http://schemas.openxmlformats.org/officeDocument/2006/relationships/slide" Target="slides/slide1427.xml"/><Relationship Id="rId1430" Type="http://schemas.openxmlformats.org/officeDocument/2006/relationships/slide" Target="slides/slide1428.xml"/><Relationship Id="rId1431" Type="http://schemas.openxmlformats.org/officeDocument/2006/relationships/slide" Target="slides/slide1429.xml"/><Relationship Id="rId1432" Type="http://schemas.openxmlformats.org/officeDocument/2006/relationships/slide" Target="slides/slide1430.xml"/><Relationship Id="rId1433" Type="http://schemas.openxmlformats.org/officeDocument/2006/relationships/slide" Target="slides/slide1431.xml"/><Relationship Id="rId1434" Type="http://schemas.openxmlformats.org/officeDocument/2006/relationships/slide" Target="slides/slide1432.xml"/><Relationship Id="rId1435" Type="http://schemas.openxmlformats.org/officeDocument/2006/relationships/slide" Target="slides/slide1433.xml"/><Relationship Id="rId1436" Type="http://schemas.openxmlformats.org/officeDocument/2006/relationships/slide" Target="slides/slide1434.xml"/><Relationship Id="rId1437" Type="http://schemas.openxmlformats.org/officeDocument/2006/relationships/slide" Target="slides/slide1435.xml"/><Relationship Id="rId1438" Type="http://schemas.openxmlformats.org/officeDocument/2006/relationships/slide" Target="slides/slide1436.xml"/><Relationship Id="rId1439" Type="http://schemas.openxmlformats.org/officeDocument/2006/relationships/slide" Target="slides/slide1437.xml"/><Relationship Id="rId1440" Type="http://schemas.openxmlformats.org/officeDocument/2006/relationships/slide" Target="slides/slide1438.xml"/><Relationship Id="rId1441" Type="http://schemas.openxmlformats.org/officeDocument/2006/relationships/slide" Target="slides/slide1439.xml"/><Relationship Id="rId1442" Type="http://schemas.openxmlformats.org/officeDocument/2006/relationships/slide" Target="slides/slide1440.xml"/><Relationship Id="rId1443" Type="http://schemas.openxmlformats.org/officeDocument/2006/relationships/slide" Target="slides/slide1441.xml"/><Relationship Id="rId1444" Type="http://schemas.openxmlformats.org/officeDocument/2006/relationships/slide" Target="slides/slide1442.xml"/><Relationship Id="rId1445" Type="http://schemas.openxmlformats.org/officeDocument/2006/relationships/slide" Target="slides/slide1443.xml"/><Relationship Id="rId1446" Type="http://schemas.openxmlformats.org/officeDocument/2006/relationships/slide" Target="slides/slide1444.xml"/><Relationship Id="rId1447" Type="http://schemas.openxmlformats.org/officeDocument/2006/relationships/slide" Target="slides/slide1445.xml"/><Relationship Id="rId1448" Type="http://schemas.openxmlformats.org/officeDocument/2006/relationships/slide" Target="slides/slide1446.xml"/><Relationship Id="rId1449" Type="http://schemas.openxmlformats.org/officeDocument/2006/relationships/slide" Target="slides/slide1447.xml"/><Relationship Id="rId1450" Type="http://schemas.openxmlformats.org/officeDocument/2006/relationships/slide" Target="slides/slide1448.xml"/><Relationship Id="rId1451" Type="http://schemas.openxmlformats.org/officeDocument/2006/relationships/slide" Target="slides/slide1449.xml"/><Relationship Id="rId1452" Type="http://schemas.openxmlformats.org/officeDocument/2006/relationships/slide" Target="slides/slide1450.xml"/><Relationship Id="rId1453" Type="http://schemas.openxmlformats.org/officeDocument/2006/relationships/slide" Target="slides/slide1451.xml"/><Relationship Id="rId1454" Type="http://schemas.openxmlformats.org/officeDocument/2006/relationships/slide" Target="slides/slide1452.xml"/><Relationship Id="rId1455" Type="http://schemas.openxmlformats.org/officeDocument/2006/relationships/slide" Target="slides/slide1453.xml"/><Relationship Id="rId1456" Type="http://schemas.openxmlformats.org/officeDocument/2006/relationships/slide" Target="slides/slide1454.xml"/><Relationship Id="rId1457" Type="http://schemas.openxmlformats.org/officeDocument/2006/relationships/slide" Target="slides/slide1455.xml"/><Relationship Id="rId1458" Type="http://schemas.openxmlformats.org/officeDocument/2006/relationships/slide" Target="slides/slide1456.xml"/><Relationship Id="rId1459" Type="http://schemas.openxmlformats.org/officeDocument/2006/relationships/slide" Target="slides/slide1457.xml"/><Relationship Id="rId1460" Type="http://schemas.openxmlformats.org/officeDocument/2006/relationships/slide" Target="slides/slide1458.xml"/><Relationship Id="rId1461" Type="http://schemas.openxmlformats.org/officeDocument/2006/relationships/slide" Target="slides/slide1459.xml"/><Relationship Id="rId1462" Type="http://schemas.openxmlformats.org/officeDocument/2006/relationships/slide" Target="slides/slide1460.xml"/><Relationship Id="rId1463" Type="http://schemas.openxmlformats.org/officeDocument/2006/relationships/slide" Target="slides/slide1461.xml"/><Relationship Id="rId1464" Type="http://schemas.openxmlformats.org/officeDocument/2006/relationships/slide" Target="slides/slide1462.xml"/><Relationship Id="rId1465" Type="http://schemas.openxmlformats.org/officeDocument/2006/relationships/slide" Target="slides/slide1463.xml"/><Relationship Id="rId1466" Type="http://schemas.openxmlformats.org/officeDocument/2006/relationships/slide" Target="slides/slide1464.xml"/><Relationship Id="rId1467" Type="http://schemas.openxmlformats.org/officeDocument/2006/relationships/slide" Target="slides/slide1465.xml"/><Relationship Id="rId1468" Type="http://schemas.openxmlformats.org/officeDocument/2006/relationships/slide" Target="slides/slide1466.xml"/><Relationship Id="rId1469" Type="http://schemas.openxmlformats.org/officeDocument/2006/relationships/slide" Target="slides/slide1467.xml"/><Relationship Id="rId1470" Type="http://schemas.openxmlformats.org/officeDocument/2006/relationships/slide" Target="slides/slide1468.xml"/><Relationship Id="rId1471" Type="http://schemas.openxmlformats.org/officeDocument/2006/relationships/slide" Target="slides/slide1469.xml"/><Relationship Id="rId1472" Type="http://schemas.openxmlformats.org/officeDocument/2006/relationships/slide" Target="slides/slide1470.xml"/><Relationship Id="rId1473" Type="http://schemas.openxmlformats.org/officeDocument/2006/relationships/slide" Target="slides/slide1471.xml"/><Relationship Id="rId1474" Type="http://schemas.openxmlformats.org/officeDocument/2006/relationships/slide" Target="slides/slide1472.xml"/><Relationship Id="rId1475" Type="http://schemas.openxmlformats.org/officeDocument/2006/relationships/slide" Target="slides/slide1473.xml"/><Relationship Id="rId1476" Type="http://schemas.openxmlformats.org/officeDocument/2006/relationships/slide" Target="slides/slide1474.xml"/><Relationship Id="rId1477" Type="http://schemas.openxmlformats.org/officeDocument/2006/relationships/slide" Target="slides/slide1475.xml"/><Relationship Id="rId1478" Type="http://schemas.openxmlformats.org/officeDocument/2006/relationships/slide" Target="slides/slide1476.xml"/><Relationship Id="rId1479" Type="http://schemas.openxmlformats.org/officeDocument/2006/relationships/slide" Target="slides/slide1477.xml"/><Relationship Id="rId1480" Type="http://schemas.openxmlformats.org/officeDocument/2006/relationships/slide" Target="slides/slide1478.xml"/><Relationship Id="rId1481" Type="http://schemas.openxmlformats.org/officeDocument/2006/relationships/slide" Target="slides/slide1479.xml"/><Relationship Id="rId1482" Type="http://schemas.openxmlformats.org/officeDocument/2006/relationships/slide" Target="slides/slide1480.xml"/><Relationship Id="rId1483" Type="http://schemas.openxmlformats.org/officeDocument/2006/relationships/slide" Target="slides/slide1481.xml"/><Relationship Id="rId1484" Type="http://schemas.openxmlformats.org/officeDocument/2006/relationships/slide" Target="slides/slide1482.xml"/><Relationship Id="rId1485" Type="http://schemas.openxmlformats.org/officeDocument/2006/relationships/slide" Target="slides/slide1483.xml"/><Relationship Id="rId1486" Type="http://schemas.openxmlformats.org/officeDocument/2006/relationships/slide" Target="slides/slide1484.xml"/><Relationship Id="rId1487" Type="http://schemas.openxmlformats.org/officeDocument/2006/relationships/slide" Target="slides/slide1485.xml"/><Relationship Id="rId1488" Type="http://schemas.openxmlformats.org/officeDocument/2006/relationships/slide" Target="slides/slide1486.xml"/><Relationship Id="rId1489" Type="http://schemas.openxmlformats.org/officeDocument/2006/relationships/slide" Target="slides/slide1487.xml"/><Relationship Id="rId1490" Type="http://schemas.openxmlformats.org/officeDocument/2006/relationships/slide" Target="slides/slide1488.xml"/><Relationship Id="rId1491" Type="http://schemas.openxmlformats.org/officeDocument/2006/relationships/slide" Target="slides/slide1489.xml"/><Relationship Id="rId1492" Type="http://schemas.openxmlformats.org/officeDocument/2006/relationships/slide" Target="slides/slide1490.xml"/><Relationship Id="rId1493" Type="http://schemas.openxmlformats.org/officeDocument/2006/relationships/slide" Target="slides/slide1491.xml"/><Relationship Id="rId1494" Type="http://schemas.openxmlformats.org/officeDocument/2006/relationships/slide" Target="slides/slide1492.xml"/><Relationship Id="rId1495" Type="http://schemas.openxmlformats.org/officeDocument/2006/relationships/slide" Target="slides/slide1493.xml"/><Relationship Id="rId1496" Type="http://schemas.openxmlformats.org/officeDocument/2006/relationships/slide" Target="slides/slide1494.xml"/><Relationship Id="rId1497" Type="http://schemas.openxmlformats.org/officeDocument/2006/relationships/slide" Target="slides/slide1495.xml"/><Relationship Id="rId1498" Type="http://schemas.openxmlformats.org/officeDocument/2006/relationships/slide" Target="slides/slide1496.xml"/><Relationship Id="rId1499" Type="http://schemas.openxmlformats.org/officeDocument/2006/relationships/slide" Target="slides/slide1497.xml"/><Relationship Id="rId1500" Type="http://schemas.openxmlformats.org/officeDocument/2006/relationships/slide" Target="slides/slide1498.xml"/><Relationship Id="rId1501" Type="http://schemas.openxmlformats.org/officeDocument/2006/relationships/slide" Target="slides/slide1499.xml"/><Relationship Id="rId1502" Type="http://schemas.openxmlformats.org/officeDocument/2006/relationships/slide" Target="slides/slide1500.xml"/><Relationship Id="rId1503" Type="http://schemas.openxmlformats.org/officeDocument/2006/relationships/slide" Target="slides/slide1501.xml"/><Relationship Id="rId1504" Type="http://schemas.openxmlformats.org/officeDocument/2006/relationships/slide" Target="slides/slide1502.xml"/><Relationship Id="rId1505" Type="http://schemas.openxmlformats.org/officeDocument/2006/relationships/slide" Target="slides/slide1503.xml"/><Relationship Id="rId1506" Type="http://schemas.openxmlformats.org/officeDocument/2006/relationships/slide" Target="slides/slide1504.xml"/><Relationship Id="rId1507" Type="http://schemas.openxmlformats.org/officeDocument/2006/relationships/slide" Target="slides/slide1505.xml"/><Relationship Id="rId1508" Type="http://schemas.openxmlformats.org/officeDocument/2006/relationships/slide" Target="slides/slide1506.xml"/><Relationship Id="rId1509" Type="http://schemas.openxmlformats.org/officeDocument/2006/relationships/slide" Target="slides/slide1507.xml"/><Relationship Id="rId1510" Type="http://schemas.openxmlformats.org/officeDocument/2006/relationships/slide" Target="slides/slide1508.xml"/><Relationship Id="rId1511" Type="http://schemas.openxmlformats.org/officeDocument/2006/relationships/slide" Target="slides/slide1509.xml"/><Relationship Id="rId1512" Type="http://schemas.openxmlformats.org/officeDocument/2006/relationships/slide" Target="slides/slide1510.xml"/><Relationship Id="rId1513" Type="http://schemas.openxmlformats.org/officeDocument/2006/relationships/slide" Target="slides/slide1511.xml"/><Relationship Id="rId1514" Type="http://schemas.openxmlformats.org/officeDocument/2006/relationships/slide" Target="slides/slide1512.xml"/><Relationship Id="rId1515" Type="http://schemas.openxmlformats.org/officeDocument/2006/relationships/slide" Target="slides/slide1513.xml"/><Relationship Id="rId1516" Type="http://schemas.openxmlformats.org/officeDocument/2006/relationships/slide" Target="slides/slide1514.xml"/><Relationship Id="rId1517" Type="http://schemas.openxmlformats.org/officeDocument/2006/relationships/slide" Target="slides/slide1515.xml"/><Relationship Id="rId1518" Type="http://schemas.openxmlformats.org/officeDocument/2006/relationships/slide" Target="slides/slide1516.xml"/><Relationship Id="rId1519" Type="http://schemas.openxmlformats.org/officeDocument/2006/relationships/slide" Target="slides/slide1517.xml"/><Relationship Id="rId1520" Type="http://schemas.openxmlformats.org/officeDocument/2006/relationships/slide" Target="slides/slide1518.xml"/><Relationship Id="rId1521" Type="http://schemas.openxmlformats.org/officeDocument/2006/relationships/slide" Target="slides/slide1519.xml"/><Relationship Id="rId1522" Type="http://schemas.openxmlformats.org/officeDocument/2006/relationships/slide" Target="slides/slide1520.xml"/><Relationship Id="rId1523" Type="http://schemas.openxmlformats.org/officeDocument/2006/relationships/slide" Target="slides/slide1521.xml"/><Relationship Id="rId1524" Type="http://schemas.openxmlformats.org/officeDocument/2006/relationships/slide" Target="slides/slide1522.xml"/><Relationship Id="rId1525" Type="http://schemas.openxmlformats.org/officeDocument/2006/relationships/slide" Target="slides/slide1523.xml"/><Relationship Id="rId1526" Type="http://schemas.openxmlformats.org/officeDocument/2006/relationships/slide" Target="slides/slide1524.xml"/><Relationship Id="rId1527" Type="http://schemas.openxmlformats.org/officeDocument/2006/relationships/slide" Target="slides/slide1525.xml"/><Relationship Id="rId1528" Type="http://schemas.openxmlformats.org/officeDocument/2006/relationships/slide" Target="slides/slide1526.xml"/><Relationship Id="rId1529" Type="http://schemas.openxmlformats.org/officeDocument/2006/relationships/slide" Target="slides/slide1527.xml"/><Relationship Id="rId1530" Type="http://schemas.openxmlformats.org/officeDocument/2006/relationships/slide" Target="slides/slide1528.xml"/><Relationship Id="rId1531" Type="http://schemas.openxmlformats.org/officeDocument/2006/relationships/slide" Target="slides/slide1529.xml"/><Relationship Id="rId1532" Type="http://schemas.openxmlformats.org/officeDocument/2006/relationships/slide" Target="slides/slide1530.xml"/><Relationship Id="rId1533" Type="http://schemas.openxmlformats.org/officeDocument/2006/relationships/slide" Target="slides/slide1531.xml"/><Relationship Id="rId1534" Type="http://schemas.openxmlformats.org/officeDocument/2006/relationships/slide" Target="slides/slide1532.xml"/><Relationship Id="rId1535" Type="http://schemas.openxmlformats.org/officeDocument/2006/relationships/slide" Target="slides/slide1533.xml"/><Relationship Id="rId1536" Type="http://schemas.openxmlformats.org/officeDocument/2006/relationships/slide" Target="slides/slide1534.xml"/><Relationship Id="rId1537" Type="http://schemas.openxmlformats.org/officeDocument/2006/relationships/slide" Target="slides/slide1535.xml"/><Relationship Id="rId1538" Type="http://schemas.openxmlformats.org/officeDocument/2006/relationships/slide" Target="slides/slide1536.xml"/><Relationship Id="rId1539" Type="http://schemas.openxmlformats.org/officeDocument/2006/relationships/slide" Target="slides/slide1537.xml"/><Relationship Id="rId1540" Type="http://schemas.openxmlformats.org/officeDocument/2006/relationships/slide" Target="slides/slide1538.xml"/><Relationship Id="rId1541" Type="http://schemas.openxmlformats.org/officeDocument/2006/relationships/slide" Target="slides/slide1539.xml"/><Relationship Id="rId1542" Type="http://schemas.openxmlformats.org/officeDocument/2006/relationships/slide" Target="slides/slide1540.xml"/><Relationship Id="rId1543" Type="http://schemas.openxmlformats.org/officeDocument/2006/relationships/slide" Target="slides/slide1541.xml"/><Relationship Id="rId1544" Type="http://schemas.openxmlformats.org/officeDocument/2006/relationships/slide" Target="slides/slide1542.xml"/><Relationship Id="rId1545" Type="http://schemas.openxmlformats.org/officeDocument/2006/relationships/slide" Target="slides/slide1543.xml"/><Relationship Id="rId1546" Type="http://schemas.openxmlformats.org/officeDocument/2006/relationships/slide" Target="slides/slide1544.xml"/><Relationship Id="rId1547" Type="http://schemas.openxmlformats.org/officeDocument/2006/relationships/slide" Target="slides/slide1545.xml"/><Relationship Id="rId1548" Type="http://schemas.openxmlformats.org/officeDocument/2006/relationships/slide" Target="slides/slide1546.xml"/><Relationship Id="rId1549" Type="http://schemas.openxmlformats.org/officeDocument/2006/relationships/slide" Target="slides/slide1547.xml"/><Relationship Id="rId1550" Type="http://schemas.openxmlformats.org/officeDocument/2006/relationships/slide" Target="slides/slide1548.xml"/><Relationship Id="rId1551" Type="http://schemas.openxmlformats.org/officeDocument/2006/relationships/slide" Target="slides/slide1549.xml"/><Relationship Id="rId1552" Type="http://schemas.openxmlformats.org/officeDocument/2006/relationships/slide" Target="slides/slide1550.xml"/><Relationship Id="rId1553" Type="http://schemas.openxmlformats.org/officeDocument/2006/relationships/slide" Target="slides/slide1551.xml"/><Relationship Id="rId1554" Type="http://schemas.openxmlformats.org/officeDocument/2006/relationships/slide" Target="slides/slide1552.xml"/><Relationship Id="rId1555" Type="http://schemas.openxmlformats.org/officeDocument/2006/relationships/slide" Target="slides/slide1553.xml"/><Relationship Id="rId1556" Type="http://schemas.openxmlformats.org/officeDocument/2006/relationships/slide" Target="slides/slide1554.xml"/><Relationship Id="rId1557" Type="http://schemas.openxmlformats.org/officeDocument/2006/relationships/slide" Target="slides/slide1555.xml"/><Relationship Id="rId1558" Type="http://schemas.openxmlformats.org/officeDocument/2006/relationships/slide" Target="slides/slide1556.xml"/><Relationship Id="rId1559" Type="http://schemas.openxmlformats.org/officeDocument/2006/relationships/slide" Target="slides/slide1557.xml"/><Relationship Id="rId1560" Type="http://schemas.openxmlformats.org/officeDocument/2006/relationships/slide" Target="slides/slide1558.xml"/><Relationship Id="rId1561" Type="http://schemas.openxmlformats.org/officeDocument/2006/relationships/slide" Target="slides/slide1559.xml"/><Relationship Id="rId1562" Type="http://schemas.openxmlformats.org/officeDocument/2006/relationships/slide" Target="slides/slide1560.xml"/><Relationship Id="rId1563" Type="http://schemas.openxmlformats.org/officeDocument/2006/relationships/slide" Target="slides/slide1561.xml"/><Relationship Id="rId1564" Type="http://schemas.openxmlformats.org/officeDocument/2006/relationships/slide" Target="slides/slide1562.xml"/><Relationship Id="rId1565" Type="http://schemas.openxmlformats.org/officeDocument/2006/relationships/slide" Target="slides/slide1563.xml"/><Relationship Id="rId1566" Type="http://schemas.openxmlformats.org/officeDocument/2006/relationships/slide" Target="slides/slide1564.xml"/><Relationship Id="rId1567" Type="http://schemas.openxmlformats.org/officeDocument/2006/relationships/slide" Target="slides/slide1565.xml"/><Relationship Id="rId1568" Type="http://schemas.openxmlformats.org/officeDocument/2006/relationships/slide" Target="slides/slide1566.xml"/><Relationship Id="rId1569" Type="http://schemas.openxmlformats.org/officeDocument/2006/relationships/slide" Target="slides/slide1567.xml"/><Relationship Id="rId1570" Type="http://schemas.openxmlformats.org/officeDocument/2006/relationships/slide" Target="slides/slide1568.xml"/><Relationship Id="rId1571" Type="http://schemas.openxmlformats.org/officeDocument/2006/relationships/slide" Target="slides/slide1569.xml"/><Relationship Id="rId1572" Type="http://schemas.openxmlformats.org/officeDocument/2006/relationships/slide" Target="slides/slide1570.xml"/><Relationship Id="rId1573" Type="http://schemas.openxmlformats.org/officeDocument/2006/relationships/slide" Target="slides/slide1571.xml"/><Relationship Id="rId1574" Type="http://schemas.openxmlformats.org/officeDocument/2006/relationships/slide" Target="slides/slide1572.xml"/><Relationship Id="rId1575" Type="http://schemas.openxmlformats.org/officeDocument/2006/relationships/slide" Target="slides/slide1573.xml"/><Relationship Id="rId1576" Type="http://schemas.openxmlformats.org/officeDocument/2006/relationships/slide" Target="slides/slide1574.xml"/><Relationship Id="rId1577" Type="http://schemas.openxmlformats.org/officeDocument/2006/relationships/slide" Target="slides/slide1575.xml"/><Relationship Id="rId1578" Type="http://schemas.openxmlformats.org/officeDocument/2006/relationships/slide" Target="slides/slide1576.xml"/><Relationship Id="rId1579" Type="http://schemas.openxmlformats.org/officeDocument/2006/relationships/slide" Target="slides/slide1577.xml"/><Relationship Id="rId1580" Type="http://schemas.openxmlformats.org/officeDocument/2006/relationships/slide" Target="slides/slide1578.xml"/><Relationship Id="rId1581" Type="http://schemas.openxmlformats.org/officeDocument/2006/relationships/slide" Target="slides/slide1579.xml"/><Relationship Id="rId1582" Type="http://schemas.openxmlformats.org/officeDocument/2006/relationships/slide" Target="slides/slide1580.xml"/><Relationship Id="rId1583" Type="http://schemas.openxmlformats.org/officeDocument/2006/relationships/slide" Target="slides/slide1581.xml"/><Relationship Id="rId1584" Type="http://schemas.openxmlformats.org/officeDocument/2006/relationships/slide" Target="slides/slide1582.xml"/><Relationship Id="rId1585" Type="http://schemas.openxmlformats.org/officeDocument/2006/relationships/slide" Target="slides/slide1583.xml"/><Relationship Id="rId1586" Type="http://schemas.openxmlformats.org/officeDocument/2006/relationships/slide" Target="slides/slide1584.xml"/><Relationship Id="rId1587" Type="http://schemas.openxmlformats.org/officeDocument/2006/relationships/slide" Target="slides/slide1585.xml"/><Relationship Id="rId1588" Type="http://schemas.openxmlformats.org/officeDocument/2006/relationships/slide" Target="slides/slide1586.xml"/><Relationship Id="rId1589" Type="http://schemas.openxmlformats.org/officeDocument/2006/relationships/slide" Target="slides/slide1587.xml"/><Relationship Id="rId1590" Type="http://schemas.openxmlformats.org/officeDocument/2006/relationships/slide" Target="slides/slide1588.xml"/><Relationship Id="rId1591" Type="http://schemas.openxmlformats.org/officeDocument/2006/relationships/slide" Target="slides/slide1589.xml"/><Relationship Id="rId1592" Type="http://schemas.openxmlformats.org/officeDocument/2006/relationships/slide" Target="slides/slide1590.xml"/><Relationship Id="rId1593" Type="http://schemas.openxmlformats.org/officeDocument/2006/relationships/slide" Target="slides/slide1591.xml"/><Relationship Id="rId1594" Type="http://schemas.openxmlformats.org/officeDocument/2006/relationships/slide" Target="slides/slide1592.xml"/><Relationship Id="rId1595" Type="http://schemas.openxmlformats.org/officeDocument/2006/relationships/slide" Target="slides/slide1593.xml"/><Relationship Id="rId1596" Type="http://schemas.openxmlformats.org/officeDocument/2006/relationships/slide" Target="slides/slide1594.xml"/><Relationship Id="rId1597" Type="http://schemas.openxmlformats.org/officeDocument/2006/relationships/slide" Target="slides/slide1595.xml"/><Relationship Id="rId1598" Type="http://schemas.openxmlformats.org/officeDocument/2006/relationships/slide" Target="slides/slide1596.xml"/><Relationship Id="rId1599" Type="http://schemas.openxmlformats.org/officeDocument/2006/relationships/slide" Target="slides/slide1597.xml"/><Relationship Id="rId1600" Type="http://schemas.openxmlformats.org/officeDocument/2006/relationships/slide" Target="slides/slide1598.xml"/><Relationship Id="rId1601" Type="http://schemas.openxmlformats.org/officeDocument/2006/relationships/slide" Target="slides/slide1599.xml"/><Relationship Id="rId1602" Type="http://schemas.openxmlformats.org/officeDocument/2006/relationships/slide" Target="slides/slide1600.xml"/><Relationship Id="rId1603" Type="http://schemas.openxmlformats.org/officeDocument/2006/relationships/slide" Target="slides/slide1601.xml"/><Relationship Id="rId1604" Type="http://schemas.openxmlformats.org/officeDocument/2006/relationships/slide" Target="slides/slide1602.xml"/><Relationship Id="rId1605" Type="http://schemas.openxmlformats.org/officeDocument/2006/relationships/slide" Target="slides/slide1603.xml"/><Relationship Id="rId1606" Type="http://schemas.openxmlformats.org/officeDocument/2006/relationships/slide" Target="slides/slide1604.xml"/><Relationship Id="rId1607" Type="http://schemas.openxmlformats.org/officeDocument/2006/relationships/slide" Target="slides/slide1605.xml"/><Relationship Id="rId1608" Type="http://schemas.openxmlformats.org/officeDocument/2006/relationships/slide" Target="slides/slide1606.xml"/><Relationship Id="rId1609" Type="http://schemas.openxmlformats.org/officeDocument/2006/relationships/slide" Target="slides/slide1607.xml"/><Relationship Id="rId1610" Type="http://schemas.openxmlformats.org/officeDocument/2006/relationships/slide" Target="slides/slide1608.xml"/><Relationship Id="rId1611" Type="http://schemas.openxmlformats.org/officeDocument/2006/relationships/slide" Target="slides/slide1609.xml"/><Relationship Id="rId1612" Type="http://schemas.openxmlformats.org/officeDocument/2006/relationships/slide" Target="slides/slide1610.xml"/><Relationship Id="rId1613" Type="http://schemas.openxmlformats.org/officeDocument/2006/relationships/slide" Target="slides/slide1611.xml"/><Relationship Id="rId1614" Type="http://schemas.openxmlformats.org/officeDocument/2006/relationships/slide" Target="slides/slide1612.xml"/><Relationship Id="rId1615" Type="http://schemas.openxmlformats.org/officeDocument/2006/relationships/slide" Target="slides/slide1613.xml"/><Relationship Id="rId1616" Type="http://schemas.openxmlformats.org/officeDocument/2006/relationships/slide" Target="slides/slide1614.xml"/><Relationship Id="rId1617" Type="http://schemas.openxmlformats.org/officeDocument/2006/relationships/slide" Target="slides/slide1615.xml"/><Relationship Id="rId1618" Type="http://schemas.openxmlformats.org/officeDocument/2006/relationships/slide" Target="slides/slide1616.xml"/><Relationship Id="rId1619" Type="http://schemas.openxmlformats.org/officeDocument/2006/relationships/slide" Target="slides/slide1617.xml"/><Relationship Id="rId1620" Type="http://schemas.openxmlformats.org/officeDocument/2006/relationships/slide" Target="slides/slide1618.xml"/><Relationship Id="rId1621" Type="http://schemas.openxmlformats.org/officeDocument/2006/relationships/slide" Target="slides/slide1619.xml"/><Relationship Id="rId1622" Type="http://schemas.openxmlformats.org/officeDocument/2006/relationships/slide" Target="slides/slide1620.xml"/><Relationship Id="rId1623" Type="http://schemas.openxmlformats.org/officeDocument/2006/relationships/slide" Target="slides/slide1621.xml"/><Relationship Id="rId1624" Type="http://schemas.openxmlformats.org/officeDocument/2006/relationships/slide" Target="slides/slide1622.xml"/><Relationship Id="rId1625" Type="http://schemas.openxmlformats.org/officeDocument/2006/relationships/slide" Target="slides/slide1623.xml"/><Relationship Id="rId1626" Type="http://schemas.openxmlformats.org/officeDocument/2006/relationships/slide" Target="slides/slide1624.xml"/><Relationship Id="rId1627" Type="http://schemas.openxmlformats.org/officeDocument/2006/relationships/slide" Target="slides/slide1625.xml"/><Relationship Id="rId1628" Type="http://schemas.openxmlformats.org/officeDocument/2006/relationships/slide" Target="slides/slide1626.xml"/><Relationship Id="rId1629" Type="http://schemas.openxmlformats.org/officeDocument/2006/relationships/slide" Target="slides/slide1627.xml"/><Relationship Id="rId1630" Type="http://schemas.openxmlformats.org/officeDocument/2006/relationships/slide" Target="slides/slide1628.xml"/><Relationship Id="rId1631" Type="http://schemas.openxmlformats.org/officeDocument/2006/relationships/slide" Target="slides/slide1629.xml"/><Relationship Id="rId1632" Type="http://schemas.openxmlformats.org/officeDocument/2006/relationships/slide" Target="slides/slide1630.xml"/><Relationship Id="rId1633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no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2400" strike="noStrike" u="none">
                <a:solidFill>
                  <a:srgbClr val="ffffff"/>
                </a:solidFill>
                <a:effectLst/>
                <a:uFillTx/>
                <a:latin typeface="Arial Bold"/>
              </a:rPr>
              <a:t>Click to edit the title text format</a:t>
            </a:r>
            <a:endParaRPr b="0" lang="en-US" sz="24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7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7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7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7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7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7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7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7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7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7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8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8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8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8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8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8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8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8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8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8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9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9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9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9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9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9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9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9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9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9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0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0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0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0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0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0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0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0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0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0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4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4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4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4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4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4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5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5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5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5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5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5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5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5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5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5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6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6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6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6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6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6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6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6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6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6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7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7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7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7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7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7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7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7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7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7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8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8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8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8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8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8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8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8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8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8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9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9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9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9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9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9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9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9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9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9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0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0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0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0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0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0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0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0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0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0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4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4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4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4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4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4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5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5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5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5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5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5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5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5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5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5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6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6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6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6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6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6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6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6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6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6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7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7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7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7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7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7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7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7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7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7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8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8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8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8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8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8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8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8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8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8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9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9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9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9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9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9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9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9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9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9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0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0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0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0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0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0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0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0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0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0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4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4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4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4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4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4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5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5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5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5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5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5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5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5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5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5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6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6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6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6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6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6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6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6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6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6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7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7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7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7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7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7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7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7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7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7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8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8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8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8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8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8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8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8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8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8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9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9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9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9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9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9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9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9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9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9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0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0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0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0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0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0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0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0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0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0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4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4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4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4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4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4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5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5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5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5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5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5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5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5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5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5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6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6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6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6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6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6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6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6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6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6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7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7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7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7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7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7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7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7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7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7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8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8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8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8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8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8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8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8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8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8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9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9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9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9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9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9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9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9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9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9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0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0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0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0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0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0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0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0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0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0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4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4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4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4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4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4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5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5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5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5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5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5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5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5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5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5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6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6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6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6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6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6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6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6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6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6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7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7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7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7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7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7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7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7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7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7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8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8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8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8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8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8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8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8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8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8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9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9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9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9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9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9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9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9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9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9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0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0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0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0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0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0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0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0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0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0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4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4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4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4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4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4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5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5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5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5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5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5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5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5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5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5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6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6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6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6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6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6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6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6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6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6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7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7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7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7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7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7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7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7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7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7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8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8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8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8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8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8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8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8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8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8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9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9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9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9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9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9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9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9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9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9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0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0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0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0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0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0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0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0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0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0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4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4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4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4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4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4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5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5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5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5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5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5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5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5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5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5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6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6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6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6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6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6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6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6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6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6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7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7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7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7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7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7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7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7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7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7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8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8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8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8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8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8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8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8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8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8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9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9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9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9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9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9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9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9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9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9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0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0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0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0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0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0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0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0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0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0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4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4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4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4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4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4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5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5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5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5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5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5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5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5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5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5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6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6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6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6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6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6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6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6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6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6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7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7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7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7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7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7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7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7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7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7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8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8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8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8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8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8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8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8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8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8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9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9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9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9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9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9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9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9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9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9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0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0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0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0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0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0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0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0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0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0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4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4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4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4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4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4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5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5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5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5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5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5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5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5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5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5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6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6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6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6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6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6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6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6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6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6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7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7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7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7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7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7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7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7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7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7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8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8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8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8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8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8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8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8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8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8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9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9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9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9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9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9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9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9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9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9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0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0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0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0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0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0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0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0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0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0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4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4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4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4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4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4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5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5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5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5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5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5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5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5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5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5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6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6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6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6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6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6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6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6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6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6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7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7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7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7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7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7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7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7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7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7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8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8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8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8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8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8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8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8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8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8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9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9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9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9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9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9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9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9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9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9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0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0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0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0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0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0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0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0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0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0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4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4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4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4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4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4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5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5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5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5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5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5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5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5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5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5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6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6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6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6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6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6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6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6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6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6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7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7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7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7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7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7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7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7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7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7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8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8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8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8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8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8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8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8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8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8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9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9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9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9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9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9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9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9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9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9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0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0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0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0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0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0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0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0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0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0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4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4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4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4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4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4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5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5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5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5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5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5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5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5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5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5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6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6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6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6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6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6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6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6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6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6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7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7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7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7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7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7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7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7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7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7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8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8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8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8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8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8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8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8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8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8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9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9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9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9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9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9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9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9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9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9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0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0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0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0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0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0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0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0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0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0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4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4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4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4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4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4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5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5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5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5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5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5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5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5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5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5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6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6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6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6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6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6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6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6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6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6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7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7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7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7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7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7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7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7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7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7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8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8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8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8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8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8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8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8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8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8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9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9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9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9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9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9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9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9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9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9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0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0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0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0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0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0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0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0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0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0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4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4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4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4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4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4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5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5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5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5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5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5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5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5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5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5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6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6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6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6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6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6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6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6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6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6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7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7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7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7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7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7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7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7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7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7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8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8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8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8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8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8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8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8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8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8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9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9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9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9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9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9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9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9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9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9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0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0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0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0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0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0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0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0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0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0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US" sz="1400" strike="noStrike" u="none">
              <a:solidFill>
                <a:srgbClr val="ffffff"/>
              </a:solidFill>
              <a:effectLst/>
              <a:uFillTx/>
              <a:latin typeface="Arial"/>
              <a:ea typeface="Heiti SC Light"/>
            </a:endParaRPr>
          </a:p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Titlul acestei piese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este </a:t>
            </a:r>
            <a:r>
              <a:rPr b="0" lang="en-GB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„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Orașul nostru”.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This play is called “Our Town.”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În această piesă veți vedea pe Dr. Gibbs,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Mrs. Gibbs, George Gibbs, Rebecca Gibbs,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In it you will see Dr. Gibbs,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Mrs. Gibbs, George Gibbs, Rebecca Gibbs,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Mr. Webb, Mrs. Webb, Wally Webb, Emily Webb,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hu-H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Sergentul Warren, Howie Newsome,</a:t>
            </a:r>
            <a:br>
              <a:rPr sz="1800"/>
            </a:br>
            <a:r>
              <a:rPr b="0" lang="hu-H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Joe Crowell, Si Crowell, Simon Stinson, Mrs. Soames.</a:t>
            </a:r>
            <a:br>
              <a:rPr sz="1800"/>
            </a:br>
            <a:r>
              <a:rPr b="0" lang="hu-HU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Constable Warren, Howie Newsome,</a:t>
            </a:r>
            <a:br>
              <a:rPr sz="1800"/>
            </a:br>
            <a:r>
              <a:rPr b="0" lang="hu-HU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Joe Crowell, Si Crowell, Simon Stinson, Mrs. Soames.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Orașul nostru se numește Grover’s Corners,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 situat în New Hampshire –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 name of our town is Grover’s Corners,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New Hampshire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exact la hotarul regiunii Massachusetts: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latitudine 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de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42 de grade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just over the line from Massachusetts;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latitude 42 degrees,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40’ 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minute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și 70 de grade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37’ 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minute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40 minutes, longitude 70 degrees,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37 minutes.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Primul act ne prezintă o zi din orașul nostru.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Ziua e 7 mai 1901. Se face ziuă.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 first act shows a day in our town.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 date is May 7, 1901,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just before dawn.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Pe cer, înspre răsărit, încep să se zărească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de după dealuri primele raze de lumină.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Sky is showing some streaks of light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over in the East there,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Luceafărul de dimineață e nespus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de strălucitor în clipa când trebuie să apună.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 mornin’ star gets brighter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just before it has to go.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Ei, și acuma să vă spun mai degrabă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cum arată orașul nostru. Aici e Strada 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Principlaă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Well, now I’ll show you how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our town lies. Here’s Main Street.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Aici e gara; calea ferată trece pe aici.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Aici e Biserica Congregată;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Over there on the left is the railroad tracks.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 Congregational Church is over there;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peste drum e cea Presbiteriană.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 Presbyterian’s across the street.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Biserica Metodistă și cea Unitariană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sunt dincolo. Cea Baptistă - pe malul râului.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Methodist and Unitarian are over there.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Baptist is—by the river.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Cea Catolică e în cealaltă parte,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peste linie.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Across the tracks is—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 Catholic Church,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Aici e Primăria și Poșta la un loc,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iar temnița e la subsol.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Next to the Post Office is the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Town Hall; jail is in the basement.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Washington a ținut odată </a:t>
            </a:r>
            <a:r>
              <a:rPr b="0" lang="hu-H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un discurs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chiar aici, pe treptele acestea.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Washington once made a speech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from those steps.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br>
              <a:rPr sz="1800"/>
            </a:b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Asta e Strada Principală.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De-a lungul acestei străzi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sunt un șir de magazine. </a:t>
            </a:r>
            <a:br>
              <a:rPr sz="1800"/>
            </a:b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This is the Main Street.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Along Main Street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there’s a row of stores.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Aici sunt stâlpii de care se leagă caii.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Here are the poles that the horses are tied to.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Primul automobil o să apară cam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peste vreo cinci ani.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First automobile’s goin’ to come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along in about five years—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Va deveni proprietatea celui mai bogat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cetățean al nostru, bancherul Cartwright.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belonged to Banker Cartwright,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our richest citizen.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El locuiește pe deal, în casa aceea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mare și albă.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Lives in the big white house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on the hill.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Aici e băcănia și dincolo e drugstore-ul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domnului Morgan.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Here’s the grocery store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Mr. Morgan’s drugstore.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Aproape toți oamenii din oraș trec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prin aceste două magazine.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Everyone in town goes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to those stores.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Aceasta e casa lui Doctor Gibbs.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This is Doctor Gibbs’ house.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Aceasta e poarta din spate.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This is the back door.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Aici este un mic decor, pentru cei care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cred că nu se poate fără decor.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Here’s a couple of trellises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for those who need scenery.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Aici e grădina doamnei Gibbs. Porumb...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nalbă... fasole... mazăre... heliotrop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This is Mrs. Gibbs’ garden— Corn…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chickpeas... beans... peas... heliotrop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o mulțime de buruieni.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lots of weeds.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În acele zile gazeta noastră apărea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de două ori pe săptămână –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Back then we got newspapers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twice a week—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Sentinela din Grover’s Corners –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aici e casa redactorului-șef Webb.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 Grover’s Corners Sentinel—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this is Editor Webb’s house</a:t>
            </a:r>
            <a:r>
              <a:rPr b="0" lang="hu-HU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aici e grădina doamnei Webb.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 la fel ca și aceea a doamnei Gibbs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: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Mrs. Webb’s Garden.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Just like Mrs. Gibbs’s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: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144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Porumb... nalbă... fasole... mazăre... numai că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are și o mulțime de floarea-soarelui.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Corn…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chickpeas... beans... peas...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but with sunflowers—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144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Acolo în față...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Right here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...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144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 un nuc bătrân.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is a big walnut tree.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Frumos oraș, înțelegeți ce vreau să zic?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Nice town, right?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După câte știu, nu s-a ridicat de prin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locurile astea nici un om de seamă.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Nobody very remarkable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ever come out of it.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Cele mai vechi pietre de mormânt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din cimitirul de sus de pe deal datează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 earliest dates on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 tombstones in the cemetery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de prin 1670–1680 – sunt îngropați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acolo o mulțime de Groveri,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say 1670–1680. They’re Grovers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Cartwrights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Gibbsi și Hersay –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aceleași nume ca și cele de azi.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Gibbses and Herseys—-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same names from here now.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așa cum vă spuneam: se face ziuă.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Singurele lumini care se zăresc în oraș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Like I said: it’s early morning.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 only lights on are in a cottage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vin de la o căsuță de peste linie unde o mamă,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o poloneză, abia a născut doi gemeni.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over by the tracks where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 Polish mother’s had twins.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br>
              <a:rPr sz="1800"/>
            </a:b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din casa lui Joe Crowell,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unde Joe Junior se spală ca să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in the Joe Crowell house,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where Joe Junior’s gettin’ ready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o pornească la distribuirea ziarului.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to deliver the paper.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de la gară, unde Shorty Hawkins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pregătește să-i dea liberă trecere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in the depot, where Shorty Hawkins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is gettin’ ready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trenului de Boston, de la 5.45.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Acum sose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ște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!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to flag the 5.45 train for Boston.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Aya—there she is.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Prin fermele din jur — s-au mai aprins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lumini ici și colo,</a:t>
            </a:r>
            <a:r>
              <a:rPr b="0" lang="hu-H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cu mulsul și cu alte treburi. </a:t>
            </a:r>
            <a:br>
              <a:rPr sz="1800"/>
            </a:br>
            <a:r>
              <a:rPr b="0" lang="hu-HU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ll around, they’ve been lights on for some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time, what with milkin’ and so on.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Dar oamenii de la oraș dorm până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ceva mai târziu. Și așa, a mai început o zi.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But town folks sleep late.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So—another day’s begun.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Iată-l pe 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oc</a:t>
            </a:r>
            <a:r>
              <a:rPr b="0" lang="hu-H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tor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Gibbs coborând pe Strada 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Principală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,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întorcându-se</a:t>
            </a:r>
            <a:r>
              <a:rPr b="0" lang="hu-H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de la nașterea 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gemeniilor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. 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Here comes Doc</a:t>
            </a:r>
            <a:r>
              <a:rPr b="0" lang="hu-HU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tor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Gibbs </a:t>
            </a:r>
            <a:r>
              <a:rPr b="0" lang="hu-HU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down the Main Street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returning from that baby case.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iat-o și pe </a:t>
            </a:r>
            <a:r>
              <a:rPr b="0" lang="hu-H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doamna Gibbs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coborând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să pregătească </a:t>
            </a:r>
            <a:r>
              <a:rPr b="0" lang="hu-H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micul dejun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here’s Mrs. Gibbs </a:t>
            </a:r>
            <a:r>
              <a:rPr b="0" lang="hu-HU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coming down</a:t>
            </a:r>
            <a:br>
              <a:rPr sz="1800"/>
            </a:br>
            <a:r>
              <a:rPr b="0" lang="hu-HU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to begin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breakfast.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Doc</a:t>
            </a:r>
            <a:r>
              <a:rPr b="0" lang="hu-H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tor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Gibbs a murit în 1930.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Spitalului celui nou i s-a dat numele lui.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Doc</a:t>
            </a:r>
            <a:r>
              <a:rPr b="0" lang="hu-HU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tor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Gibbs died in 1930.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New hospital’s named after him.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Doamna Gibbs a murit mai întâi.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Plecase la fiica-sa, Rebecca,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 Mrs. Gibbs died of pneumonia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visiting her daughter Rebecca,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măritată cu un agent de asigurare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din Canton, Ohio,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who married an insurance man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in Canton, Ohio,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144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a murit acolo, 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în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pneumonie,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dar trupul ei a fost adus și îngropat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ă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aici.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died there of pneumonia,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but her body was brought back here.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Acuma e acolo sus, în cimitir,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She’s buried in that cemetery—</a:t>
            </a:r>
            <a:br>
              <a:rPr sz="1800"/>
            </a:b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ea fiind o Julia Hersey înainte de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 se mărita cu </a:t>
            </a:r>
            <a:r>
              <a:rPr b="0" lang="hu-H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Dr.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Gibbs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she was Julia Hersey before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she married Dr. Gibbs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în Biserica Congregată de peste drum.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in the Congregational Church.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În orașul nostru ne place să știm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totul despre toată lumea.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In our town we like to know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 facts about everybody.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Iat-o pe doamna Webb, coborând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ea să pregătească </a:t>
            </a:r>
            <a:r>
              <a:rPr b="0" lang="hu-H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micul dejun.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There’s Mrs. Webb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starting breakfast too.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iată-l venind pe Joe Crowell,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distribuind ziarul.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here comes Joe Crowell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deliverin' the paper.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Bună dimuneața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, D</a:t>
            </a:r>
            <a:r>
              <a:rPr b="0" lang="hu-H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r.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Gibbs.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Bună dimuneața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, Joe.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Good m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ornin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g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, D</a:t>
            </a:r>
            <a:r>
              <a:rPr b="0" lang="hu-HU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r.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Gobbs!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Good m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ornin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g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, Joe!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Să vă dau ziarul acuma?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Da, dă-mi-l.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Want your paper now?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Yes, I’ll take it.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S-a îmbolnăvit cineva?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Anybody been sick?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Nu. S-au născut doi gemeni,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în cartierul polonezilor.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No. Some twins born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in Polish Town —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Se pare, că domnișoara învățătoare,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Miss Foster, se mărită.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 see your teacher Miss Foster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is getting married.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Da, domnule. se mărită cu unul din Concord.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Yes, sir, to a man in Concord.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Nu mai spune! Și voi, băieții,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ce părere aveți despre asta?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Well, how do you boys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feel about that?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hu-H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esigur că asta nu-i treaba mea…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dar mă gândesc așa,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Well, it’s not my business—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but I think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că dacă </a:t>
            </a:r>
            <a:r>
              <a:rPr b="0" lang="hu-H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cineva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se apucă să fie învățăto</a:t>
            </a:r>
            <a:r>
              <a:rPr b="0" lang="hu-H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r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ă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,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apoi trebuie să rămână învățăto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r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ă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if a person starts out to be a teacher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she should stay one.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Cu genunchiul cum îți merge, Joe?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How’s your knee, Joe?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Grozav, Do</a:t>
            </a:r>
            <a:r>
              <a:rPr b="0" lang="hu-H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ctor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Numai că, așa cum mi-ați zis,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Fine, Doc</a:t>
            </a:r>
            <a:r>
              <a:rPr b="0" lang="hu-HU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tor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Only like you said, it tells me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îmi spune întotdeauna când o să plouă.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when it’s going to rain.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azi, ce-ți spune? O să plouă?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Nu.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Is it telling you rain today?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No.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Sigur?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Da, domnule.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Sure?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Yes</a:t>
            </a:r>
            <a:r>
              <a:rPr b="0" lang="hu-HU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,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sir.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genunchiul tău nu greșește niciodată?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Niciodată.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Knee ever make a mistake?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No sir.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Aș vrea să vă spun ceva despre băiatul ăsta.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Joe era un băiat tare inteligent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 want to tell you something about that boy.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Joe was smart—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 absolvit primul liceul de aici.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graduated top of his class.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Așa că i s-a dat o bursă ca să urmeze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Facultatea de Tehnologie din Massachusetts.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He got a scholarship to Boston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Tech—M.I.T.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acolo a ieșit primul din promoția lui.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Graduated top of his class from there too.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Pe atunci toată povestea asta a fost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scrisă în ziarele din Boston.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It was in all the Boston papers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at the time.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Ar fi putut să devină un mare inginer,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Joe ăsta. Dar a izbucnit războiul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Joe was going to be an engineering,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but the war started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a murit în Franța.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he died in France.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Toată învățătura asta a fost zadarnică.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De ce a trebuit să se lege de germani,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All that education for nothing.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What business he had fighting the Germans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până în ziua de azi nu s-a aflat, dar pe atunci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ni se părea și nouă cât se poate de clar.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we don’t know now, but it seemed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perfectly clear at the time.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Iată-l și pe Howie Newsome,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lăptarul.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Here comes Howie Newsome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delivering milk.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Hai odată, Bessie.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Ce-i cu tine astăzi?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Giddy up, Bessie.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What’s the matter with you?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Bună dimineața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, Doc</a:t>
            </a:r>
            <a:r>
              <a:rPr b="0" lang="hu-H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tor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.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Bună dimineața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, Howie.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Bună dimineața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, Doc</a:t>
            </a:r>
            <a:r>
              <a:rPr b="0" lang="hu-HU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tor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!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Bună dimineața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, Howie!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 bolnav cineva?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Doamna Goruslawski a născut doi gemeni.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Somebody sick?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Pair of twins over to Mrs. Goruslawski’s.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Gemeni, v</a:t>
            </a:r>
            <a:r>
              <a:rPr b="0" lang="hu-H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să zică?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Crește mereu orașul ăsta al nostru.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Twins, eh? This town’s gettin’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bigger every year.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Ce zici, Howie, o să plouă?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Going to rain, Howie?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Nu. O să fie o zi frumoasă,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cu soare, nu glumă. Hai, Bessie.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No. Fine day, </a:t>
            </a:r>
            <a:r>
              <a:rPr b="0" lang="hu-HU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with sunshine,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no joke.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Come on, Bessie.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Hello, Bessie.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Câți ani are?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Hello, Bessie!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How old is she?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Merge pe șaptesp</a:t>
            </a:r>
            <a:r>
              <a:rPr b="0" lang="hu-H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reze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ce.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De când familia Lockhart nu mai comandă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Almost seventeen. Bessie’s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been confused since the Lockharts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lapte zilnic, e complet zăpăcită.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Totuși, Bessie vrea neapărat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cancelled their milk delivery.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She wants to head that way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să lase sticla acolo – așa că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se supără pe mine tot drumul.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yells at me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 whole time.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Bună dimineața, Mrs. Gibbs.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Bună dimineața, Howie.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Good morning, Mis’ Gibbs.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Good morning, Howie!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Domnul doctor tocmai se întoarce acasă.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Doc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tor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’s comin’ down the street.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Da? Dar dumneata pari că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ai venit mai târziu azi.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Is he? Seems like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you’re late today.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Așa este. A fost o problemă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cu separatorul. 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Nu știu, ce s-a întâmplat.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Aya. Something went wrong with the cart this morning. </a:t>
            </a:r>
            <a:br>
              <a:rPr sz="1800"/>
            </a:br>
            <a:r>
              <a:rPr b="0" lang="en-GB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 don’t know what happened.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Ei, copii! E vremea să vă sculați!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Children, time to get up!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Hai odată, Bessie!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Come on, Bessie!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 mers ușor, Frank?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Everything ok, Frank?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Da. Grozav – parc-ar fi fost niște pisoi.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Yes. Easy as kittens.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Șunca e gata într-o clipiță.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Stai jos și bea-ți cafeaua.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Bacon will be ready soon.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Come drink your coffee.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Cred că două ore ai să poți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să dormi în dimineața asta, nu?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Can you get some more sleep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this morning?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Hm! Doamna Wentworth vine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la unsprezece.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Mrs. Wentworth’s cornin’ at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eleven with a stomach issue.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Cred că știu ce problemă are.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Stomacul ei nu-i ce a fost.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 know what’s her problem.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Her stomach is not the same as it was.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Tot n-o să dormi mai mult de trei ore.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Frank Gibbs, nu știu ce-o să se aleagă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You won’t get more than three hours sleep.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Frank Gibbs, I don't know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de tine. Tare-aș mai vrea să te poți duce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undeva ca să te odihnești.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what’s goin’ to become of you.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  wish you could rest more.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Cred că ți-ar face bine.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It would do you good.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Emileee! Scularea! Walleee! E șapte!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Emily! 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Wake up!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Wally! Seven o’clock!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r trebui să stai de vorbă cu George. Se întâmplă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ceva cu el în ultima vreme, nu mă mai ajută deloc.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You’ve got to speak to George.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Somethin’s come over him lately. He’s no help.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Nici măcar lemnele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nu mai vrea să le taie.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 can’t even get him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to cut me wood.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Nu te ascultă?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Is he sassy to you?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Nu. Nu se gândește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decât la baseball...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No, just whines!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All he thinks about is baseball—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George! Rebecca!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Întârziați la școală.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George! Rebecca!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You’ll be late for school.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George! George, mișcă-te mai repede!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George! George, look sharp!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Da, tata!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N-auzi că te cheamă mama?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Yes, Pa!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Don’t you hear your mother?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Walleeee! Spală-te </a:t>
            </a:r>
            <a:r>
              <a:rPr b="0" lang="hu-H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bine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, sau te spăl eu!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Walleee! Wash yourself good or I’ll do it myself.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Eu mă duc să mă culc.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I’m going to lie down.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Hai, spălați-vă odată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sau vin eu să vă spăl!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Wash yourself good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or I’ll do it myself.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Mama! Ce rochie să-mi pun?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Ma! What dress shall I wear?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hu-H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Nu 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țipa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! Tata a lucrat toată noaptea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acum trebuie să doarmă.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Be quiet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!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Your father’s been out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all night and needs his sleep.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Ți-am spălat și ți-am călcat special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rochia aia de bumbac.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 washed and ironed your blue dress.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Mama, nu pot să sufăr rochia aia.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Ia mai taci din gură.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Oh, Ma, I hate that dress.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Oh, hush.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În fiecare zi mă duc la școală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îmbrăcată ca </a:t>
            </a:r>
            <a:r>
              <a:rPr b="0" lang="hu-H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un curcan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plouată.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Every day I go to school dressed like—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like a sick turkey.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hu-H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u ești întotdeauna foarte drăguță.</a:t>
            </a:r>
            <a:br>
              <a:rPr sz="1800"/>
            </a:br>
            <a:r>
              <a:rPr b="0" lang="hu-HU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ou </a:t>
            </a:r>
            <a:r>
              <a:rPr b="0" lang="hu-HU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always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look lovely.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Mama, George mă murdărește cu săpun.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Mama, George’s throwin’ soap at me!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144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GB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Vin imediat să vă plesnesc pe amândoi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.</a:t>
            </a:r>
            <a:br>
              <a:rPr sz="1800"/>
            </a:br>
            <a:r>
              <a:rPr b="0" lang="en-GB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I'll be right up to slap you both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Avem și o fabrică în orașul nostru – auziți?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We got a factory in our town, too.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Hear it?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Se fac pături. Deținută de Cartwrights.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Au făcut o avere bună din aceasta.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Makes blankets. Cartwrights own it,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made  a fortune.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Copii! Așa nu merge!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Children! Now slow down.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GB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Micul dejun este la fel de important ca prânzul sau cina.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Nu vreau să vă văd înghițind ca niște lupi. </a:t>
            </a:r>
            <a:br>
              <a:rPr sz="1800"/>
            </a:br>
            <a:r>
              <a:rPr b="0" lang="en-GB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Breakfast is just as important as lunch or dinner.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 won’t have you gobblin’ like wolves.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Cine mănâncă așa, nu crește...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să știți.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Las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ă cartea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aia, Wally.</a:t>
            </a:r>
            <a:br>
              <a:rPr sz="1800"/>
            </a:b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You will not grow, if you eat like that... </a:t>
            </a:r>
            <a:br>
              <a:rPr sz="1800"/>
            </a:b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That</a:t>
            </a:r>
            <a:r>
              <a:rPr b="0" lang="en-GB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’s for sure.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Wally, put away your book!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Păi, mama... Până la zece trebuie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să știu totul despre Canada.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Oh, Ma! By ten o’clock I got to know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about Canada.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Știi tot atât de bine ca și mine care-i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regula... la masă nu se citește.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You know the rules —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no books at table.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hu-H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Eu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prefer să am mai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curând copii sănătoși, decât deștepți.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I’d rather have my children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healthy than bright.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Eu sunt și una, și alta.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Știi bine, mama, că așa e.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I’m both, Mama,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you know I am.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Sunt cea mai deșteaptă fată din școală.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Am o memorie grozavă.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I’m the brightest girl in school my age. </a:t>
            </a:r>
            <a:br>
              <a:rPr sz="1800"/>
            </a:br>
            <a:r>
              <a:rPr b="0" lang="en-GB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 have a very good memory.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Mănâncă mai bine.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Eat your breakfast.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br>
              <a:rPr sz="1800"/>
            </a:b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O să vorbesc cu tatăl tău, când se va scula.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Douăzeci de cenți mi se pare că-i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I’ll speak to your father.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Twenty-five cents a week’s enough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de-ajuns de mult pentru un băiat de vârsta ta.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for a boy of your age.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Nici nu știu cum poți să-i cheltuiești pe toți.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 don’t know how you spend it all.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Păi, mama... am o mulțime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de lucruri de cumpărat.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Aw, Ma,—I gotta lotta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things to buy.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Siropul de fragi –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pe ăsta-i cheltuiești...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Strawberry phosphates—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that’s what you spend it on.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Nu înțeleg cum se face că Rebecca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are atât de mulți bani. Mai mult de un dolar.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 don’t see why Rebecca gets much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money. She has more  than a dollar.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L-am strâns ban cu ban.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I’ve been saving up.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Uite ce-i, draga mea, cred totuși că, din când în când,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ar fi bine să mai și cheltuiești din ei.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Well, I think it’s good to spend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some every now an’ then.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Mama, știi la ce țin eu cel mai mult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pe lumea asta... știi? La bani.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Mama, you know what I love most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in the world? Money.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Mănâncă-ți </a:t>
            </a:r>
            <a:r>
              <a:rPr b="0" lang="hu-H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micul dejun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Eat your breakfast.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 sunat clopoțelul. Trebuie să plec.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There's the bell. I gotta go.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Grăbiți-vă, dar nu fugiți.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Wally, trage-ți pantalonii la genunchi.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Don’t run.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Wally, pull up your pants.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hu-H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Rebecca, s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pune-i drei Foster că o felicit.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Vei uita?</a:t>
            </a:r>
            <a:br>
              <a:rPr sz="1800"/>
            </a:br>
            <a:r>
              <a:rPr b="0" lang="hu-HU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Rebecca,</a:t>
            </a:r>
            <a:r>
              <a:rPr b="0" lang="hu-H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r>
              <a:rPr b="0" lang="hu-HU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ell Miss Foster I send her my best.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Can you remember that?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Nu, mamă.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Yes, Ma.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Rebecca, că ești chiar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foarte drăguță. Hai, grăbește-te.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You look nice, Rebecca.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Pick up your feet! 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Pui, pui, pui... Tu pleacă de-aici, hai,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pleacă. Pui, pui, pui... Dar tu ce faci aici?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Here, here— No, you go away,— Here—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What's the matter with you?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Te bați cu ceilalți, tot timpul.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Aha... nu ești de-al meu. De unde vii?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All you do is fight— You don’t belong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to me. Where'd you come from?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Bună dimineața, Myrtle.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Cum îți merge cu răceala?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Good morning, Myrtle.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How’s your cold?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Mai bine, totuși mă mai gâdilă puțin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în gât. I-am spus lui Charles că nu cred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Well, I still have a tickle in my throat.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Told Charles I didn’t know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că mă duc la repetiție la cor în seara asta.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if I’d go to choir rehearsal tonight.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Ai încercat să cânți ceva mai sus ca de obicei?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Have you tried singing </a:t>
            </a:r>
            <a:r>
              <a:rPr b="0" lang="hu-HU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at a higher pitch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?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Da, dar nu prea merge și o să rămân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la vocea de jos. Și în loc să mă odihnesc,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Yes, but I can’t stay on key.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While I’m restin' I thought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m-am gândit să curăț fasolea asta.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I’d string some beans.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Hai să te ajut.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Anul ăsta fasolea a fost bună.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Let me help.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Beans have been good this year.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Am hotărât să pun în magazie vreo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patruzeci de chile. Copiii zic că nu o suportă,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Aya, I want to have forty quarts if it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kills me. Children say they hate ’em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dar am observat că o mănâncă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totuși toată iarna.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but they’ll eat them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all winter.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Știi, Myrtle. Trebuie să-ți spun ceva;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simt că plesnesc, dacă nu-ți spun.</a:t>
            </a:r>
            <a:br>
              <a:rPr sz="1800"/>
            </a:b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Look,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Myrtle, I have to tell you something.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If I don’t tell somebody I’ll burst.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Dar ce s-a întâmplat, Julia Gibbs?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Why Julia Gibbs!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Spune-mi, Myrtle, vinerea trecută n-a fost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pe la tine nici unul din achizitorii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Tell me, Myrtle,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is one of those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aceia din Boston de mobilă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de ocazie?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second-hand furniture men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come to see you?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Nuu!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No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!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Ei bine, la mine a fost. Întâi am crezut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că e un pacient care vrea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Well, he visited me.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First I thought he was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să-l vadă pe Doctorul Gibbs.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așa a ajuns până în salon și,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one of Doctor Gibbs’ patients.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He came inside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cum te văd și cum mă vezi, mi-a oferit 350 de dolari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pentru scrinul acela al bunicii Wentworth!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offered me 350 dollars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for Grandmother Wentworth's highboy.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Nu mai spune, Julia Gibbs!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Why, Julia Gibbs!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20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Da, da. Pe vechitura aia! Era atât de mare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scârbos încât nu știam unde să-l pun </a:t>
            </a:r>
            <a:br>
              <a:rPr sz="1800"/>
            </a:b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Yes, yes. On that old thing.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It was so big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I didn’t know where to put it.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2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aproape că i-am dat nepoatei mele,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Hester Wilcox.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 almost give it to my cousin,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Hester Wilcox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2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îl vinzi?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Știu și eu...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Well, you’re going to take it, aren’t you?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 don't know.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2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Cum știu și eu...? Trei sute cincizeci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de dolari? Ce ți-a venit?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You don’t know!—three hundred and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fifty dollars? What’s come over you?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2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acă aș putea să-l fac pe doctor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să ia banii și să plece undeva într-o călătorie,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If I could get my husband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to use the money for a trip,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2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l-aș vinde cât ai zice peste.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I’d sell it like that.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2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Știi, Myrtle, visul vieții mele a fost să văd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Parisul, Franța.</a:t>
            </a:r>
            <a:br>
              <a:rPr sz="1800"/>
            </a:br>
            <a:r>
              <a:rPr b="0" lang="hu-HU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You know, Myrtil,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I’ve always wanted to see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Paris, France.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2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Mi-am promis de ani de zile că dacă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vom avea vreodată ocazia…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I’ve been promising myself for years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that if we ever had the chance-—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2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doctorul ce zice de asta?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How’s Doctor feel about it?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2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Știi, i-am cam vorbit eu, așa, mai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pe ocolite, și i-am spus că dacă aș câștiga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Well, I said if I got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 inheritance—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2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o moștenire – așa i-am spus –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l-aș obliga să plecăm undeva.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that’s the way I put it—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I’d make him take me.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2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Mdaaa. Și ce-a zis?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M-m-m— What did he say?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2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Îl știi cum e. De când îl cunosc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nu l-am auzit o dată vorbind serios.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You know how he is. I haven’t heard a serious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word out of him, since I’ve known him.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2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Nu, zicea el, dacă ar hoinări prin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Europa după aia ar putea să fie nemulțumit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No, he said, it might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make him discontented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2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că stă în Grover’s Corners;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mai bine s-o lăsăm baltă, spunea el.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with Grover’s Corners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to go to Europe;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2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O dată la doi ani se duce să vadă locurile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unde au fost luptele în Războiul Civil,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Every two years he makes a trip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to the battlefields of the Civil War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2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asta-i de-ajuns dacă-i vorba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să te distrezi, zice el.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that’s enough he says.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2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hu-H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Mr. Webb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admiră cât de multe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știe 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octorul Gibbs despre Războiul Civil.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Well, Mr. Webb just admires the way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Doctor Gibbs knows everything about the Civil War.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2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Ar vrea să pună punct pe Napoleon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să treacă la Războiul Civil – fără speranță –,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Mr. Webb’s ready to give up Napoleon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move over to the Civil War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hopeless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,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2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pentru că Dr. Gibbs este de departe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cel mai mare expert în acest domeniu.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only Doctor Gibbs being one of the greatest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experts in the country makes him despair.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2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Adevărat. Soțul meu atunci este cel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mai fericit când este la Gettysburg.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It’s a fact, 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my husband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is never so happy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as when he’s at Gettysburg.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2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De câte ori n-am umblat pe dealurile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acelea, Myrtle, oprindu-ne lângă fiecare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 times I’ve walked over those hills,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Myrtle, stopping at every bush,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2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pală de copaci, de parcă am fi vrut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să le cumpărăm.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like we was going to buy it.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2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br>
              <a:rPr sz="1800"/>
            </a:b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2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Știi, dacă achizitorul ăla e chiar un om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serios, eu ți-aș zice, Julia, să-l vinzi.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Well, if that second-hand man’s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serious Julia, you sell it.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2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după aceea, veți vedea Parisul.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then you’ll get to see Paris.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2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Numai fă-i aluzie soțului tău din când în când.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Just keep droppin’ hints —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2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Uite, eu 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așa am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ajuns pe coasta Atlanticului.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that’s how I got to see the Atlantic Ocean.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2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Iartă-mă că ți-am vorbit despre asta.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Numai că, așa cred eu, o dată în viață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Oh, I’m sorry I mentioned it.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Only it seems to me that once in your life,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2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până nu mori, trebuie să te duci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într-o țară unde oamenii nu vorbesc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you ought to see a country where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they don’t talk in English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2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nici nu vor să vorbească englezește.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don’t even want to.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2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Doamnelor, vă mulțumesc.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Thank you very much, ladies.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2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Mulțumesc.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Și-acum să trecem peste câteva ore.</a:t>
            </a:r>
            <a:br>
              <a:rPr sz="1800"/>
            </a:b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Thank you.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Now we’ll skip a few hours.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2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Dar mai întâi ar fi nevoie să mai capătăm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o serie de informații despre oraș;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But first we want a little more information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about our town— a scientific account.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2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l-am rugat de aceea pe profesorul Willard,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de la școala din orașul nostru,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So I’ve asked Professor Willard of our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State University to discuss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2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să ne schițeze în câteva cuvinte istoria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acestor locuri. Profesor Willard?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our past history here.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Professor Willard?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2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2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Dați-mi voie să vi-l prezint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pe profesorul Willard...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May I introduce Professor Willard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...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2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2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Domnule profesor, din păcate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timpul nostru este limitat.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Just a few brief notes, —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unfortunately our time is limited.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2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Așa... Grover’s Corners... mda...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Grover’s Corners este așezat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Grover’s Corners—mmm— let me see—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Grover's Corners lies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2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pe un strat de granit originar din Pleistocenul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primar, provenit din lanțul Munților Appalachi.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on the old pleiocene granite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of the Appalachian range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2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Aș putea spune că e unul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din cele mai vechi soluri din lume.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on some of the oldest land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in the world—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2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Suntem foarte mândri de asta.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Un strat de bazalt devonian îl străbate,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we’re proud of that. Of course there are more recent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outcroppings,—sandstone showing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2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cu urme de șisturi mezozoice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rămășițe de gresie;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through a shelf of Devonian basalt,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some vestiges of Mezozoic shale,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2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dar toate acestea sunt de dată mai recentă: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două, trei sute de milioane de ani.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but these are comparatively new—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perhaps two or three hundred million years.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2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2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S-au găsit și fosile deosebit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de interesante... aș putea spune...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Some interesting fossils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have been found—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2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fosile unice... la două mile de oraș,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în pășunea din Silas Peckham.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two miles north of the Peckham Farm—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in Silas Peckham’s cow-pasture.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2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Le puteți vedea la muzeul orașului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nostru oricând – adică oricând e deschis.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These may be seen in the museum at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 University at any reasonable time.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2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Aș putea să vă citesc câteva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din aprecierile profesorului Gruber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Shall I read some of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Professor Gruber’s notes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2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cu privire la situația meteorologică –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precipitații ușoare...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on the meteorological situation—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mean precipitation, et cetera?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2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Îmi pare rău, domnule profesor,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dar nu cred că avem timp pentru asta.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Afraid we won’t have time for that,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Professor.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26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Am putea asculta însă câteva cuvinte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despre istoria oamenilor de aici.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We might have a few words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on the history of man here.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26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Da... date cu caracter antropologic: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Da...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Oh, anthropological data—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Er—yes.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26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...ascendența veche americano-indiană.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Triburile Cotahatchee...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Early Amerindian stock,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Cotahatchee tribes—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26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nici o mărturie asupra existenței lor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înainte de secolul al zecelea al erei noastre...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no evidence before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the 10th Century —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26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dispărute acum cu totul...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urme posibile în trei dintre familiile de aici.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now entirely disappeared—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Oh, possible traces in three families—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26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Către secolul al șaptesprezecelea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migrație de ascendenți englezi,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migration in early part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of the 17th Century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26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brahicefali, cu ochi albaștri...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în cea mai mare parte.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of English brachiocephalic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blue-eyed stock—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26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De atunci ceva ascendenți slavi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mediteraneeni...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Since then, some Slav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Mediterranean—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27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care e populația actuală?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the population?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27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 orașului? 2640 de oameni.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S-au născut gemenii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, domnule profesor.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Within the town limits: 2,640.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 twins are born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, p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rofessor.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27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Da, așa? Populația orașului numără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în clipa de față 2642 locuitori.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Oh yes. The population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at the moment is 2,642.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27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Districtul poștal include încă 507 suflete,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 Postal District brings in 507 more—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27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astfel încât numărul total de suflete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este de 3149.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making a total of 3,149.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27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Coeficientul letalității și al natalității,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după scara lui McPherson... 6.032.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Mortality, birth rates—constant.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By McPherson’s gauge: 6.032.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27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Vă mulțumesc foarte mult,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domnule profesor.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Thank you very much,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Professor Willard.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27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Vă suntem profund îndatorați, puteți fi sigur.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We are all truly obliged to you.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27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144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– </a:t>
            </a:r>
            <a:r>
              <a:rPr b="0" lang="en-GB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Când s-au născut gemenii?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br>
              <a:rPr sz="1800"/>
            </a:b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– Astăzi, în zori.</a:t>
            </a:r>
            <a:br>
              <a:rPr sz="1800"/>
            </a:b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– </a:t>
            </a:r>
            <a:r>
              <a:rPr b="0" lang="en-GB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When were the twins born? </a:t>
            </a:r>
            <a:br>
              <a:rPr sz="1800"/>
            </a:b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– Today, a</a:t>
            </a:r>
            <a:r>
              <a:rPr b="0" lang="en-GB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 dawn.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27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Și-acum, situația politică și socială: </a:t>
            </a:r>
            <a:br>
              <a:rPr sz="1800"/>
            </a:br>
            <a:r>
              <a:rPr b="0" lang="hu-H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redactorul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Webb.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Now the political and social report: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Editor Webb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28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28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144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A, domnul Webb?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Oh, Mr. Webb?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28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28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Vine într-o clipă...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S-a tăiat la mână curățând un măr.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He’ll be here soon—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He just cut his hand eatin’ an apple.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28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144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hu-H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Mul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țumim, doamnaWebb.</a:t>
            </a:r>
            <a:br>
              <a:rPr sz="1800"/>
            </a:b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Thank you, Mrs. Webb.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28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Dl Webb este redactorul-șef al ziarului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din Grover’s Corners, Sentinela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,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Ziarul nostru local.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Mr. Webb is Publisher and Editor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of The Grover’s Corners Sentinel, our local paper.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28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28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144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GB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Charles, toat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ă lumea te așteaptă!</a:t>
            </a:r>
            <a:br>
              <a:rPr sz="1800"/>
            </a:br>
            <a:r>
              <a:rPr b="0" lang="hu-HU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Charles, ever</a:t>
            </a:r>
            <a:r>
              <a:rPr b="0" lang="en-GB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ybody’s waiting for you!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28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Așa... 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O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rașul nostru e administrat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de un Consiliu Municipal.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Well, we’re run by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 Board of Selectmen.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28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Bărbații votează de la vârsta de 21.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All males vote at the age of 21.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29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Femeile — indirect.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Women vote indirect.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29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Populația e compusă în general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din mica burghezie... ceva liberi profesioniști...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We’re lower middle-class: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sprinklin’ of professional men—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29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10% de muncitori necalificați,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analfabeți. </a:t>
            </a:r>
            <a:br>
              <a:rPr sz="1800"/>
            </a:br>
            <a:r>
              <a:rPr b="0" lang="hu-HU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10% illiterate laborers: unskilled,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illiterate workers.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29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Din punct de vedere politic,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86% republicani,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Politically,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86% Republicans;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29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6% democrați, 4% socialiști,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ceilalți indiferenți.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6% Democrats; 4% Socialists;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Rest, indifferent.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29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Din punct de vedere religios: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85% protestanți, 12% catolici,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Religiously, 85% Protestants;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12% Catholics;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29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restul indiferenți.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Rest, indifferent.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29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Mai doriți să adăugați ceva,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domnule Webb?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Have you any comments,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Mr. Webb?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29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Ce părere aveți despre orașul nostru,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Grover’s Corners, Mr. Webb?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What do you think of our little town,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Grovers Corner’s, Mr Webb?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29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Dacă mă întrebați, pot să vă spun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că suntem un oraș foarte obișnuit. </a:t>
            </a:r>
            <a:br>
              <a:rPr sz="1800"/>
            </a:b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Well, if you ask me, I can tell you </a:t>
            </a:r>
            <a:br>
              <a:rPr sz="1800"/>
            </a:b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that it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’s a very ordinary town.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30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Cu oameni poate ceva mai cumsecade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decât în multe alte orașe.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Little better behaved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than most.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30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Probabil însă cu mult mai plictisitor. Dar tinerilor noștri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pare să le placă orașul de-ajuns de mult.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Probably a lot duller. But our young people here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seem to like it well enough</a:t>
            </a:r>
            <a:r>
              <a:rPr b="0" lang="hu-HU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30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După absolvirea liceului, 90% din ei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rămân și se stabilesc aici —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90% of ’em settle down right here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to live—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30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chiar dacă au fost plecați pe la facultăți.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even when they’ve-been away to college.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30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144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hu-H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Avem c</a:t>
            </a:r>
            <a:r>
              <a:rPr b="0" lang="en-GB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âteva întrebări d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 la</a:t>
            </a:r>
            <a:r>
              <a:rPr b="0" lang="en-GB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public. </a:t>
            </a:r>
            <a:br>
              <a:rPr sz="1800"/>
            </a:br>
            <a:r>
              <a:rPr b="0" lang="en-GB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Rândul 3, scaunul 4.</a:t>
            </a:r>
            <a:br>
              <a:rPr sz="1800"/>
            </a:b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We have a</a:t>
            </a:r>
            <a:r>
              <a:rPr b="0" lang="en-GB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few questions from the audience. </a:t>
            </a:r>
            <a:br>
              <a:rPr sz="1800"/>
            </a:br>
            <a:r>
              <a:rPr b="0" lang="en-GB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Row 3, seat 4.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30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Se bea mult în Grover’s Corners?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Is there much drinking in Grover’s Corners?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30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Cum să vă spun, nu știu ce numiți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dumneavoastră mult.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Well, ma’am, I wouldn’t know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what you’d call much.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30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Sâmbăta seara, muncitorii agricoli se adună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în hambarul lui Ellery Greenough și fac gălăgie.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Saturday nights the farmhands meet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down in Ellery Greenough’s stable.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30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Avem un bețiv sau vreo doi,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dar de fiecare dată când vine în oraș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We’ve got one or two town drunks.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But they always repent whenever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30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vreun predicator îi apucă remușcările.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 travelling preacher comes to town.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3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Nu, aș spune că alcoolul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nu-i un lucru obișnuit prin casele de pe-aici,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No, I’d say liquor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ain’t a regular thing in the home here,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3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decât ca medicament împotriva răcelii. </a:t>
            </a:r>
            <a:br>
              <a:rPr sz="1800"/>
            </a:br>
            <a:r>
              <a:rPr b="0" lang="en-US" sz="1800" strike="noStrike" u="none">
                <a:solidFill>
                  <a:srgbClr val="e6e6e6"/>
                </a:solidFill>
                <a:effectLst/>
                <a:uFillTx/>
                <a:latin typeface="Arial"/>
              </a:rPr>
              <a:t>Sau mușcăturilor de șarpe,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except as medicine for a cold.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Or snake-bite, y</a:t>
            </a:r>
            <a:r>
              <a:rPr b="0" lang="hu-HU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ou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know.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3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Întotdeauna a fost așa.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This has always been like that.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3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GB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Întrebarea următoare se referă la problemele sociale</a:t>
            </a:r>
            <a:br>
              <a:rPr sz="1800"/>
            </a:br>
            <a:r>
              <a:rPr b="0" lang="en-GB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și la nedreptatea socială. </a:t>
            </a:r>
            <a:br>
              <a:rPr sz="1800"/>
            </a:br>
            <a:r>
              <a:rPr b="0" lang="en-GB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 next question is about social issues </a:t>
            </a:r>
            <a:br>
              <a:rPr sz="1800"/>
            </a:br>
            <a:r>
              <a:rPr b="0" lang="en-GB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social injustice.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3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144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GB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De ce nu face nimeni nimic în privința asta?</a:t>
            </a:r>
            <a:br>
              <a:rPr sz="1800"/>
            </a:br>
            <a:r>
              <a:rPr b="0" lang="en-GB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Why doesn't anyone do something about it?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3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hu-H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oată lumea e... e ceva teribil.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S-ar zice că-și petrec cea mai mare parte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Everybody is,—somethin’ terrible.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Seems like they spend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3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din vreme vorbind despre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cine-i bogat și cine-i sărac.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most of their time talking about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who’s rich and who’s poor.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3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Păi... știu și eu... Presupun că, asemeni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fiecăruia dintre noi, căutăm cu toții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Well, I dunno. I guess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we’re huntin’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3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o cale ca oamenii harnici și inteligenți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să se poată ridica la suprafață,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for a way the diligent and sensible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can rise to the top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3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iar cei leneși și certăreți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să se ducă la fund.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the lazy and quarrelsome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sink to the bottom.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3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Dar nu-i atât de ușor de găsit.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But it ain’t easy to find.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3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Până atunci, facem tot ce putem pentru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a-i ajuta pe cei care nu-s în stare să se ajute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Meantime, we take care of those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who can’t help themselves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3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singuri, iar pe cei care sunt în stare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îi lăsăm în pace. Mai sunt alte întrebări?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those that can we leave alone.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Any other questions?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3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GB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Mai avem timp pentru o întrebare.</a:t>
            </a:r>
            <a:br>
              <a:rPr sz="1800"/>
            </a:br>
            <a:r>
              <a:rPr b="0" lang="en-GB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Rândul </a:t>
            </a:r>
            <a:r>
              <a:rPr b="0" lang="hu-H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4</a:t>
            </a:r>
            <a:r>
              <a:rPr b="0" lang="en-GB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, scaunul 3.</a:t>
            </a:r>
            <a:br>
              <a:rPr sz="1800"/>
            </a:br>
            <a:r>
              <a:rPr b="0" lang="en-GB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We have time for one more question. </a:t>
            </a:r>
            <a:br>
              <a:rPr sz="1800"/>
            </a:br>
            <a:r>
              <a:rPr b="0" lang="hu-HU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4th r</a:t>
            </a:r>
            <a:r>
              <a:rPr b="0" lang="en-GB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ow, seat 3.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3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hu-H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P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reocupări culturale sau estetice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există în Grover’s Corners?</a:t>
            </a:r>
            <a:br>
              <a:rPr sz="1800"/>
            </a:br>
            <a:r>
              <a:rPr b="0" lang="hu-HU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s there any culture or love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of beauty in—Grover’s Corners?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3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Cum să vă spun... în sensul în care vorbiți,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nu prea există. Să vedeți, sunt câteva fete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Well, ma’am, there ain't much—not in the sense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you mean. There’s some girls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3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la liceu care cântă la pian,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dar nu le prea face nici o plăcere.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that play the piano over at High School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Commencement; but they ain’t happy about it.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3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Nu, nu prea există preocupări culturale,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dar aici ne place să privim dimineața soarele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There isn’t much culture;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but we like the sun cornin’ up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3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ridicându-se peste creasta munților,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tuturor ne sunt tare dragi păsările.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over the mountain in the morning, and we all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notice a good deal about the birds.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3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ne place să observăm cum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se schimbă anotimpurile,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we watch the change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of the seasons: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3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da, toată lumea știe foarte multe despre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treaba asta. Dar toate acestea —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yes, everybody knows about them.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But those other things—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3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aveți dreptate, doamnă — nu înseamnă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mare lucru. Robinson Crusoe și Biblia,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there ain’t much—Robinson Crusoe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the Bible;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3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Largo-ul lui </a:t>
            </a:r>
            <a:r>
              <a:rPr b="0" lang="en-GB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Händel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, cunoaștem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aceste lucruri, și Mama lui Whistler...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Händel’s Largo, we all know that;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Whistler’s Mother—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3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dar cam până aici mergem.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those are about as far as we go.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3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acum să ne întoarcem la oraș.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Now we’ll go back to town.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3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 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ora doi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It's two o’clock.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3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Toți cei 2642 de locuitori și-au luat masa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toate farfuriile au fost spălate.</a:t>
            </a:r>
            <a:br>
              <a:rPr sz="1800"/>
            </a:b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All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2642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souls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has had their lunches,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all the dishes have been washed.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3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Copiii s-au întors la școală.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 children have gone back to school.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3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br>
              <a:rPr sz="1800"/>
            </a:b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3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Doctorul Gibbs e în cabinetul lui,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palpându-și pacienții și le spune să zică „a”.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Doc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tor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Gibbs is in his office,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makin’ ’em say “Ah”.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3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Domnul Webb tunde gazonul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pe pajiștea din fața casei;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Mr. Webb’s cuttin’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his lawn —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3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un om din zece crede că e ceva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să tunzi gazonul cu mașina ta proprie.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one man in ten thinks it’s a privilege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to push his own lawn-mower.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3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br>
              <a:rPr sz="1800"/>
            </a:b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3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Nu se poate, Louis. Trebuie să merg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acasă, ca s-o ajut pe mama.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 can’t, Lois.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I’ve got to go help my mother.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3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I-am promis.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 promised her.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3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Emily, mergi ca lumea.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Dumnezeule!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Emily, walk simply.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Who do you think you are today?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3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Ești groaznic, tată. Într-un minut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îmi spui să stau drept,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Oh, Papa, one minute you tell me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to stand up straight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3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apoi mă critici pentru orice.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Nici nu te mai ascult.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the next minute you call me names.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 don’t listen to you.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3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144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GB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Niciodată nu am primit un sărut</a:t>
            </a:r>
            <a:r>
              <a:rPr b="0" lang="hu-H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a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tât de moale.</a:t>
            </a:r>
            <a:br>
              <a:rPr sz="1800"/>
            </a:br>
            <a:r>
              <a:rPr b="0" lang="en-GB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I've never had such a kiss</a:t>
            </a:r>
            <a:r>
              <a:rPr b="0" lang="hu-HU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3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Mă iertați, doamna </a:t>
            </a:r>
            <a:r>
              <a:rPr b="0" lang="hu-H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Forrest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Excuse me, Mrs. Forrest.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3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Du-te și te joacă pe teren, tinere.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Strada </a:t>
            </a:r>
            <a:r>
              <a:rPr b="0" lang="hu-H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Principal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ă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nu-i loc de joacă.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You go play in the fields, young man. You got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no business playing baseball on Main Street.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3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Îmi pare foarte rău, Mrs. Forest...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Sorry, Mrs. Forrest…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3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Hello, Emily.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Hello, Emily!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3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Hello.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H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el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lo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3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Grozav ai vorbit azi la școală.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You made a fine speech in class.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3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Mda... Chiar eram pregătită să țin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o cuvântare despre Doctrina Monroe,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Well—I was ready to make a speech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about the Monroe Doctrine,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3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dar în ultima clipă domnișoara Corcoran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m-a pus să vorbesc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but at the last minute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Miss Corcoran made me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3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despre Cumpărarea Louisianei.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talk about the Louisiana Purchase.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3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Am lucrat multă vreme la amândouă subiectele.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 worked hard on both of them.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3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Știi, Emily, e ciudat. De la fereastra mea,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de sus, de acolo, îți văd capul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Gee, it’s funny, Emily.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From my window I can see your head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3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când îți faci seara lecțiile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în camera ta.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nights when you’re doing your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home-work in your room.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3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Da, mă vezi?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Why, can you?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36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Da, știu că tocești, Emily.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Nu știu cum poți să stai atâta vreme locului.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You stick to it, Emily.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 don’t see how you can sit still that long.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36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Mi se pare că-ți place să înveți.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 guess you must like school.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36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Știi, întotdeauna am sentimentul că trebuie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să duc lucrurile astea până la capăt.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Well, I always feel it’s something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you have to go through.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36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Mda.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Yeah.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36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ici nu-i așa de rău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. </a:t>
            </a:r>
            <a:br>
              <a:rPr sz="1800"/>
            </a:b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În școală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vremea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trece 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mai repede.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 don’t mind it.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Time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passes faster in school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36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144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GB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Mda.</a:t>
            </a:r>
            <a:br>
              <a:rPr sz="1800"/>
            </a:br>
            <a:r>
              <a:rPr b="0" lang="en-GB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Yeah.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36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36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Emily, ce crezi tu?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N-am putea aranja un sistem de semnalizare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Emily, what do you think?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We might work out a kinda telegraph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37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de la o fereastră la alta?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from your window to mine;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37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din când în când, mi-ai putea da o mână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de ajutor la problemele de algebră.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once in a while you could give me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hint about one of those Algebra problems.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37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Nu-i vorba de rezultate, </a:t>
            </a:r>
            <a:br>
              <a:rPr sz="1800"/>
            </a:b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Emily,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numai așa, câte un sfat...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 don’t mean the answers,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Emily, just some little hint—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37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A, cred că dacă-i vorba de sfaturi,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asta se poate... Așa că...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Oh I think hints are allowed.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So…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37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Dacă te încurci cumva, mă fluieri și atunci</a:t>
            </a:r>
            <a:br>
              <a:rPr sz="1800"/>
            </a:b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îți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dau sfatul de care ai nevoie.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If you get stuck, you whistle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and I’ll give you some hints.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37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37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Emily, mie mi se pare că așa ești tu, deșteaptă.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Emily, you’re naturally bright</a:t>
            </a:r>
            <a:r>
              <a:rPr b="0" lang="hu-HU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37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Eu cred că oamenii se nasc așa.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 figure it’s just the way a person’s bom.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37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Ei bine… Eu, de exemplu, aș vrea să devin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fermier, iar unchiul Luke zice că,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Yeah. But I want to be a farmer.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My Uncle Luke says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37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după ce termin școala, pot merge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să lucrez la ferma lui,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whenever I’m ready I can come work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on his farm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38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dacă muncesc bine,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treptat o pot prelua.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if I’m any good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 can gradually have it.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38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Adică vrei să spui și casa, și tot ce e acolo?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You mean the house and everything?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38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Mda. Asta e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…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și acum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o să mă duc la terenul de baseball.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Yeah. Well—I better get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to the baseball field.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38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Îți mulțumesc, Emily...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Bună ziua, dna Webb.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Thanks for the talk, Emily.—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Good-afternoon, Mrs. Webb.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38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Bună ziua, George.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La revedere, Emily.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Good-afternoon, George!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So-long, Emily!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38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La revedere, George</a:t>
            </a:r>
            <a:r>
              <a:rPr b="0" lang="hu-H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!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So long, George!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38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38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38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Emily, vino și ajută-mă să curăț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fasolea asta.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Emily, come help me string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these beans.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38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George Gibbs s-a hotărât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el o dată să vorbească?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George Gibbs let himself have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 real conversation, didn’t he?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39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Mda, crește.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Câți ani o fi având George?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Why, he's growing up.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How old is he?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39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Nu știu.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Oh, I don’t know.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39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Ia să vedem. Trebuie să aibă vreo șa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i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sprezece ani.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br>
              <a:rPr sz="1800"/>
            </a:b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Cel mult șaptesprezece.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Let’s see. He must be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like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sixteen.</a:t>
            </a:r>
            <a:br>
              <a:rPr sz="1800"/>
            </a:br>
            <a:r>
              <a:rPr b="0" lang="hu-HU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No more than sevnteen.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39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Mamă, am ținut azi la școală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o cuvântare și am fost grozavă.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Mama, I made a speech in class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today and I was very good.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39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Atunci să i-o repeți și tatălui tău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la cină. Despre ce ai vorbit?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You must recite it to your father at supper.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What was it about ?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39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Despre Cumpărarea Louisianei.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Toată viața de acum înainte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 Louisiana Purchase.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It was like silk off a spool.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39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o să țin discursuri.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Mamă, e bine așa?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I’m going to make speeches all my life. —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Mama, are these big enough ?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39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Încearcă</a:t>
            </a:r>
            <a:r>
              <a:rPr b="0" lang="hu-H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în bucăți mai mari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Try a little bigger.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39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Mamă, îmi răspunzi la o întrebare?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Dar nu în glumă.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Mama, can I ask you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something</a:t>
            </a:r>
            <a:r>
              <a:rPr b="0" lang="hu-HU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, but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serious?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39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Serios, nu în glumă...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Seriously, dear—not serious.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40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Serios... vrei?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Desigur că vreau.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Seriously… will you?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Of course.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40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40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Mamă, sunt drăguță?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Mama, am I </a:t>
            </a:r>
            <a:r>
              <a:rPr b="0" lang="hu-HU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pretty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?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40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Da, desigur că ești. Toți copiii mei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au trăsături drăguțe; mi-ar fi și rușine dacă n-ar avea.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Yes, of course. Both my children got good features.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I’d be ashamed if they hadn’t.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40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O, mamă, nu despre asta-i vorba.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Ce mă interesează e: sunt frumoasă?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Oh, Mama, that’s not what I mean.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What I mean is:</a:t>
            </a:r>
            <a:r>
              <a:rPr b="0" lang="hu-HU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am I beautiful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?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40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Ți-am mai spus o dată: da.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Ai un obraz tânăr și foarte drăguț.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I’ve already told you, yes.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You have a nice young pretty face.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40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N-am mai auzit așa o prostie.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Now that's enough.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40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O, mamă, niciodată nu ne spui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adevărul despre nimic.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Oh, Mama, you never tell us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 truth about anything.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40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eu îți zic că-ți spun adevărul.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 am telling you the truth.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40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4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Mamă, tu ai fost frumoasă?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Mama, were you </a:t>
            </a:r>
            <a:r>
              <a:rPr b="0" lang="hu-HU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beautiful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?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4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Da, am fost</a:t>
            </a:r>
            <a:r>
              <a:rPr b="0" lang="hu-H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.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r>
              <a:rPr b="0" lang="hu-H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</a:t>
            </a:r>
            <a:r>
              <a:rPr b="0" lang="it-IT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acă se poate spune</a:t>
            </a:r>
            <a:br>
              <a:rPr sz="1800"/>
            </a:br>
            <a:r>
              <a:rPr b="0" lang="it-IT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așa ceva despre sine.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Yes, I was</a:t>
            </a:r>
            <a:r>
              <a:rPr b="0" lang="hu-HU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.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</a:t>
            </a:r>
            <a:r>
              <a:rPr b="0" lang="hu-HU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</a:t>
            </a:r>
            <a:r>
              <a:rPr b="0" lang="en-GB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f one can say</a:t>
            </a:r>
            <a:br>
              <a:rPr sz="1800"/>
            </a:br>
            <a:r>
              <a:rPr b="0" lang="en-GB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such a thing about oneself.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4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144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Eram cea mai frumoasă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fată din oraș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după Mamie Cartwright</a:t>
            </a:r>
            <a:r>
              <a:rPr b="0" lang="hu-H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.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 was the </a:t>
            </a:r>
            <a:r>
              <a:rPr b="0" lang="hu-HU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most beautiful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girl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in town next to Mamie Cartwright.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4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Dar, mamă, trebuie să-mi spui cum sunt.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Sunt îndeajuns de atrăgătoare...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But Mama, you’ve got to say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something about me.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4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ca să fac pe cineva...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ca să interesez pe cineva?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Am I pretty enough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to get people interested in me ?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4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Emily, începi să mă plictisești</a:t>
            </a:r>
            <a:r>
              <a:rPr b="0" lang="hu-H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!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Emily, you make me tired!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4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Ești de-ajuns de frumoasă ca toate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să fie cum trebuie...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You’re pretty enough for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all normal purposes.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4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acuma hai să mergem și ia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strachina aia cu tine.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Come along and bring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that bowl with you.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4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Of, mamă, nu vrei să mă ajuți deloc.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Oh, Mama, you’re no help.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4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4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Cred că acesta este cel mai bun moment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pentru a vă povesti despre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Now, I think this is a good time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to tell you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4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familia Cartwright care a început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să construiască o nouă bancă aici,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that the Cartwrights have begun building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 new bank in Grover's Corners—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4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în Grover's Corners, din păcate, marmura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trebuia să fie adusă din Vermont.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had to go to Vermont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for the marble.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4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br>
              <a:rPr sz="1800"/>
            </a:b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4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Au întrebat un prieten de-al meu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ce să pună în piatra de temelie,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they've asked a friend of mine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what they should put in the cornerstone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4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pe care o vor dezgropa peste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o mie de ani.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for people to dig up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 thousand years from now.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4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Desigur, </a:t>
            </a:r>
            <a:r>
              <a:rPr b="0" lang="hu-H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au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pu</a:t>
            </a:r>
            <a:r>
              <a:rPr b="0" lang="hu-H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un exemplar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din New York Times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'Course, they’ve put in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 copy of the New York Times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4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un exemplar din Sentinela dlui Webb...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a copy of Mr. Webb’s Sentinel,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4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Este un lucru destul de interesant,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pentru că niște oameni de 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știință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au inventat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Some scientific fellas have found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 way of painting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4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un fel de adeziv pe bază de silicat, care,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aplicat pe hârtie,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all that reading matter with a kind of glue—-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silicate glue—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4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o poate conserva timp de o mie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sau chiar două mii de ani.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that'll make it keep a thousand—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two thousand years—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4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Am pus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o Biblie...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Constituția Statelor Unite,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We’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d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put in a Bible —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 copy of the Constitution of the United States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4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un exemplar din piesele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lui William Shakespeare.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a copy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of William Shakespeare’s plays.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4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4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Ce părere aveți</a:t>
            </a:r>
            <a:r>
              <a:rPr b="0" lang="hu-H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What you you think?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4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Știți... Babilonul a avut cândva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o populație de două milioane de oameni,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Y’ know, Babylon once had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two million people in it,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4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tot ce ne-a rămas de la ei e numele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regilor și câteva copii după niște acte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all we know about them is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 names of the kings and some copies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4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de cumpărare a cerealelor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de vânzare a unor sclavi.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of wheat contracts and—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 sales of slaves.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4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totuși în fiecare seară, familiile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acelea se așezau la cină,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Yes, every night all those families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sat down to supper,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4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tatăl venea acasă de la lucru,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fumul suia pe coșul casei... ca și pe-aici.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the father came home from work,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the smoke went up the chimney, same as here. 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4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Așa că i-am spus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să ia un exemplar din piesa aceasta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So I’m going to have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 copy of this play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4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să o pună la temelia clădirii, și oamenii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care vor trăi peste o mie de ani vor afla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put in the cornerstone so people a thousand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years from now’ll know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4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câteva lucruri simple despre noi – </a:t>
            </a:r>
            <a:br>
              <a:rPr sz="1800"/>
            </a:br>
            <a:r>
              <a:rPr b="0" lang="en-GB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nu doar pacea de la Versailles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about us—</a:t>
            </a:r>
            <a:r>
              <a:rPr b="0" lang="hu-HU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more </a:t>
            </a:r>
            <a:br>
              <a:rPr sz="1800"/>
            </a:br>
            <a:r>
              <a:rPr b="0" lang="hu-HU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than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the Treaty of Versailles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4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144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GB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sau zborul transatlantic al lui Lindbergh.</a:t>
            </a:r>
            <a:br>
              <a:rPr sz="1800"/>
            </a:b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Î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nțelegeți ce vreau să spun? </a:t>
            </a:r>
            <a:r>
              <a:rPr b="0" lang="en-GB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br>
              <a:rPr sz="1800"/>
            </a:b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the Lindbergh flight.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you know what I mean?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4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144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GB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Ei bine, oameni care vor trăi </a:t>
            </a:r>
            <a:br>
              <a:rPr sz="1800"/>
            </a:br>
            <a:r>
              <a:rPr b="0" lang="en-GB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peste o mie de ani</a:t>
            </a:r>
            <a:br>
              <a:rPr sz="1800"/>
            </a:br>
            <a:r>
              <a:rPr b="0" lang="en-GB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Well then, people living </a:t>
            </a:r>
            <a:br>
              <a:rPr sz="1800"/>
            </a:br>
            <a:r>
              <a:rPr b="0" lang="en-GB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 thousand years from now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: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4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Așa eram, așa creșteam,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așa ne căsătoream,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This is the way we were,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in our growing up and in our marrying,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4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așa trăiam și așa muream.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in our living, and in our dying.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4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4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acum, să revenim la ziua de azi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din Grover’s Corners. E seară.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Now we’ll get back to Grover's Corners.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It’s evening.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4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Se aude repetiția corului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de la Biserica Congregată.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You can hear the choir practice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in the Congregational Church.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4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4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Copiii sunt acasă și își fac lecțiile.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 children are doing their homework.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4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4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Ziua se scurge încet ca un ceas obosit.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 day is runnin’ down like a tired clock.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4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4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GB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Bine, s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ă-ncepem de la capăt...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All right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, let</a:t>
            </a:r>
            <a:r>
              <a:rPr b="0" lang="en-GB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’s start from the beginning..</a:t>
            </a:r>
            <a:r>
              <a:rPr b="0" lang="hu-HU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4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u uitați: </a:t>
            </a:r>
            <a:r>
              <a:rPr b="0" lang="hu-H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uzica e menită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să facă plăcere...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Remember, ladies, music came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into the world to give pleasure...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4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4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Să încercăm încă o dată!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Let’s try it again!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4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4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144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i="1" lang="en-GB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Legătură sfințită</a:t>
            </a:r>
            <a:br>
              <a:rPr sz="1800"/>
            </a:br>
            <a:r>
              <a:rPr b="0" i="1" lang="en-GB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ne unește în iubir</a:t>
            </a:r>
            <a:r>
              <a:rPr b="0" i="1" lang="hu-H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</a:t>
            </a:r>
            <a:br>
              <a:rPr sz="1800"/>
            </a:br>
            <a:r>
              <a:rPr b="0" i="1" lang="en-GB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Bles</a:t>
            </a:r>
            <a:r>
              <a:rPr b="0" i="1" lang="hu-HU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sed </a:t>
            </a:r>
            <a:r>
              <a:rPr b="0" i="1" lang="en-GB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be the tie that binds</a:t>
            </a:r>
            <a:br>
              <a:rPr sz="1800"/>
            </a:br>
            <a:r>
              <a:rPr b="0" i="1" lang="en-GB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our hearts in Christian love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4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144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i="1" lang="pt-BR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în Hristos e unită</a:t>
            </a:r>
            <a:br>
              <a:rPr sz="1800"/>
            </a:br>
            <a:r>
              <a:rPr b="0" i="1" lang="pt-BR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 gândurilor fire.</a:t>
            </a:r>
            <a:br>
              <a:rPr sz="1800"/>
            </a:br>
            <a:r>
              <a:rPr b="0" i="1" lang="en-GB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 fellowship of kindred minds</a:t>
            </a:r>
            <a:br>
              <a:rPr sz="1800"/>
            </a:br>
            <a:r>
              <a:rPr b="0" i="1" lang="en-GB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is like to that above.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46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46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144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Mai încet! Mai încet!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Softer! Softer!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46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Scoateti-vă din cap ideea că muzica e bună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numai când e cântată cu glas foarte puternic.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Get it out of your head that music’s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only good when it’s loud.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46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Lăsați asta pe seama Metodiștilor.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You leave loudness to the Methodists.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46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Ei cântă cu glas tare și n-o să-i puteți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întrece, oricât ați vrea.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You can't beat them at that,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even if you wanted to.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46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46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Acum, încă o dată! Tenorii!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Now again, tenors!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46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47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144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i="1" lang="en-GB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Legătură sfințită</a:t>
            </a:r>
            <a:br>
              <a:rPr sz="1800"/>
            </a:br>
            <a:r>
              <a:rPr b="0" i="1" lang="en-GB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ne unește în iubire</a:t>
            </a:r>
            <a:r>
              <a:rPr b="0" i="1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...</a:t>
            </a:r>
            <a:r>
              <a:rPr b="0" i="1" lang="en-GB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br>
              <a:rPr sz="1800"/>
            </a:br>
            <a:r>
              <a:rPr b="0" i="1" lang="en-GB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Blessed be the tie that binds</a:t>
            </a:r>
            <a:br>
              <a:rPr sz="1800"/>
            </a:br>
            <a:r>
              <a:rPr b="0" i="1" lang="en-GB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our hearts in Christian love</a:t>
            </a:r>
            <a:r>
              <a:rPr b="0" i="1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...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47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47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Emily!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Hello!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–</a:t>
            </a:r>
            <a:r>
              <a:rPr b="0" lang="hu-HU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Emily!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Hello!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47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Nu pot lucra deloc.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Lumina asta a lunii e teribilă.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 can’t work.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 moonlight’s terrible.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47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47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Emily, ai rezolvat a treia problemă?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Care?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Emily, did you get the third problem?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Which?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47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 treia.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 third.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47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Desigur, George...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 cea mai ușoară din toate.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Why, yes, George—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that’s the easiest one.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47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Nu mi se pare. </a:t>
            </a:r>
            <a:r>
              <a:rPr b="0" lang="hu-H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-ai vrea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să-mi dai vreo indicație?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 don’t see it.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Can you give me a hint?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47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Pot să-ți spun un singur lucru: rezultatul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trebuie să fie exprimat în yarzi.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I’ll tell you one thing: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 answer’s in yards.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48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În yarzi!? Cum adică?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În yarzi pătrați.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In yards? How do you mean?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In square yards.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48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Aha... în yarzi pătrați.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Da, îți dai seama...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Oh—in square yards.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Yes, don’t you see?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48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Mda.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În yarzi pătrați de </a:t>
            </a:r>
            <a:r>
              <a:rPr b="0" lang="hu-H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tapet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Yeah.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In square yards of wallpaper.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48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hu-H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Tapet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, aha, acum am înțeles.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Îți mulțumesc foarte mult, Emily.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Oh, I see. Square yards of wall-paper!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Thanks a lot, Emily.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48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N-ai de ce</a:t>
            </a:r>
            <a:r>
              <a:rPr b="0" lang="hu-H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, George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. Zi, nu e lumina lunii teribilă? </a:t>
            </a:r>
            <a:br>
              <a:rPr sz="1800"/>
            </a:b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corul acesta...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You're welcome</a:t>
            </a:r>
            <a:r>
              <a:rPr b="0" lang="hu-HU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, George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. My, isn’t the moonlight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terrible? And choir practice.</a:t>
            </a:r>
            <a:r>
              <a:rPr b="0" lang="hu-HU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..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48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Cred că dacă-ți ții răsuflarea poți auzi trenul care merge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tocmai spre Contoocook.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If you hold your breath, you can hear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 train all the way to Contookuck!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48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48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144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Auzi?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Hear it?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48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48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Mda. Câte știi tu!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M-m-m— What do you know!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49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49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Și-acum, o să mă apuc din nou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să încerc să 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învăț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Well, I guess I better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try to 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learn</a:t>
            </a:r>
            <a:r>
              <a:rPr b="0" lang="hu-HU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49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Noapte bună, Emily.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Noapte bună, George.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– Goodnight, Emily.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Goodnight, George.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49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Frumos! Dar nu-</a:t>
            </a:r>
            <a:r>
              <a:rPr b="0" lang="hu-H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i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bun.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That’s better. But not good.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49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Să nu uit, aș vrea să vă întreb: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Before I forget: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49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câți puteți veni marți după-amiază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ca să cântați la nunta lui Fred Hersey?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How many of you can sing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at Fred Hersey’s wedding on Tuesday?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49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Ridicați mâna.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Put your hands up.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49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O să cântăm ce am cântat </a:t>
            </a:r>
            <a:r>
              <a:rPr b="0" lang="hu-H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acum trei s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ăptămâni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la 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nunta lui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Jane Trowbridge.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We'll play sing what we sang 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three weeks ago</a:t>
            </a:r>
            <a:br>
              <a:rPr sz="1800"/>
            </a:b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at 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 wedding of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Jane Trowbridge.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49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49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“Ești obosită, ți-e dor de mine?”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 o întrebare, să se vadă asta.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"Art thou weary, art thou languid?"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It’s a question. Make it talk.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50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George, poți veni jos pentru o clipă?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Da, tată.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Oh, George, can you come down 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Yes, Pa.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50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nu uitați, duminică să cântați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al doilea </a:t>
            </a:r>
            <a:r>
              <a:rPr b="0" lang="hu-H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strof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ă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foarte încet</a:t>
            </a:r>
            <a:r>
              <a:rPr b="0" lang="hu-H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.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remember Sunday to take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 second verse real soft at the end.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50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50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Sunteți pregătiți?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Ready?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50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50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Te țin numai un minut, George,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așa că stai jos. George, câți ani ai?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Make yourself comfortable. I’ll only keep you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 minute. George, how old are you?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50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Eu? Șaisprezece,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aproape șaptesprezece.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Me? I'm sixteen,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almost seventeen.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50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ce vrei să faci după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ce termini școala?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What do you want to do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after school’s over?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50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Vreau să lucrez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la ferma unchiului Luke.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 want to be a farmer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on Uncle Luke’s farm.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50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ai să vrei tu să te scoli în zori,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să mulgi vacile, și să le dai de mâncare...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You’ll be willing to get up early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milk and feed the stock—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5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ai să fii în stare să muncești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la câmp, și să aduni fânul toată ziua?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you’ll hoe and hay all day ?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5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Firește că am să fiu în stare.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De fapt ce vrei să spui, tată?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Sure, I will. What do you mean, Pa?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5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br>
              <a:rPr sz="1800"/>
            </a:b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5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Uite ce e, George; astăzi, fiind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în cabinet la mine,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Well, George, while I was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in my office today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5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am auzit un zgomot ciudat...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 heard a funny sound: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5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ce crezi că era? </a:t>
            </a:r>
            <a:br>
              <a:rPr sz="1800"/>
            </a:br>
            <a:r>
              <a:rPr b="0" lang="en-GB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</a:t>
            </a:r>
            <a:r>
              <a:rPr b="0" lang="hu-HU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nd what do you think</a:t>
            </a:r>
            <a:r>
              <a:rPr b="0" lang="en-GB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, what was it?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5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5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144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Maica-ta</a:t>
            </a:r>
            <a:r>
              <a:rPr b="0" lang="hu-H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.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Tăia lemne.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Your mother chopping wood.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5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Acum tu o știi pe maica-ta: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se scoală în zori,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There you see your mother—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up early;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5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face mâncare toată ziua,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spală, călcat... și după toate astea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cooking meals all day;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washing and ironing;—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5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se mai și duce în spatele casei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taie lemne.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still she has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to chop wood,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5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Cred că a obosit tot rugându-te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să faci tu treaba asta.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 guess she got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tired of asking you.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5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 renunțat să te mai roage și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s-a gândit că e mai simplu s-o facă singură.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She decided it was easier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to do it herself.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5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tu mănânci mâncarea făcută de ea,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te îmbraci cu hainele de care ea are grijă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you eat her meals,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put on the clothes she washes,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5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să fie curate și călcate, și apoi pleci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te duci să joci baseball —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you run off and play baseball,—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5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de parcă maica-ta ar fi o servitoare pe care am angajat-o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o ținem lângă casă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, dar n-o prea iubim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like she’s some hired girl we don’t really love,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but we keep around the house</a:t>
            </a:r>
            <a:r>
              <a:rPr b="0" lang="en-GB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5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br>
              <a:rPr sz="1800"/>
            </a:b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5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Știu... nu era nevoie decât să-ți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atrag atenția... Ține o batistă, băiete.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Well, I wanted to let you know.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Here's a handkerchief, son.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5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hu-H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 hotărât să-ți dau ceva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mai mult pentru cheltuielile tale personale</a:t>
            </a:r>
            <a:r>
              <a:rPr b="0" lang="hu-H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, George.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I’ve decided to raise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your spending money</a:t>
            </a:r>
            <a:r>
              <a:rPr b="0" lang="hu-HU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, George.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5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25 de cenți pe săptămână.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25 cents a week.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5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Desigur, nu pentru că o să tai lemne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pentru maica-ta, asta e un dar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Not for chopping wood,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because that’s a present you give your mother,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5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pe care i-l faci tu, ci fiindcă ești mare...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but because you’re getting older—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5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și-mi închipui că sunt o mulțime de lucruri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pe care vrei să le faci cu banii ăștia.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I imagine there are things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you need it for now.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5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Mulțumesc, tată.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Thanks, Pa.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5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Așa... mâine e ziua ta de salariu.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Poți să te bizui pe banii promiși.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Let’s see—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tomorrow’s pay day.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5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Probabil că și Rebecca o să se simtă îndreptățită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să capete și ea ceva mai mult.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Probably Rebecca’ll feel she ought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to have some more too.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5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Oare ce s-o fi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întâmplat cu maica-ta?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Wonder what could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have happened to your mother.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5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Repetițiile la cor n-au ținut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niciodată atât de târziu.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Choir practice never was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as late as this before.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5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 abia opt și jumătate, tată.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It's only half-past eight, Pa.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5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Nu știu de ce-o mai fi rămas în corul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ăsta, că n-are voce nici cât o cioară bătrână...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 don’t know why she's in that choir anyway.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She sounds like an old crow!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5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Să hoinărești pe străzi seara, la ora asta...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Ar fi timpul să te duci sus, nu crezi?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traipsin’ around at this hour of the night!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About time you retired, don’t you think?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5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Da, tată.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Yes, Pa.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5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5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–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Noapte bună, Martha. </a:t>
            </a:r>
            <a:br>
              <a:rPr sz="1800"/>
            </a:b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–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Noapte bună</a:t>
            </a:r>
            <a:r>
              <a:rPr b="0" lang="hu-H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,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Mr. Foster.</a:t>
            </a:r>
            <a:br>
              <a:rPr sz="1800"/>
            </a:b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–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Goodnight, Martha. </a:t>
            </a:r>
            <a:br>
              <a:rPr sz="1800"/>
            </a:b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–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Goodnight, Mr. Foster.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5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O să-i spun asta soțului meu;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sigur o va pune în ziar!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I’ll tell Mr. Webb; I know he’ll want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to put it in the paper.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5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5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Doamne, ce târziu e!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My, it’s late!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5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Noapte bună, Irma.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Goodnight, Irma.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5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5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Frumoasă repetiție a fost azi, nu-i așa?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Mda.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Real nice choir practice, wasn’t it?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Um-m!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5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br>
              <a:rPr sz="1800"/>
            </a:b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5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Myrtle Webb? Uite ce lună e!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Myrtle Webb! Look at that moon!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5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5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GB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Urmează o vreme bună </a:t>
            </a:r>
            <a:br>
              <a:rPr sz="1800"/>
            </a:br>
            <a:r>
              <a:rPr b="0" lang="en-GB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pentru cultivarea cartofilor, asta e sigur!</a:t>
            </a:r>
            <a:br>
              <a:rPr sz="1800"/>
            </a:br>
            <a:r>
              <a:rPr b="0" lang="en-GB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Good potato-growing weather is coming,</a:t>
            </a:r>
            <a:br>
              <a:rPr sz="1800"/>
            </a:br>
            <a:r>
              <a:rPr b="0" lang="en-GB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that’s for sure!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5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Firește că n-am vrut să zic un cuvânt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în fața celorlalți, dar acum că suntem singure...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Well, I didn't want to say it in front of those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others but now we’re alone—,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5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asta-i cel mai mare scandal care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 fost vreodată în orașul nostru!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it’s the worst scandal ever in this town!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5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Ce anume?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Simon Stimson!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What?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Simon Stimson!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5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Asta-i acum, Louella.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Now, Louella!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5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Totuși, Julia... organistul unei biserici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să bea și să fie un bețiv, de ani de zile.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But, Julia! The organist of a church,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drunk year after year.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5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Ai văzut că asta-seară era beat.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You saw he was drunk tonight.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5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Dar știi bine că și astă seară a fost beat.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You know he was drunk tonight.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5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Ascultă, Louella. Știm cu toții ce-i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cu </a:t>
            </a:r>
            <a:r>
              <a:rPr b="0" lang="hu-H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Mr. Stimson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și prin câte a trecut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.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Louella! We all know about Mr. Stimson,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we all know about his troubles,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56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Știe și Reverendul Ferguson, și dacă </a:t>
            </a:r>
            <a:br>
              <a:rPr sz="1800"/>
            </a:b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Reverendul Ferguson îl păstrează, înseamnă că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Doctor Ferguson knows too. </a:t>
            </a:r>
            <a:br>
              <a:rPr sz="1800"/>
            </a:b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</a:t>
            </a:r>
            <a:r>
              <a:rPr b="0" lang="en-GB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nd if Reverend Ferguson keeps him, it means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56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singurul lucrul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pe care-l avem de făcut este să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nu luăm în seamă toată povestea asta.</a:t>
            </a:r>
            <a:br>
              <a:rPr sz="1800"/>
            </a:b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e only thing the rest of us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can do is just not to notice it.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56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56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Să nu luăm în seamă povestea asta!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Dar din zi în zi e mai rău.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Not to notice it!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But it’s getting worse.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56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Nu, Louella, nu-i așa.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No, it isn’t, Louella.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56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Sunt în corul ăsta de mai multă vreme ca tine.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Nu se mai întâmplă atât de des ca până acum.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I’ve been in that choir twice as long as you.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It doesn’t happen anywhere near so often.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56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144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Louella, vezi, ce frumoasă e luna?</a:t>
            </a:r>
            <a:br>
              <a:rPr sz="1800"/>
            </a:b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Louella, look at that beautiful moon!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56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Copiii ăia așteaptă de atâta vreme.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Noapte bună, Louella.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Those children will be up all night.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Goodnight, Louella.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57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Noapte bună, Myrtle. Nu ți-e teamă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să te duci singură acasă, Louella?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Goodnight, Myrtle.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Can you get home safe, Louella?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57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57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 lumină ca ziua. Îi și văd pe 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soțul meu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stând încruntat la fereastră.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Oh, it’s bright as day. I can see 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my husband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scowling at the windows now.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57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Ai zice că am fost undeva să dansăm,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așa se poartă bărbații ăștia. Noapte bună, Julia!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You’d think we’d been to a dance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 way the men folk carry on. Goodnight, Julia.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57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Noapte bună, Louella.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Goodnight, Louella.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57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57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Ne întâlnim duminică.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Da!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See you on Sunday.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See you then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!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57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57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Știi, m-am distrat grozav.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Well, we had a real good time.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57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Ai întârziat destul de mult.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You’re late enough.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58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Dar, Frank, nu e mai târziu ca de obicei.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Why, Frank, it ain’t any later than usual.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58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te-ai mai și oprit încă la colț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să palavragești cu gâștele alea.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you stopping to gossip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with a lot of hens.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58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Nu mai fi și tu așa de morocănos.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Don’t be grouchy.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58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Hai să vezi cum miroase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heliotropul în lumina lunii.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Come smell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my heliotrope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in the moonlight.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58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Nu-i minunat?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Ce-ai făcut cât am lipsit eu?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Isn’t that wonderful?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What did you do tonight?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58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Am citit, ca de obicei. Despre ce-ați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mai palavragit în seara asta?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Oh, I read—What were the girls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gossiping about tonight?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58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Știi, Frank, crede-mă... am avut totuși un motiv.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–Simon Stimson era beat turta, nu?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Well, there’s something to gossip about.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Simon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Stimson far gone, was he?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58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Mai rău decât oricând.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Cum o să se termine asta, Frank?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Worst I've seen him.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How’ll that end, Frank?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58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Reverendul Ferguson nu-l poate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ierta la nesfârșit.</a:t>
            </a:r>
            <a:br>
              <a:rPr sz="1800"/>
            </a:b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Reverend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Ferguson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can’t forgive him forever.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58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Cred că eu știu cel mai bine ce-i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cu Simon Stimson.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 guess I know more about Simon Stimson’s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affairs than anybody in this town.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59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Unii oameni nu sunt făcuți să trăiască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în orașele din astea mici.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Some people ain’t made for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small town life.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59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Nu știu cum o să se termine, 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trebuie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să lăsăm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lucrurile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să meargă de la sine. Hai să ne întoarcem.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 don’t know how that’ll end; but there’s nothing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we can do —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Get in.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59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Nu, nu, nu încă...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Frank, sunt necăjită din cauza ta.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No, not yet. —Frank,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I'm worried about you.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59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Ce te necăjește?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What are you worried about ?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59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Cred că trebuie să ne gândim cum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să te odihnești și tu odată ca lumea,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 think you need a real rest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59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să mai schimbi și tu aerul.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change.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59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dacă o să capăt moștenirea aia,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să știi că nu mai scapi.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If I get that inheritance.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I’m going to insist on it.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59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Ascultă, Julia, n-are rost să o luăm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iarăși de la capăt.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Now, Julia, not that again.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59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Frank, ești </a:t>
            </a:r>
            <a:r>
              <a:rPr b="0" lang="en-GB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irațional</a:t>
            </a:r>
            <a:r>
              <a:rPr b="0" lang="hu-H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!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Frank, you’re unreasonable!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59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Hai, Julia. Se face târziu...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o să răcești.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Come on, Julia, it’s late.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You’ll catch cold—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60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hu-H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I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-am spus lui George 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câteva lucruri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Sunt sigur că de aici înainte,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 gave George a piece of my mind tonight.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I’m sure that from now on 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60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o să-ți taie iar lemnele.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Nu, nu, hai sus.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You'll have your wood chopped,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for a while anyway. No, no.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60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O, Doamne! Sunt atât de multe lucruri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de strâns pe aici întotdeauna.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Oh dear, there’s always so many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things to pick up.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60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Știi, Frank, doamna </a:t>
            </a:r>
            <a:r>
              <a:rPr b="0" lang="hu-H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Grover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își încuie ușa de la intrare în fiecare noapte.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You know, Frank, Mrs. Grover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always locks her front door.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60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Toți oamenii din partea de sus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 orașului fac la fel.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All those people that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part of town do.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60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S-au orășenizat cu toții, asta e. N-au ce să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li se fure și ei tot se încuie în casă.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They’re all gettin’ citified.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They haven't got anythin’ fit to steal..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60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60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Pleacă de-aici, Rebecca. La fereastra asta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abia e loc pentru un singur om.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Get out, Rebecca.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There’s only room for one here.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60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br>
              <a:rPr sz="1800"/>
            </a:b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60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Lasă-mă și pe mine să mă uit, numai o clipă.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Well, let me look just a minute.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6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Uită-te de la fereastra ta.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Use your own window.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6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M-am uitat, dar de-acolo nu se vede luna...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There's no moon there</a:t>
            </a:r>
            <a:r>
              <a:rPr b="0" lang="hu-HU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...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6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6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George, știi tu la ce mă gândesc?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George, do you know what I think?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6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Mă gândesc că luna se apropie din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ce în ce mai mult de noi,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 think maybe the moon’s getting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nearer and nearer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6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o să facă odată o explozie așa!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there’ll be a big explosio</a:t>
            </a:r>
            <a:r>
              <a:rPr b="0" lang="hu-HU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n!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6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Habar n-ai de nimic, Rebecca.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Dacă luna s-ar apropia de noi, </a:t>
            </a:r>
            <a:br>
              <a:rPr sz="1800"/>
            </a:br>
            <a:r>
              <a:rPr b="0" lang="hu-HU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You have no idea,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Rebecca</a:t>
            </a:r>
            <a:r>
              <a:rPr b="0" lang="hu-HU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.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If the moon were getting nearer,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6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oamenii ăia care stau toată noaptea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se uită la ea cu telescoapele ar vedea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 men that sit up all night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with telescopes would see it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6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treaba asta și ar spune-o,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așa că s-ar scrie în toate ziarele.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it’d be in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all the newspapers.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6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George, luna asta luminează și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America de </a:t>
            </a:r>
            <a:r>
              <a:rPr b="0" lang="hu-H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Sud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? Și Canada?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George, is the moon shining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on South America, Canada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6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jumătate din întreaga lume?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half the whole world?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6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Păi... probabil că da.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Well—probably is.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6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6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Nouă treizeci.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Nine-thirty.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6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Luminile s-au stins mai peste tot.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Most lights in town are out.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6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apoi îl avem pe </a:t>
            </a:r>
            <a:r>
              <a:rPr b="0" lang="hu-H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Sergentul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Warren, care verifică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dacă magazinele de pe </a:t>
            </a:r>
            <a:r>
              <a:rPr b="0" lang="hu-H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trada Principală sunt închise.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There's Constable Warren trying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 few doors on Main Street.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6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este și domnul Webb, redactorul,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care tocmai și-a terminat ziarul.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Here comes Editor Webb, after putting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his newspaper to bed.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6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Bună seara, Bill.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Bună seara, domnule Webb.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Good evening. Bill.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Evenin’, Mr. Webb.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6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 o lună!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– Daaa.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Quite a moon!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Yeh!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6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Totul e-n regulă?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All quiet tonight?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6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Simon Stimson se tot învârte pe aici.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Am văzut-o chiar înainte pe nevastă-sa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Simon Stimson is rollin’ around a little.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Just saw his wife out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6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care ieșise să-l caute, așa că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m-am făcut că nu o văd... iată-l că vine.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looking for him so I looked the other way—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there he is now.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6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6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Bună seara, Simon!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Good evening, Simon</a:t>
            </a:r>
            <a:r>
              <a:rPr b="0" lang="hu-HU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!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6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După cât se pare, oamenii din oraș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s-au cam retras pe la casele lor...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Town seems to have settled down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for the night.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6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Da, mai toți oamenii din oraș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s-au dus pe la casele lor, Simon.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Yes, most of the people in town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have gone home, Simon.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6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6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Cred că ar fi bine să facem și noi treaba asta.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 guess we better do the same.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6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6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Îmi dai voie să te însoțesc o bucată de drum?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Can I walk along with you?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6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Noapte bună.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Good night.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6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6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Nu știu cum o să se termine povestea asta,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domnule Webb.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 don’t know how that’s goin’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to end, Mr. Webb.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6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Da, a avut multe necazuri, unul după altul...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Well, he's been trouble</a:t>
            </a:r>
            <a:r>
              <a:rPr b="0" lang="hu-HU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...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6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A, Bill, dacă-l vezi pe fiul meu fumând,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Oh, Bill</a:t>
            </a:r>
            <a:r>
              <a:rPr b="0" lang="hu-HU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,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if you see my boy smoking,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6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să-i spui o vorbă, două, da?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Te respectă foarte mult.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give him a word?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He thinks a lot of you.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6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Nu cred că băiatul fumează, domnule Webb.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Cel mult două, trei țigări pe an!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 don’t think he smokes, </a:t>
            </a:r>
            <a:r>
              <a:rPr b="0" lang="hu-HU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Mr.Webb,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not more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than two or three cigarettes a year.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6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6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Hm... sper că nu...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Ei, noapte bună, Bill.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Hm. I hope not.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Good night, Bill.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6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Noapte bună, domnule Webb.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Good night, Mr. Webb.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6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6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Tu ești, Myrtle?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Nu, eu sunt, tată.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Who’s that? Is that you Myrtle?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No, it’s me, Papa.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6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De ce nu te-ai culcat?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Why aren’t you in bed?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6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Nu pot să dorm, tată.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Luna asta e atât de minunată.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 don’t know. I can’t sleep, Papa.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 moonlight’s wonderful.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6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mirosul de heliotrop din grădina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doamnei Gibbs. Îl simți?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Mrs. Gibbs’s heliotropes.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Can you smell it?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6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Hm... Da. N-ai cumva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vreun necaz, Emily?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Hm—Yes. No troubles on your mind,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Emily?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6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Necaz, tată? Nuuu!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Troubles, Papa. No</a:t>
            </a:r>
            <a:r>
              <a:rPr b="0" lang="hu-HU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!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6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Bine, atunci amuză-te, dar vezi să nu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te prindă maică-ta. Noapte bună, Emily.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Well, don’t let your mother catch you.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Good night, Emily.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6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Noapte bună, tată.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Good night</a:t>
            </a:r>
            <a:r>
              <a:rPr b="0" lang="hu-HU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,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Papa.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6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6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Nici nu ți-am spus ce scrisoare a primit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Jane Crofut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 never told you about that letter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Jane Crofut got from her minister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6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de la reverend când a fost bolnavă.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when she was sick.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66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Pe plic a adresat-o astfel: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 address on the envelope said: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66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Jane Crofut; Ferma Crofut;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Grover’s Corners; Comitatul Sutton;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Jane Crofut; The Crofut Farm,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Grover’s Corners; Sutton County;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66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New Hampshire;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Statele Unite ale Americii.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New Hampshire;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United States of America.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66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Ei și? Ce e atât de ciudat?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What’s funny about that?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66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Așteaptă, nu s-a terminat: Statele Unite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ale Americii; Continentul Nord-American;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Listen, it’s not finished: the United States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of America; Continent of North America;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66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Emisfera Vestică; Pământ;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Sistemul Solar;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Western Hemisphere; the Earth;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 Solar System;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66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În </a:t>
            </a:r>
            <a:r>
              <a:rPr b="0" lang="hu-H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mintea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lui Dumnezeu</a:t>
            </a:r>
            <a:r>
              <a:rPr b="0" lang="hu-H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.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 Mind of God.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66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Nu-mi spune!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What do you know!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67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Poștașul tot a </a:t>
            </a:r>
            <a:r>
              <a:rPr b="0" lang="hu-H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livrat-o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scrisoarea.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Nu-mi spune!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Yep, and the postman delivered it.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What do you know!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67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67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Aici se încheie primul act</a:t>
            </a:r>
            <a:r>
              <a:rPr b="0" lang="hu-H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That’s the end of the First Act.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67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br>
              <a:rPr sz="1800"/>
            </a:b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67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Au trecut trei ani.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hree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years have gone by.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67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67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Da, soarele a răsărit de peste o mie de ori.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Yes, the sun has risen a thousan</a:t>
            </a:r>
            <a:r>
              <a:rPr b="0" lang="hu-HU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d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times.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67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Verile și iernile au mai cioplit din munți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câte ceva și ploile au dus la vale țărâna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Summers and winters have cracked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 mountains more</a:t>
            </a:r>
            <a:r>
              <a:rPr b="0" lang="hu-HU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and the rains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67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de pe coaste, și ploile multe au adus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noroiul muntelui în vale. </a:t>
            </a:r>
            <a:br>
              <a:rPr sz="1800"/>
            </a:br>
            <a:r>
              <a:rPr b="0" lang="hu-HU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brought down some of the dirt.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67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Câțiva dintre copiii care nici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nu se născuseră încă au început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Some babies that weren’t even born before,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have begun talkin’ sentences;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68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să vorbească și unii oameni care credeau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că sunt încă tineri și vioi au observat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a number of people who thought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they were young have noticed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68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că nu mai pot urca pe scări ca altădată,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fără ca inima lor să nu bată ceva mai tare.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that they can’t bound up a flight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of stairs like they used to.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68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Toate aceste lucruri se pot întâmpla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într-o mie de zile.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All that can happen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in a thousand days.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68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Natura și-a continuat munca ei și în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alte direcții: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Nature’s been pushin’ in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other ways, too—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68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câțiva tineri s-au îndrăgostit și s-au căsătorit.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 number of young people fell in love.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68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144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GB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Primul Act s-a numit </a:t>
            </a:r>
            <a:r>
              <a:rPr b="0" i="1" lang="en-GB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Viața de fiecare zi. </a:t>
            </a:r>
            <a:br>
              <a:rPr sz="1800"/>
            </a:br>
            <a:r>
              <a:rPr b="0" lang="en-GB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Actul acesta se numește </a:t>
            </a:r>
            <a:r>
              <a:rPr b="0" i="1" lang="en-GB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Dragoste și Căsătorie</a:t>
            </a:r>
            <a:r>
              <a:rPr b="0" lang="en-GB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. </a:t>
            </a:r>
            <a:br>
              <a:rPr sz="1800"/>
            </a:br>
            <a:r>
              <a:rPr b="0" lang="en-GB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 First Act was called </a:t>
            </a:r>
            <a:r>
              <a:rPr b="0" i="1" lang="en-GB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 Daily Life</a:t>
            </a:r>
            <a:r>
              <a:rPr b="0" lang="en-GB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; </a:t>
            </a:r>
            <a:br>
              <a:rPr sz="1800"/>
            </a:br>
            <a:r>
              <a:rPr b="0" lang="en-GB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this Act is called </a:t>
            </a:r>
            <a:r>
              <a:rPr b="0" i="1" lang="en-GB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Love and Marriage</a:t>
            </a:r>
            <a:r>
              <a:rPr b="0" lang="en-GB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68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68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Aproape toată lumea de pe pământul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ăsta se căsătorește... înțelegeți ce vreau să spun</a:t>
            </a:r>
            <a:r>
              <a:rPr b="0" lang="hu-H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?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Almost everybody in the world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gets married— know what I mean?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68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68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În orașul nostru nu prea sunt excepții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de la regula asta.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In our town there aren’t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many exceptions.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69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Mai toți oamenii pășesc în mormânt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căsătoriți.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Most everybody climbs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into their grave married.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69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US" sz="1800" strike="noStrike" u="none">
              <a:solidFill>
                <a:srgbClr val="ffff00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69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așa: suntem trei ani mai târziu,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în anul 1904. E 7 iulie.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So; three years later. 1904.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July 7th,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69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La câteva zile după absolvirea liceului.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just after High School Commencement.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69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Aceasta e vremea în care cei mai mulți tineri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de pe la noi se grăbesc să se căsătorească.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That’s when our young people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jump up and get married.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69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De îndată ce și-au trecut ultimele examene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la geometria în spațiu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Soon as they’ve passed their last examinations,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looks like they feel themselves fit to get married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69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la cuvântările lui Cicero, s-ar părea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că se consideră buni de căsătorit.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Cicero's words, it would seem that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they consider themselves marriageable.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69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69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 dimineața în zori.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Numai că de data asta a plouat.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It’s early morning.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Only this time it’s been raining.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69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 turnat cu găleata și a fulgerat întruna.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It was absolutely pouring down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with thunderstorms.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70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Grădina doamnei Gibbs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a doamnei Webb, iată-le – ude complet.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Mrs. Gibbs’s garden—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Mrs. Webb’s here—drenched.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70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Multă tulpină de fasole și păstăi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de mazăre sunt pline de apă. </a:t>
            </a:r>
            <a:br>
              <a:rPr sz="1800"/>
            </a:br>
            <a:r>
              <a:rPr b="0" lang="en-GB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 lot of bean stems and pea pods </a:t>
            </a:r>
            <a:br>
              <a:rPr sz="1800"/>
            </a:br>
            <a:r>
              <a:rPr b="0" lang="en-GB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are full of water.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70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Strada Principală a fost ieri toată ziua ca și cum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ar fi fost ascunsă de perdele de ploaie.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All yesterday, over on Main Street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 rain looked like curtains being blown along.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70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Auziți?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Hm, și în orice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clipă poate începe din nou ploaia!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br>
              <a:rPr sz="1800"/>
            </a:b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Hear it?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Hm—don't know now—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may begin again any minute.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70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Se aude trenul de Boston de la 5.45.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There’s the 5</a:t>
            </a:r>
            <a:r>
              <a:rPr b="0" lang="hu-HU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.45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train for Boston.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70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iată-le pe doamna Gibbs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pe doamna Webb coborând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there’s Mrs. Gibbs and Mrs. Webb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70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să pregătească</a:t>
            </a:r>
            <a:br>
              <a:rPr sz="1800"/>
            </a:br>
            <a:r>
              <a:rPr b="0" lang="hu-H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micul dejun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, ca în oricare altă zi.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making breakfast,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as if this were an ordinary day.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70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Nu trebuie să mai atrag atenția doamnelor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din sală că doamnele acestea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 don’t have to point out to the women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in the audience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70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pe care le văd pe scenă, amândouă aceste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doamne au făcut mâncare de trei ori pe zi –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that both these ladies cooked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three meals a day,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70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una vreme de douăzeci de ani,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cealaltă vreme de patruzeci de ani...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one of ’em for twenty years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the other for forty—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7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fără nicio vacanță vara.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no summer vacation.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7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Fiecare dintre ele au crescut câte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doi copii, au spălat și au făcut curat în casă...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They raised two children apiece,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washed, cleaned the house,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7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niciodată nu au avut vreo criză de nervi.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never had a nervous breakdown.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7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Nici ele nu simt că soarta le-ar fi tratat nedrept.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Așa cum a spus un poet din Midwest: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Never thought themselves hard-used, either —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It’s like what one of those poets said: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7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„Ca să trăiești, trebuie să iubești viața,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ca să iubești viața, trebuie să trăiești…”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‘’You got to love life to have life,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you got to have life to love life—’’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7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Știți cine a aspus asta?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Do you know who said that?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7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Thornton Wilder. Autorul acestei piese.</a:t>
            </a:r>
            <a:br>
              <a:rPr sz="1800"/>
            </a:br>
            <a:r>
              <a:rPr b="0" lang="es-E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Așa cum se spune – este un cerc vicios.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Thornton Wilder, the author of this play.</a:t>
            </a:r>
            <a:br>
              <a:rPr sz="1800"/>
            </a:br>
            <a:r>
              <a:rPr b="0" lang="en-GB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As the saying goes – it’s a vicious circle.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7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7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Iată-l și pe Howie Newsome</a:t>
            </a:r>
            <a:r>
              <a:rPr b="0" lang="hu-H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pe Bessie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distribuind laptele.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There comes Howie Newsome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Bessie, deliverin’ the milk.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7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Hai, Bessie!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Giddy up, Bessie!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7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iată-l și pe </a:t>
            </a:r>
            <a:r>
              <a:rPr b="0" lang="hu-H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Si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Crowell,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care împarte ziarele, ca în orice altă zi.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there’s Si Crowell deliverin’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 papers like his brother.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7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Bună dimineața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, Howie.</a:t>
            </a:r>
            <a:br>
              <a:rPr sz="1800"/>
            </a:b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Good morning,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Howie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7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Bună dimineața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,</a:t>
            </a:r>
            <a:r>
              <a:rPr b="0" lang="hu-H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Si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... Ceva nou prin ziar,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ca să știu și eu?</a:t>
            </a:r>
            <a:br>
              <a:rPr sz="1800"/>
            </a:b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Good morning,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Si.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Anythin’ in the papers I ought to know.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7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Mai nimic, afară de faptul că îl pierdem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aproape pe cel mai bun jucător de baseball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,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Nothin’ much, we’re losin’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about the best baseball pitcher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7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pe 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George Gibbs, pe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care l-a avut vreodată Grover's Corners... </a:t>
            </a:r>
            <a:br>
              <a:rPr sz="1800"/>
            </a:b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– George Gibbs –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Grover’s Corners ever had.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7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Cred că a fost cel mai bun.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Aya, reckon he is.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7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Acum o să arunce doar fân toată ziua.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Now all he’ll be doin’ is pitchin’ hay.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7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Hei, Bessie! Pot să mă opresc puțin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să stăm de vorbă, dacă mi-e poftă!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Whoa, Bessie!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Guess I can stop and talk.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7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7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George </a:t>
            </a:r>
            <a:r>
              <a:rPr b="0" lang="hu-H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ra bun și în apărare și la înaintare.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Ihi, ce mai, un jucător grozav.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</a:t>
            </a:r>
            <a:r>
              <a:rPr b="0" lang="hu-HU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George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could hit, too. And run bases.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Fine ballplayer.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7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Nu pot să înțeleg cum a putut să renunțe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la treaba asta numai ca să se însoare.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 don’t see how he could give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that up  to get married.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7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Tu ai face așa ceva, Howie?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Would you, Howie?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7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Știu și eu, </a:t>
            </a:r>
            <a:r>
              <a:rPr b="0" lang="hu-H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Si?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N-am avut niciodată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un talent din ăsta...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Can’t tell. Si. Never had that talent.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7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Bună dimineața, Howie!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Mornin’, Howie!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7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Bună dimineața.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Azi te-ai sculat mai devreme, Bill.</a:t>
            </a:r>
            <a:br>
              <a:rPr sz="1800"/>
            </a:b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Good morning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, Bill.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You’re up early.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7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Vreau să văd dacă nu e ceva de făcut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ca să evităm vreo inundație.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Seein’ if there’s anything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 can do to prevent a flood.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7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7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Apa râului a crescut toată noaptea.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River’s been risin’ all night.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7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hu-H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Si Crowell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 distrus cu totul din cauza că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George Gibbs se retrage de baseball.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Si Crowell here’s upset George Gibbs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is retiring from baseball.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7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Da, da, așa-i viața. În ’84, aveam un jucător,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ca nici George Gibbs nu-i putea întrece.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That’s how it goes. In '84 we had a player, </a:t>
            </a:r>
            <a:br>
              <a:rPr sz="1800"/>
            </a:br>
            <a:r>
              <a:rPr b="0" lang="hu-HU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far better than George Gibbs.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7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Îi chema Hank Todd. </a:t>
            </a:r>
            <a:br>
              <a:rPr sz="1800"/>
            </a:br>
            <a:r>
              <a:rPr b="0" lang="hu-HU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His name was Hank Todd.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7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144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Hank Todd!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În ’84, aveam un jucător </a:t>
            </a:r>
            <a:br>
              <a:rPr sz="1800"/>
            </a:b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cu acest nume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. </a:t>
            </a:r>
            <a:br>
              <a:rPr sz="1800"/>
            </a:b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Hank Todd!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In '84 we had a player</a:t>
            </a:r>
            <a:br>
              <a:rPr sz="1800"/>
            </a:b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whose name was that.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7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 plecat în Maine și s-a făcut pastor.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He went to Maine and become a parson.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7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Un jucător minunat.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Wonderful ballplayer.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7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7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Howie, cum ți se pare că o să fie vremea?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Howie, how's the weather?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7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u prea rea. Cred chiar că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o să se însenineze de-a binelea.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Not bad. Think maybe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it’ll clear up for good.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7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144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–</a:t>
            </a:r>
            <a:r>
              <a:rPr b="0" lang="hu-H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Bill.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–</a:t>
            </a:r>
            <a:r>
              <a:rPr b="0" lang="hu-H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Howie.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7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7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Bună dimineața, doamnă Gibbs.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Bună dimineața, Howie.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Goo morning, Mrs. Gibbs.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Good morning, Howie.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7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Păcat că s-a stricat vremea. A plouat atât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încât cred că o să se însenineze.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Too bad about the weather. It’s been raining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so heavy that maybe it’ll clear up.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7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Aș vrea și eu să fie așa.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– Cât lapte luați astăzi?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Certainly hope it will.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How much did you want today?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7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Aș zice să-mi dai trei de lapte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două de smântână, Howie.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Looks like I’ll need three-a-milk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two-a-cream.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7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rei de lapte și două de smântână.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Three a milk and two a cream.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7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7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Soția mi-a spus să vă transmit, doamna Gibbs,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My wife says to tell you, mrs. Gibbs,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7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că vă dorim să fiți foarte fericiți.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sunt sigur că vor fi.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we hope they’ll be happy.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I’m sure they will.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7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Îți mulțumesc foarte mult, Howie.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Spune-i soției că sper să vină la nuntă.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Thanks, Howie. Tell your wife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 hope she gets to the wedding.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7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O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să vină dacă o să poată.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She will if she can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.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7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7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Bună dimineața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, doamna Webb.</a:t>
            </a:r>
            <a:br>
              <a:rPr sz="1800"/>
            </a:b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Good morning,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M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rs.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Webb.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7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O, bună dimineața, domnule Newsome.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Ți-am spus să-mi aduci patru sticle,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Oh, good morning, Mr. Newsome.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 told you four quarts,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76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dar cred că-mi mai poți da încă una.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but I hope you can spare another.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76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Da, doamnă... și două de smântână.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Yes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, madam…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two-a-cream.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76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76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Crezi că o să înceapă să plouă iar, 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Howie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Will it start raining again, Howie?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76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Mde. Tocmai îi spuneam doamnei Gibbs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că s-ar putea să se însenineze.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Well— I was just 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telling Mrs. Gibbs</a:t>
            </a:r>
            <a:br>
              <a:rPr sz="1800"/>
            </a:b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it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may clear up.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76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Soția mea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mi-a spus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să vă transmit că vă dorim, doamnă Webb, </a:t>
            </a:r>
            <a:br>
              <a:rPr sz="1800"/>
            </a:b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My wife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told me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to tell you as how we hope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76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ca amândoi să fiți foarte fericiți.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sunt sigur că vor fi.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they’ll be happy,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M’s Webb,—know they will.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76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Îți mulțumesc și îi mulțumesc și doamnei Newsome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sperăm să vă vedem la biserică.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Thank you, 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thank Mrs. Newsome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, we’re counting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on seeing you at the church.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77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Da, doamnă Webb. Sper să venim.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Nu se poate să lipsim. Hai, Bessie.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Yes, Mrs Webb. We hope to be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there Come on, Bessie!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77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77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Ei, mama, a venit și ziua aceea.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Unul din pui te părăsește.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Well, Ma. You’re losing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one of your chicks.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77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Da.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Yes.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77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Frank Gibbs, să taci din gură.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Îmi vine într-una să plâng.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Frank Gibbs,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don’t you say another word.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77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Stai jos și bea-ți cafeaua.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Sit down and drink your coffee.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77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77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Mirele e sus și se bărbierește...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Numai că nu prea are ce să bărbierească.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 groom’s shaving,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only there ain’t much to shave—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77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Fluieră și cântă, de parcă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s-ar bucura că ne lasă...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whistling like he's glad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to leave us.—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77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Mereu se uită în oglindă și spune: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da!, dar nu-mi pare prea convins.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Every now and then he says “I do” to the mirror,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but it don't sound convincing to me.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78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Zău, Frank, nu știu cum o să se descurce.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I-am pregătit haine și am avut grijă </a:t>
            </a:r>
            <a:br>
              <a:rPr sz="1800"/>
            </a:b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Really, Frank,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 don’t know how he’ll get along.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I’ve arranged his clothes,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78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să-și pună și lucrurile mai călduroase...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kept his feet and warm things on—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78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Frank, sunt prea tineri!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Emily n-o să se gândească la toate astea.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Frank, they’re too young!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Emily won’t think of such things.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78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de-aici într-o săptămână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George o să răcească tun.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He’ll catch his death-a-cold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within a week.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78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Mă gândeam la ziua când m-am însurat.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 remember my wedding morning.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78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Acum nu-ncepe și tu, Fran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k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Now don't start, Frank.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78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Eram cel mai speriat flăcău din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tot statul New Hampshire.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 was the searedest young fella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in New Hampshire.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78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Îmi ziceam că-i limpede că fac o mare greșeală.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 thought I'd made a mistake.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78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când te-am văzut venind printre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cele două șiruri de bănci, da,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When I saw you coming down that aisle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78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mi-am zis că ești cea mai frumoasă fată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din câte-am văzut vreodată.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 thought you were the prettiest girl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I’d seen;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79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Da, 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singura problemă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era că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nu te mai văzusem niciodată până atunci.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 only trouble was that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I’d never seen you before.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79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uite-așa, eram în Biserica Congregată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mă-nșuram cu o femeie total necunoscută.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 was in the Congregational Church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marryin’ a total stranger!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79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79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cum vă închipuiți că mă simțeam eu?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Frank, nunțile astea sunt ceva îngrozitor.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how do you think I felt? </a:t>
            </a:r>
            <a:br>
              <a:rPr sz="1800"/>
            </a:b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Frank, w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eddings are awful things.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79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Niște farse, asta sunt!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Uite, ți-am pregătit ceva special!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Farces!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Here, I made you something.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79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O, Julia Hersey... biscuiți franțuzești!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Why, Julia! French toast!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79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Nu mi-a fost greu să-i fac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trebuia să fac ceva.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 had to do something.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79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Cum ai dormit în noaptea asta, Julia?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Ei, am cam tot auzit ceasul bătând.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How’d you sleep, Julia?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Well, I heard the clock every hour.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79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Da!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Yes!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79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Daaa. Și de fiecare dată mă înfioram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gândindu-mă că George se apucă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Aya, I get a shock every time I think of George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80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să-și întemeieze o familie...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setting out to be a family man!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80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Nimic nu este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mai îngrozitor decât un fiu.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There’s nothing so terrifying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in the world as a son.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80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Relația dintre tată și fiu e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cea mai afurisită, cea mai complicată...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 relation of father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son is the damndest, —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80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Lasă că nici relațiile dintre mamă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fiică nu-s o distracție…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Well, mother and daughter’s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no picnic—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80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Da, cred că sunt o mulțime de încurcături,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dar asta nu e treaba noastră.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They’ll have troubles,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but that’s none of our business.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80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Fiecare are dreptul la propriile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sale încurcături.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Everybody has a right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to their own troubles.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80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Da... oamenii trec prin viață, doi câte doi.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Nu-i firesc să rămâi singur.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Aya… people are meant to live two-by-two in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this world. It’s not good to be all by yourself.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80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Julia, printre altele,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când m-am însurat cu tine,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Julia, do you know one of the things I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was scared of when I married you?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80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mi-era teamă că n-o să avem ce vorbi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decât vreo câteva săptămâni.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 was afraid we didn’t have enough to talk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about for more than  a few weeks.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80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Mi-era teamă că o să plecăm de acolo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o să stăm la masă și o să tăcem.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that we’d eat our meals in silence.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8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Și, uite, de vreo douăzeci de ani,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tot stăm de vorbă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Well, you and I been conversing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for twenty years without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8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n-am observat să fi tăcut vreodată.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any barren spells.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8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Ei... și pe vreme bună și pe vreme rea,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eu am întotdeauna ceva de spus.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Well, good weather, bad weather,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 always find something to say.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8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Ai auzit-o cumva pe Rebecca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învârtindu-se sus?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Did you hear Rebecca up yet?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8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Nu, e singura zi când Rebecca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nu se mai amestecă în treburile altora.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No. Only day of the year Rebecca hasn’t been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managing everybody’s business.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8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Se ascunde în camera ei...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am impresia că plânge.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She’s hiding, might be crying.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8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Pentru numele lui Dumnezeu!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Povestea asta trebuie să înceteze.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Lord’s sakes—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this has got to stop.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8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Rebecca! Vino la masă!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Rebecca! Come get breakfast.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8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Bună dimineața la toată lumea.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Mai am încă patru ore de trăit.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Good morning.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Only four more hours to live!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8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8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Unde te duci?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Trec dincolo să-mi văd </a:t>
            </a:r>
            <a:r>
              <a:rPr b="0" lang="hu-H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mireasa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...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Where are you going?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To see my </a:t>
            </a:r>
            <a:r>
              <a:rPr b="0" lang="hu-HU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bride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8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Cum, George, țara să-ți pui galoșii?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Plouă cu găleata.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Now, George, put on your boots 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It’s raining torrents.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8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Nu poți să ieși din casă așa,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fără să iei ceva pe tine.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You don’t go out of this house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without being prepared.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8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Păi, mama, sunt numai doi pași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până acolo!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Aw, Ma—it’s just a step.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8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Ai să răcești tun și-ai să tușești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tot timpul cât o să dureze slujba.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You’ll catch your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death-a-cold through the service.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8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George, fă așa cum îți spune maică-ta!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George, do what your mother says!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8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De mâine încolo poți să mergi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cum vrei pe orice vreme, </a:t>
            </a:r>
            <a:br>
              <a:rPr sz="1800"/>
            </a:b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From tomorrow on you can go wherever</a:t>
            </a:r>
            <a:br>
              <a:rPr sz="1800"/>
            </a:b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whenever you want,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8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dar atâta timp cât ești încă în casa mea,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o să te porți cum trebuie</a:t>
            </a:r>
            <a:r>
              <a:rPr b="0" lang="hu-H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While you’re in my house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you’ll live wisely</a:t>
            </a:r>
            <a:r>
              <a:rPr b="0" lang="hu-HU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8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8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S-ar putea ca dna Webb să nu fie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obișnuită să primească vizite așa devreme...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Perhaps Mrs. Webb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isn’t used to callers this early.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8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8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Stai aici și bea o ceașcă de cafea.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Here, take a cup of coffee.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8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8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Mă-ntorc într-o clipă.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Just a sec.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8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8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Bună dimineața, mama Webb.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Good morning, Mother Webb.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8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8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Dumnezeule! M-ai speriat! </a:t>
            </a:r>
            <a:br>
              <a:rPr sz="1800"/>
            </a:br>
            <a:r>
              <a:rPr b="0" lang="hu-H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ar știi că nu te pot primi în casă.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Oh my God! You frightened me! </a:t>
            </a:r>
            <a:br>
              <a:rPr sz="1800"/>
            </a:br>
            <a:r>
              <a:rPr b="0" lang="hu-HU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B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ut </a:t>
            </a:r>
            <a:r>
              <a:rPr b="0" lang="hu-HU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you know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 can’t ask you in.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8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De ce nu?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Why not—?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8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Știi la fel de bine ca și mine: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mirele nu-și poate vedea mireasa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Why, George, the groom can’t see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8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în ziua nunții, decât în biserică.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his bride on his wedding day.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8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Ei... asta e o superstiție.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Bună dimineața, domnule Webb.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Aw,—that’s  superstition.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Good morning, Mr. Webb.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8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Bună dimineața, George.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Good morning, George.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8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Domnule Webb, nu-i așa că dumneata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nu crezi în superstiția asta?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Mr. Webb, you don’t believe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in that, do you?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8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Există multă înțelepciune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uneori în unele superstiții, George.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There’s common-sense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in superstitions, George.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8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8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Milioane de oameni le-au respectat,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George,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Millions have followed it,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George,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8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nu cred că vrei să fii primul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care nu ține seama de obiceiuri.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don’t be the first to fly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in the face of custom.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8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8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Ce face Emily?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How is Emily?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8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Nici nu s-a sculat încă.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She hasn't waked up yet.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8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Emily doarme?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Emily’s asleep?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8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Nu-i de mirare. Am stat toată noaptea...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Acum să-ți spun eu ce-i de făcut: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No wonder! We were up all night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sewing and packing.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8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o să stai jos o clipă cu domnul Webb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ai să bei o ceașcă de cafea,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Now, George; you sit with Mr. Webb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drink this cup of coffee;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8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iar eu o să mă duc sus și o să văd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să nu vină Emily jos, să dea peste voi.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I’ll run upstairs and make sure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Emily doesn’t come downstairs.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8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 și ceva șuncă,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dar nu o lungiți prea mult.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There's bacon, too.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But don’t stay long.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8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8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Ei, George, și cum te mai simți?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Well, George, how are you?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8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O, foarte bine. Domnule Webb,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ce sens are o superstiție ca asta?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I'm fine. Mr. Webb, what commonsense could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there be in a superstition like that?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8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Vezi, George, în dimineața nunții,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mintea unei fete poate fi preocupată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Well, on the wedding morning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 girl’s head's full of clothes and—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8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de rochii, de una... de alta...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one thing and another.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8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Nu crezi că s-ar putea să fie așa?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That’s probably it?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86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Daaa. Nu m-am gândit la asta niciodată.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 never thought of that.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86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O fată poate fi foarte emoționată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în ziua nunții.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 girl's nervous on her wedding day.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86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Tare-aș mai vrea să te poți căsători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fără tot tărăboiul ăsta.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Gee, I wish a person could get married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without all that marching.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86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Fiecare 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bărbat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de pe lumea asta a dorit același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lucru, George, dar n-a folosit la nimic.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Every man that’s ever lived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has felt that way, George, but it was no use.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86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Femeile au inventat povestea asta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cu nunta, băiete.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It’s the women who’ve built up weddings.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86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pentru câtva timp ele sunt stăpâne.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For a while now the women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have it all their own.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86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Bărbatul e un băiețaș foarte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mic la nunta lui, George.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 man looks pretty small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at a wedding, George.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86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Toate femeile acelea de treabă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stau umăr la umăr ca să fie sigure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All those women making sure the knot’s tied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87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că totul e așa cum trebuie.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in a public way.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87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Totuși... crezi în asta, nu-i așa,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domnule Webb?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Well, you believe in it, don’t you,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Mr. Webb?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87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O, desigur, desigur.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Să nu mă înțelegi greșit, băiete.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Yes. Oh, yes! Now,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don’t get me wrong, boy,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87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Căsătoria e un lucru minunat...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minunat. Să nu uiți asta, George.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marriage is a wonderful thing.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Don’t forget that, George.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87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Nuu... Domnule Webb,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câți ani ai avut când te-ai însurat?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No, sir. Mr. Webb, how old were you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when you got married?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87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Terminasem colegiul și mai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trecuse o vreme ca să mă aranjez și eu.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Well, I'd been to college and taken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 little time to get settled.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87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Dar so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ția mea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nu era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mai mare ca Emily.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But my wife wasn’t much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older than Emily.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87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Vârsta nu prea are importanță în treaba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asta, George... în comparație cu...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Oh, age hasn’t got much to do with it,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George, compared with—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87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aaa... alte lucruri.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other things.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87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Ce vreți să spuneți, domnule Webb?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What were you going to say, Mr. Webb?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88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A, știu și eu... Am vrut să spun ceva?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Ah, I don’t know… Was I going to say something?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88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Mă gândeam în noaptea asta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la sfaturile pe care mi le dăduse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 was remembering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 other night what my father said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88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tatăl meu când m-am însurat.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when I got married.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88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Charles, așa îi zicea el, Charles, de la început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trebuie să arăți cine-i stăpânul în casă, așa mi-a zis.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Charles, he said: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start right off showin</a:t>
            </a:r>
            <a:r>
              <a:rPr b="0" lang="en-GB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’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who’s boss.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88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Cel mai bun lucru e să poruncești, chiar dacă nu-i nevoie,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numai așa, ca s-o înveți să te asculte.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Best thing to do is to give an order,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just so she’ll learn to obey,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88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Și-mi mai spunea: ‘’dacă vreun lucru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te supără în purtarea nevestei tale, 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Then he said: “If anything about her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irritates you,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88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cum vorbește, sau altceva —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ridică-te și pleacă de-acasă.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 tone of her voice, or something else,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get right up and leave the house;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88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Asta o să o învețe minte.’’ Și, a, da,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zicea el, niciodată, dar niciodată nevasta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that’ll make it clear to her.”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he said: "Never let your wife know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88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nu trebuie să știe câți bani ai.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how much money you have, never.”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88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Eu nu cred că aș putea...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Well…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89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Așa că am făcut exact contrariul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 ceea ce m-a sfătuit tatăl meu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So I took the opposite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of his advice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89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am fost fericit. Și asta să fie o lecție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pentru tine, George,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I’ve been happy ever since.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So let that be a lesson to you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,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George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,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89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în probleme personale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să nu ceri sfatul nimănui...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never to ask advice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on personal matters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...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89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...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o să creșteți păsări la ferma?</a:t>
            </a:r>
            <a:br>
              <a:rPr sz="1800"/>
            </a:b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...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are you going to raise chickens?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89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Poftim?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O să creșteți păsări la ferma voastră?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What?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Are you raising chickens on your farm?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89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Mi-a căzut în mână, fiind în cabinetul meu,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o carte despre sistemul Philo de creștere a păsărilor.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 book came in on the Philo System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of raising chickens.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89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Aș vrea s-o citești și tu. Mă gândesc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că la început să încerc treaba asta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 wish you’d read it.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I’m thinking of beginning myself,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89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în ogradă și apoi o să pun în pivniță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un incubator...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in the back yard! I’m going to put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 incubator in the cellar—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89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Charles, iar ai început cu povestea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aia cu incubatorul?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Charles Webb, are you talking about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that incubator again?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89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Credeam că vorbești de alte lucruri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despre care ar fi fost cazul să vorbești.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 thought you were talking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about serious things.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90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Bine, Myrtle, dacă vrei să-i dai băiatului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câteva sfaturi mai bune,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Well, Myrtle, if you want to give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 boy some advice,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90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mă duc sus și te las singură cu el.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I’ll go upstairs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and leave you alone with him.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90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George, Emily o să coboare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imediat să mănânce.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George, Emily’s got to eat breakfast!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90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Îți transmite multă dragoste, dar nu vrea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să te vadă. La revedere, George.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She sends you her love,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but doesn’t want to see you. Goodbye, George.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90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Myrtle, tare mi se pare că habar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n-ai de acel vechi obicei...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Myrtle, guess you didn’t know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about that older superstition.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90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Acela de pe vremea oamenilor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din peșteri: nici un mire nu trebuie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Since the caveman.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No bridegroom should see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90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să-și vadă socrul în ziua nunții.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his father-in-law the day of the wedding.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90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Sau într-o zi apropiată.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Să ții minte altă dată.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Or a day close to it.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Remember that.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90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Acum sunt din nou nevoită să intervin.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N-ați vrea să știți cum a început totul?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 have to interrupt again.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You see, we want to know how all this began.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90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Nunta, dorința aceasta de a trăi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o viață întreagă împreună.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 wedding… the plan for two people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to spend their whole lives together.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9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Mă interesează grozav cum încep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lucruri importante ca acestea.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I'm terribly interested in how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big things like this start.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9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Știți cum e: ai 21 sau 22 ani,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iei unele hotărâri,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You know how it is: you’re 21 or 22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you make some decisions;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9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apoi te trezești deodată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la 70 de ani: ai fost avocat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then whisssh– you’re 70;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you’ve been a lawyer for 50 years,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9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vreme de cincizeci de ani și ai luat masa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împreună cu doamna asta cu părul alb care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that white-haired lady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by your side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9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 alături de tine, de peste cincizeci de mii de ori.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has eaten over fifty thousand meals with you.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9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Oare cum încep asemenea lucruri?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How do such things begin?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9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9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George și Emily o să ne arate cum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s-a desfășurat discuția când și-au dat seama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George and Emily will show you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 conversation they had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9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pentru prima dată că... că...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așa cum se zice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when they first knew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9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„sunt făcuți unul pentru altul”.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”they were meant for one another”.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9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Dar înainte de a o face, aș vrea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să încercați să vă amintiți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Before they do I want you to remember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9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cum era când ați fost foarte tineri.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when you were very young,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9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mai ales de zilele când v-ați îndrăgostit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pentru prima dată;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 days when you were first in love;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9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când mergeați de parcă erați în transă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nici nu știați pe unde mergeți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when you were like a person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sleep-walking.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9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nici n-auzeați tot ce vi se spunea.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You didn’t hear a thing they said to you.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9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Erați chiar puțin cam năuci.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Vă amintiți cumva de asta?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You’re a little bit crazy.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Will you remember that, please?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9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 ora trei.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acum </a:t>
            </a:r>
            <a:r>
              <a:rPr b="0" lang="hu-H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copiii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vor ieși de la liceu. </a:t>
            </a:r>
            <a:br>
              <a:rPr sz="1800"/>
            </a:br>
            <a:r>
              <a:rPr b="0" lang="hu-HU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It</a:t>
            </a:r>
            <a:r>
              <a:rPr b="0" lang="en-GB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’s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three o’clock.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Now they’ll be coming out of High School</a:t>
            </a:r>
            <a:r>
              <a:rPr b="0" lang="hu-HU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9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George a fost ales președinte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la cursul superior</a:t>
            </a:r>
            <a:r>
              <a:rPr b="0" lang="en-GB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; fiind luna iunie,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George has just been elected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President of the Senior Class</a:t>
            </a:r>
            <a:r>
              <a:rPr b="0" lang="en-GB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; since it's June,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9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144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it-IT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asta înseamnă că la anul viitor </a:t>
            </a:r>
            <a:br>
              <a:rPr sz="1800"/>
            </a:br>
            <a:r>
              <a:rPr b="0" lang="it-IT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va fi președintele anului terminal.</a:t>
            </a:r>
            <a:br>
              <a:rPr sz="1800"/>
            </a:br>
            <a:r>
              <a:rPr b="0" lang="en-GB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that means he will be the senior class </a:t>
            </a:r>
            <a:br>
              <a:rPr sz="1800"/>
            </a:br>
            <a:r>
              <a:rPr b="0" lang="en-GB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president next year.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9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9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Iar Emily a fost aleasă secretara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casiera clasei.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Emily’s just been elected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Secretary and Treasurer.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9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br>
              <a:rPr sz="1800"/>
            </a:b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9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Mda, iată-i că vin pe Strada Princip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ală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Aya, they’re coming down Main Street now.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9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Nu se poate, Lois.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Trebuie să mă întorc acasă.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 can't, Louise, I gotta go home.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9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Pa! Ah, Ernestine, Ernestine!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Goodbye. Oh, Ernestine!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9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Nu ai putea veni azi seară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să învățăm latină?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Can you come over tonight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do Latin ?—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9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Cicero e teribil de greu! Spune-i mamei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tale că trebuie neapărat.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Isn’t Cicero the worst thing?—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Well, tell your mother you have to.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9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9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Pa, Helen. Pa, Fred.</a:t>
            </a:r>
            <a:br>
              <a:rPr sz="1800"/>
            </a:b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Bye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, Helen, bye, Fred.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9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Îmi dai voie, Emily, să-ți duc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eu cărțile până acasă?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Emily, can I carry your books home?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9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Dar... aaaa.... Mulțumesc.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Nu stau prea departe.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Why—uh—thank you. It isn’t far.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9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Scuză-mă un moment, Emily.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Hei, Bob, dacă aș întârzia puțin,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’Scuse me, Emily, will you?—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Say, Bob, if I’m a little late,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9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începeți antrenamentul fără mine.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dă-i lui Herb mingi înalte, lungi.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start practice, and give Herb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some long high ones.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9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Pa, Lizzy.</a:t>
            </a:r>
            <a:br>
              <a:rPr sz="1800"/>
            </a:b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Bye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, Lizzie.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9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Salut, Lizzy. </a:t>
            </a:r>
            <a:br>
              <a:rPr sz="1800"/>
            </a:b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Hello</a:t>
            </a:r>
            <a:r>
              <a:rPr b="0" lang="hu-HU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, Lizzy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9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9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Mă bucur grozav, Emily,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că ai fost și tu aleasă.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I’m glad you were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elected too, Emily.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9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Mulțumesc.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Thank you.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9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Emily, de ce ești supărată pe mine?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Nu sunt supărată pe tine.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Emily, why are you mad at me?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I’m not mad at you.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9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În ultimul timp te porți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cu mine foarte ciudat.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You’ve been treating me so funny lately.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9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Uite ce e, fiindcă mă întrebi, atunci o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să-ți spun totul chiar acum, George.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Well, since you ask,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 might as well say it , George—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9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La revedere, Miss Corcoran.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Oh, goodbye. Miss Corcoran.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9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La revedere, Miss Corcoran.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Goodbye, Miss Corcoran.—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9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9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Ce... ce?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What is it?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9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Nu-mi place deloc schimbarea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care s-a petrecut în purtarea ta în ultimul an.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 don’t like the whole change that’s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come over you in the last year.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9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Schimbarea?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Change?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9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Îmi pare rău că trebuie să-ți rănesc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sentimentele, dar trebuie... să-ți spun adevărul.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I’m sorry if that hurts your feelings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but I have to tell you the truth.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9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br>
              <a:rPr sz="1800"/>
            </a:b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9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Cum adică?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Wha-what do you mean?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9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Uite, până acum un an îmi plăceai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foarte mult, și-mi plăcea să mă uit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Well, up to a year ago, I used to like you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 lot. I used to watch you —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9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la tot ce faci fiindcă suntem prieteni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de multă vreme...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because we’d been friends so long.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96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i deodată ai început să-ți pierzi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tot timpul cu baseball-ul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then you began spending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all your time at baseball.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96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nu mai stai deloc de vorbă cu nimeni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nici măcar cu cei din familia ta și,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you never stopped to speak to anybody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anymore not even to your own family, you didn’t.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96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George, asta e un fapt,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ai devenit îngrozitor de încăpățânat </a:t>
            </a:r>
            <a:br>
              <a:rPr sz="1800"/>
            </a:b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George,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ever since you’ve been elected Captain,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you’ve got stuck up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96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de orgolios și toate fetele spun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acest lucru,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conceited. All the girls say so.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96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mă doare să le aud vorbind așa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it hurts to hear 'em say it;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96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deși au dreptate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pentru că asta este adevărul.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but I agree with ’em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because it's true.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96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Doamne, Emily. Cred că-i foarte greu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să nu se strecoare în firea cuiva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Gosh, Emily. I guess it’s hard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for a fella not to have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96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unele defecte.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some faults creep into his character.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97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Eu mă aștept întotdeauna ca bărbatul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să fie perfect și așa și trebuie să fie.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 always expect a man to be perfect.</a:t>
            </a:r>
            <a:br>
              <a:rPr sz="1800"/>
            </a:b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He has to be like that.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97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O... eu nu cred, Emily,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că se poate să fii perfect.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Oh, I—I don’t think it’s possible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to be perfect, Emily.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97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Uite ce e, tatăl meu e,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după câte știu, și tatăl tău e.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Well, my father is.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as far as I can see, your father is.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97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Nu văd niciun motiv să nu fii și tu.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No excuse why you shouldn’t be, too.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97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Eu însă cred că lucrurile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stau puțin mai altfel.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Well, I feel it’s the other way round;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97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Că bărbații nu sunt buni de la natură,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dar că fetele sunt.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men aren’t naturally good, but girls are.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97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Atunci află că eu nu sunt perfectă.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Nu e deloc ușor pentru o fată să fie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Well, I’m not perfect.—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It’s not as easy for a girl to be perfect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97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tot atât de perfectă ca un bărbat, pentru că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noi fetele suntem mai... mai... mai emotive.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..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as a man, because we girls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are more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…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nervous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...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97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97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Acum îmi pare rău că am spus toate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lucrurile acelea despre tine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, George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Now I’m sorry I said all that</a:t>
            </a:r>
            <a:br>
              <a:rPr sz="1800"/>
            </a:b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about you, George.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98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Nu știu ce m-a apucat să ți le spun.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 don't know what made me say it.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98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Emily...</a:t>
            </a:r>
            <a:br>
              <a:rPr sz="1800"/>
            </a:b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98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Acum îmi dau seama că nu-i nimic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adevărat din ce ți-am spus și așa,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Now I can see it’s not the truth.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98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îmi dau seama că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n-aveau nicio importanță.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It’s not important, anyway.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98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98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Emily... n-ai vrea să mănânci o înghețată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sau altceva, înainte de a ne duce acasă?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Emily—would you like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 ice-cream soda before you go home?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98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98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Da, mulțumesc, aș vrea.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Well, thank you</a:t>
            </a:r>
            <a:r>
              <a:rPr b="0" lang="hu-HU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,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 would.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98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98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Salut, Stew... cum ești?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Bună ziua, Mrs. Slocum.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Hello, Stew, how are you?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Good afternoon, Mrs. Slocum.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99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Hello, George. Hello, Emily...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Ce luați?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Hello, George. Hello Emily.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What’ll you have?—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99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Dar ce-i asta, Emily Webb,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de ce-ai plâns?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Why, Emily Webb, what you been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cry in’ about?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99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S-a speriat, chiar acum o clipă,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dle Morgan.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She got an awful scare,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Mr. Morgan.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99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Era cât pe ce s-o calce camionul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acela al magazinului de sticlărie.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That—that hardware-store wagon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almost ran over her.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99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Tom Huckins conduce ca un nebun.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Tom Huckins drives like a crazy man.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99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B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ea puțină apă, Emily.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Arăți foarte tulburată. </a:t>
            </a:r>
            <a:br>
              <a:rPr sz="1800"/>
            </a:b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D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rink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some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water, Emily. </a:t>
            </a:r>
            <a:br>
              <a:rPr sz="1800"/>
            </a:br>
            <a:r>
              <a:rPr b="0" lang="hu-HU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You look very distracted.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99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99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Știi, în ultima vreme când vrei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să traversezi pe Strada 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Principală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You got to look both ways before you cross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Main Street these days.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99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trebuie să te uiți într-o parte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în alta. Ce luați?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Gets worse every year—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What’ll you have?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99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Eu o să iau o limonadă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,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mulțumesc,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Mr. Morgan!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I’ll have a 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lemonade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, 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thank you,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Mr. Morgan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!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00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Nu, nu, Emily, ia ca mine o înghețată.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No, no, Emily—have an ice-cream with me.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00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Două înghețate de ciocolată și fragi,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domnule Morgan.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Two strawberry and chocolate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ice-cream, Mr. Morgan.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00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Două înghețate de ciocolată și fragi,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domnule Gibbs. Da, da…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Two strawberry and chocolate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ice-cream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,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yes sir.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00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Ei bine, în acest moment sunt </a:t>
            </a:r>
            <a:br>
              <a:rPr sz="1800"/>
            </a:b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125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de cai în Grover’s Corners.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There are </a:t>
            </a:r>
            <a:r>
              <a:rPr b="0" lang="hu-HU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1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25 horses in Grover’s Corners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this minute I’m talking to you.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00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Ieri a venit inspectorul statului.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State Inspector was here yesterday.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00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acum încep să aducă aceste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a-u-to-mo-bi-le;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now they’re bringing in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these auto-mo-biles,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00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 mai deștept să nu ieși deloc din casă.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best thing to do is just stay home.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00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Eeei... îmi aduc aminte de vremea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când un câine putea să se tolănească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Why I can remember when dogs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used to sleep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00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în plină Strada 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Principala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, să doarmă acolo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toată ziua și nimic să nu-i clintească din loc.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in the middle of the street, and nothing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ever come to disturb them.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00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Poftim.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Imediat, Mrs. Ellis.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There you are!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Mrs. Ellis, be with you in a minute.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0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10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Sunt foarte scumpe.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They’re so expensive.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0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Nu, nu te gândi la asta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, Emily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Sărbătorim alegerea noastră la școala.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No, no—don’t think of that, Emily.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We’re celebrating—our election—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0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Și, știi ce mai sărbătorim?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then do you know what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else I'm celebrating?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0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Sărbătoresc faptul că am căpătat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un prieten care-mi spune totul în față.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I’m celebrating because I've got a friend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who tells me what ought to be told me.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0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George, te rog nu te mai gândi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la povestea aceea.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George, don’t think of that.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0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Nu știu de ce ți-am spus-o.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Nu-i adevărat. Ești...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 don't know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why I said it. It’s not true. You’re—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0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Nu, Emily, ține-o tot așa.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Mă bucur că mi-ai vorbit așa.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No, 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Emily,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I’m glad you spoke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to me like you did.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0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hu-H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 să mă schimb foarte repede...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pariez c-o să mă schimb.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But I’m going to change so quick. </a:t>
            </a:r>
            <a:br>
              <a:rPr sz="1800"/>
            </a:br>
            <a:r>
              <a:rPr b="0" lang="hu-HU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You can count on that.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0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10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Și, Emily, aș vrea să-ți cer o favoare.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Emily, I want to ask you a favor.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0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Ce anume?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W-wh-a-t?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0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acă am să plec anul viitor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la Facultatea de Agronomie, </a:t>
            </a:r>
            <a:br>
              <a:rPr sz="1800"/>
            </a:b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f I go away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to State Agriculture College next year,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0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o să-mi scrii din când în când?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will you write me a letter once in a while?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0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Desigur că o să-ți scriu, George.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 certainly will, George—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0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10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Desigur că, fiind plecat timp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de trei ani din oraș,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It seems like being away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three years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0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o să ți se pară că n-o să mai ai nicio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legătură cu multe lucruri de pe-aici.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you’d get out of touch with things.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0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Poate că, după un timp, scrisorile din Grover's Corners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nici n-o să te mai intereseze. 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Maybe Grover’s Corners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won’t be so interesting after a while.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0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10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Dacă stai să te gândești mai bine,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Grover's Corners nu-i orașul cel mai interesant...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Grover’s Corners isn’t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 very important place when you think of—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0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din New Hampshire.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Dar 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totuși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 un ora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 frumos.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all New Hampshire;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but I think it’s a very nice town.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0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Ziua aceea nu va veni niciodată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când să nu-mi pese de tot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 day wouldn’t come when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 wouldn’t want to know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0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ce se întâmplă în orașul nostru.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Știu că asta e adevărat, Emily...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everything about our town.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 know this is true, Emily.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0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Bine, atunci o să încerc să fac ca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scrisorile mele să fie foarte interesante.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Well, I’ll try to make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the letters interesting.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0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10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Emily, ori de câte ori stau de vorbă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cu vreun fermier, îl întreb dacă i se pare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Emily, whenever I meet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 farmer I ask him if he thinks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0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necesar să faci școala de agricultur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ă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pentru asta.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it's important to go to Agriculture School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to be a good farmer.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0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10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10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Mde, unii dintre ei spun chiar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că-ți irosești vremea degeaba.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Yeh, and some of them say it’s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even a waste of time.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0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Ce se predă acolo poți învăța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din caietele pe care guvernul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You can get all that stuff,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anyway,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0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le trimite fermierilor.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Unchiul Luke a îmbătrânit...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in the pamphlets the Government sends out—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Uncle Luke’s gettin’ old,—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0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e gata să-mi dea ferma și mâine,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dacă aș putea lucra acolo.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he’s about ready for me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to take over his farm.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0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Doamne!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My!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0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Și, așa cum spui și tu...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să fii plecat atâta vreme...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like you say,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being gone all that time—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0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să cunoști alți oameni... eu cred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că oamenii noi pe care i-aș întâlni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in other places and meeting other people—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 guess new people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0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n-ar fi mai buni decât cei pe care-i știu.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probably aren’t any better than old ones.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0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De fapt, cred că tu ești cel mai bun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prieten din câți aș putea să am.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 feel that you’re as good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 friend as I’ve got.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0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N-am nevoie să plec și să cunosc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alți oameni din alte orașe.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 don’t need to go and meet new ones.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0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Dar, George, poate că e foarte important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să pleci și să înveți toate lucrurile astea...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But George,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maybe it’s important for you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0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să crești vitele, să cunoști cum e pământul...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tot felul de lucruri din astea...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to go and learn all that cattle-judging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soils and those things.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0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Desigur, eu nu știu ce să spun...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Of course, I don’t know.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0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Emily, uite, m-am hotărât chiar acum.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Nu mai plec. O să-i spun asta diseară tatei.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Emily I’m going to make up my mind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right now—I won’t go. Tonight I’ll tell my father.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0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Dar George, nu-nțeleg de ce trebuie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să te hotărăști chiar în clipa asta.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Why George. I don’t see why you have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to decide right now—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0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Ai timp încă un an.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It’s a whole year away.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0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Emily, m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ă bucur că mi-ai vorbit de defectele mele.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Emily, I’m glad you spoke to me about that—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0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Ce ai spus tu era adevărat,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dar undeva totuși ai greșit,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that fault in my character but there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was one thing wrong.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0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anume că vreme de-un an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eu n-am dat atenție nimănui, și...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namely that for a year now I didn't pay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attention to anyone, and...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0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tu, de pildă. Tu mi-ai spus că te uitai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la mine, la tot ce făceam...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You, for example. You say you were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watchin’ me when I did everything—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0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eu făceam același lucru în ceea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ce te privește.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Why, I was doing the same about you.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0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Mă gândeam întotdeauna la tine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ca la primul om la care trebuie să mă gândesc.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 always thought about you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as one of the chief people I thought about.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06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Mă uitam întotdeauna cu cine stai pe bancă.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am vorbit mult la școală,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 always made sure where you were  sitting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on the bleachers. And we talked a lot in school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06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iar asta a fost foarte important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pentru mine.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that was really important to me.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06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Desigur, nu a fost la fel de bine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ca discuția pe care o avem acum.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Of course it wasn’t as good as the conversation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we’re having right now.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06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apoi, recent, am început să observ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că ești puțin ciudată cu mine,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Then, lately, I started to observe that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you act a bit strange with me.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06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iar de trei luni încerc să te conduc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acasă, dar mereu a intervenit ceva.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for three months not I’ve tried to walk home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with you; but something's always got in the way.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06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Ieri te-am așteptat sprijinit de zidul școlii,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ai plecat acasă cu domnișoara Corcoran.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Yesterday, I was waiting for you,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you walked home with Miss Corcoran.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06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George! Viața e teribil de ciudată!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De unde să fi știut?...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Oh, George!— Life’s awful funny!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How could I have known that?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06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Cum, eu credeam că...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 thought—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07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Ascultă, Emily.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Îți spun de ce nu merg la Școala Agricolă.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Listen, Emily, I’m going to tell you why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I’m not going to Agricultural School.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07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Mă gândesc că, de vreme ce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am găsit o flin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ț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ă la care țin foarte mult,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 think once you’ve found a person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you’re very fond of—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07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adică o flintă care ține și ea la mine și îi plac într-atât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de mult încât să o intereseze caracterul meu...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fond of you, enough to be interested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in your character—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07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ei bine, cred că lucrul ăsta e tot atât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de important ca și facultatea,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Well, I think that’s just as important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as college is,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07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chiar mai important ca ea.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Asta-i părerea mea.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even more so.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</a:t>
            </a:r>
            <a:br>
              <a:rPr sz="1800"/>
            </a:b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That</a:t>
            </a:r>
            <a:r>
              <a:rPr b="0" lang="en-GB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’s my opinion.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07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mie mi se pare că e teribil de important.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 think that’s awfully important, too.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07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Emily.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Ddda, George.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Emily—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Y—yes, George.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07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Emily, dacă devin mai bun și mă schimb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cu totul... ai putea să...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Emily, if I make a big change: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could you be—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07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Eu... și acum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... dintotdeauna...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I—I am now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...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and always have been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...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07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108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Atunci cred că discuția noastră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 fost foarte importantă.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So I guess—this is an important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talk we've been having—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08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Da, da.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Yes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,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yes.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08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108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Așteaptă o clipă.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Apoi te </a:t>
            </a:r>
            <a:r>
              <a:rPr b="0" lang="hu-H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cond</a:t>
            </a:r>
            <a:r>
              <a:rPr b="0" lang="en-GB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u</a:t>
            </a:r>
            <a:r>
              <a:rPr b="0" lang="hu-H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 acas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ă.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Wait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a second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. 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Then I</a:t>
            </a:r>
            <a:r>
              <a:rPr b="0" lang="en-GB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’ll walk you home.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08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Domnule Morgan, trebuie să mă duc acasă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să iau bani ca să-ți plătesc.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Mr. Morgan, I’ll— I’ll have to go home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get the money.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08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Ce? George Gibbs,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vrei să-mi spui că...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What’s that? George Gibbs,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do you mean to tell me—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08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Ba da. Dar am avut motive importante,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Mr. Morgan.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Yes. But I had important motivations,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Mr</a:t>
            </a:r>
            <a:r>
              <a:rPr b="0" lang="hu-HU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.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Morgan.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08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Uitați, ceasul meu de aur, îl lăsați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ca gaj până mă întorc cu banii.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Look—here’s my gold watch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to keep until I come back.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08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Bine. Ține-ți ceasul.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Am încredere în tine.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That’s all right.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Keep your watch. I’ll trust you.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08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Mă întorc în cinci minute.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I’ll be back in five minutes.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09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109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Îți acord un credit de zece ani, George –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dar nu cu o zi mai mult!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I’ll trust you ten years, George —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not a day over.—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09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Ei bine, Emily, ți-ai revenit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după sperietură?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Got all over your shock, Emily?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09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Oh, da, mulțumesc, Mr. Morgan.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 fost o nimica toată.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Yes, thank you, Mr. Morgan—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it was nothing.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09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Putem pleca.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I’m ready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to go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09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109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Ei bine, acum să trecem la nuntă.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Well, now we’ll get on to the wedding.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09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Multe lucruri se pot spune despre o nuntă;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There are a lot of things to be said about a wedding,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09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în timpul unei nunți îți trec prin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minte o mulțime de gânduri.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during the wedding there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can be a lot to think about.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09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Nu le vom putea aminti pe toate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cu prilejul unei singure nunți, firește,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We can’t get them all into one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wedding, naturally,—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10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mai ales nu cu prilejul unei nunți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din Grover’s Corners,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especially not in Grover’s Corners,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10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unde nunțile sunt îngrozitor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de simple și scurte.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where weddings are mighty short and plain.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10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110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Astăzi eu joc rolul preotului.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In this play I take the part of the minister.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10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Aceasta îmi oferă ocazia să spun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câteva cuvinte mai multe despre asta.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That gives me the right to say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 few things more.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10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Pentru o vreme, această piesă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devine foarte serioasă.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Yes, for a while now the play gets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pretty serious.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10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Știu că unele biserici spun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că e o sfântă taină, căsătoria.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Y'see,—some churches say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that marriage is a sacrament.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10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Nu prea știu ce vrea să însemne asta,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dar îmi pot închipui.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 don't know what that means exactly,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but I have my suspicions.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10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Oamenii au fost creați să trăiască în perechi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–</a:t>
            </a:r>
            <a:br>
              <a:rPr sz="1800"/>
            </a:b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um zicea doamna Gibbs acum câteva minute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People are supposed to live two-by-two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–</a:t>
            </a:r>
            <a:br>
              <a:rPr sz="1800"/>
            </a:b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li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ke Mrs. Gibbs said a few minutes ago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10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Nunta e un lucru bun,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dar chiar și la o asemenea nuntă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 wedding is a god thing. But even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during such a joyful occasion,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1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sunt o mulțime de lucruri încurcate,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înrădăcinate în mințile oamenilor.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many doubts quietly creep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into the heart.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1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Chiar a venit momentul să fac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acest pas important?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Has the moment truly come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for me to take this important step?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1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Acest om de lângă mine – este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cu adevărat singurul pe care Dumnezeu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Is this person beside me really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 one and only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1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soarta l-au ales pentru mine?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whom God and fate have destined for me?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1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Dar, așa cum a spus un european: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Fiecare copil născut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Like one of those European fellas said: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Every time a child is born into the world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1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este o nouă încercare a naturii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de a crea omul perfect.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it’s Nature’s attempt to make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 perfect human being.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1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Ei bine, de ceva vreme vedem cum natura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încearcă și se chinuie.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Well, we’ve seen Nature pushing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contriving for some time now.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1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Toți știm că îi pasă de cantitate —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dar cred că și de calitate.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We know she’s interested in quantity;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but I think she’s interested in quality, too.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1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Poate că încearcă să creeze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un nou guvernator bun pentru New Hampshire.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Maybe she's tryin’ to make another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good Governor for New Hampshire.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1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Cel puțin Emily speră asta.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That’s what Emily hopes.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1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11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în asta speră toți martorii nunții,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au sperat și strămoșii noștri.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don't forget the other witnesses,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 ancestors.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1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Milioane de strămoși - majoritatea lor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au trăit și ei așa, doi câte doi.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Millions of them. Most of them set out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to live two-by-two.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1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11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hu-H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Spera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nța.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ceasta este credința mea.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Dar aici mă opresc acum.</a:t>
            </a:r>
            <a:br>
              <a:rPr sz="1800"/>
            </a:b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Hope. T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hat’s all my sermon.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Twan’t very long anyway.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1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br>
              <a:rPr sz="1800"/>
            </a:b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1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Habar n-am de ce trebuie să plâng.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Cred că n-am nici un motiv să plâng.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 don’t know why I’m crying.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 guess I have no reason to cry.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1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11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M-a apucat așa, deodată, azi dimineață,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la </a:t>
            </a:r>
            <a:r>
              <a:rPr b="0" lang="hu-H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micul dejun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; Emily mânca așa cum mănâncă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This morning at breakfast it came over me.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There was Emily eating breakfast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1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în fiecare dimineață de 17 ani,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as she’s done for 17 years—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1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acum o să se ducă să mănânce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dimineața în casa altcuiva.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now she’s going to eat in someone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else's house in the morning.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1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11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Cred că asta e motivul. Și Emily! Mi-a spus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deodată „Nu mai pot mânca nimic”,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 suppose that’s it— And Emily suddenly said: </a:t>
            </a:r>
            <a:br>
              <a:rPr sz="1800"/>
            </a:br>
            <a:r>
              <a:rPr b="0" lang="en-GB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‘’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 can’t eat another mouthful.’’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1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și-a pus capul pe masă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a început să plângă.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she put her head on the table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she cried.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1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11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hu-H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totuși de-a dreptul o cruzime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să ne lăsăm fetele </a:t>
            </a:r>
            <a:br>
              <a:rPr sz="1800"/>
            </a:br>
            <a:r>
              <a:rPr b="0" lang="hu-HU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here’s something downright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cruel about sending girls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1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să se mărite în felul ăsta.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out into marriages.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1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Sper că vreuna dintre prietenele ei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să-i fi spus câte ceva.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 hope she heard something from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one of her friends.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1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E-o cruzime, o știu, dar nu m-am putut hotărî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să-i vorbesc despre...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It’s—it’s cruel, I know;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but I just couldn’t get myself to say anything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…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1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Eu însămi am intrat în căsătorie oarbă</a:t>
            </a:r>
            <a:r>
              <a:rPr b="0" lang="hu-H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 went into it as blind as a bat myself.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1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11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Nimic nu-i așa cum trebuie să fie,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asta-i tot.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 whole world’s wrong,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that’s what’s the matter.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1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11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Hei, George!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Eh, George!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1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Uitați-vă acolo – o să leșine de frică!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Look at him, fellas. He’s scared to death!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1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George! Hai, nu te uita așa inocent,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vulpe bătrână.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George! You don’t have to look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so innocent, you old geezer.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1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Știm la ce te gândești. Nu aduce rușine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echipei, bătrâne! Huuu!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We know what you’re thinking.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Go to it, big boy, y’ old geezer you.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1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Bine, bine, ajunge!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Ajunge cu asta.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All right! That’s enough of that.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1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Au fost multe de genul acesta la nunți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în vremuri vechi —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There used to be an awful lot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of that kind of thing in weddings in the old days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1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Dar se spune că noi suntem mai civilizați.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We’re more civilized now,—so they say.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1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11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George! Ce-i cu tine?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George! What’s the matter?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1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Mamă, nu vreau să îmbătrânesc.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De ce mă împinge toată lumea așa?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Ma, I don’t want to grow old!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Why’s everybody pushing me so?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1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Dar, George, tu ai vrut-o.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Nu, ascultă-mă, mamă...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Why, George—you wanted it.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No, Ma, listen to me—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1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N-are rost, George, acum ești bărbat.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No, no, George—you’re a man now I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1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Ascultă-mă, mamă, te rog pentru ultima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oară... tot ce vreau e să fiu un om...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Listen, Ma—for the last time I ask you.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All I want to do is to be a fella—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1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George! Dacă te aude cineva! Termină!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Să știi că mi-e rușine cu tine!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George! If anyone should hear you!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Why, I’m ashamed of you!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1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Cum? Unde e Emily?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What? Where’s Emily?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1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George! M-au trecut toate emoțiile!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George, you gave me such a fright.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1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Bucură-te, mamă, mă însor.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Cheer up, Ma. I’m getting married.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1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Lasă-mă să-mi revin o clipă.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Let me catch my breath.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1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hu-H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amă, să ne rezervi serile de </a:t>
            </a:r>
            <a:r>
              <a:rPr b="0" lang="hu-H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joi.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Ma, you save Thursday nights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16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Emily și cu mine vom veni să luăm cina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la voi în fiecare 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joi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seara, ai să vezi...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Emily and I are coming over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to dinner every Thursday night.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16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Mamă, de ce plângi?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Hai, trebuie să fim gata de nuntă.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Why, Ma.What are you crying for?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Come on. We got to get ready.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16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Niciodată în viața mea nu m-am simțit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atât de singură.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 never felt so alone in my whole life.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16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Uite-l pe George... cu figura asta... îl urăsc!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Mai bine aș muri acum! Tată!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George, over there—I hate him—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 wish I were dead. Papa! Papa!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16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Emily! Liniștește-te, ce-i cu tine?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Dar, tată, nu vreau să mă mărit!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– Emily! Now don’t get upset—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But, Papa,—I don’t want to get married—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16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Șșș, Emily! Bine, totul este în ordine.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Sh-h—Emily—Everything’s all right.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16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De ce să nu mai rămân așa cum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sunt acum? Hai să plecăm de aici...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Why can’t I stay for a while just as I am?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Let’s go away—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16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Nu, nu. Stai o clipă și reculege-te.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No, no,— Now think a minute.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17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Nu-ți amintești că-mi spuneai...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mereu îmi spuneai, mereu, că sunt fata ta!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Don't you remember what you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used to say—that I was your girl.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17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Sunt o mulțime de locuri unde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am putea merge.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There must be lots of places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we can go to.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17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Aș munci pentru tine.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Aș putea ține casa.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I'd work for you.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 could keep house.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17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Șșș... n-ar rost să te gândești la lucrurile astea.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Ești pur și simplu emoționată, Emily.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Sh! You musn't think of such things.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You're just nervous, Emily.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17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117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George! George! Vrei să vii o clipă?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George! George! Will you come here a minute!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17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Doar te măriești cu cel mai bun băiat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din lume. George e un băiat admirabil.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Why, you're marrying the best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young fellow in the world.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George is a great boy.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17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Ți-o dau pe fiica mea, George.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Crezi că o să poți avea grijă de ea?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I’m giving away my daughter, George.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Can you take care of her?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17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V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reau să... o să încerc.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Emily, o să fac totul pentru tine.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 want to—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</a:t>
            </a:r>
            <a:r>
              <a:rPr b="0" lang="en-GB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’ll try.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Emily, I'm going to do my best.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17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Te iubesc, am nevoie de tine.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 love you. I need you.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18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Bine, dacă mă iubești, ajută-mă.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Tot ce vreau e un om care să mă iubească.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Well, if you love me, help me—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all I want is someone to love me.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18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Te voi iubi. Emily, o să încerc.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 will, Emily, I'll try.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18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când spun asta, înțeleg pentru totdeauna. Auzi?</a:t>
            </a:r>
            <a:br>
              <a:rPr sz="1800"/>
            </a:b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P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entru totdeauna</a:t>
            </a:r>
            <a:r>
              <a:rPr b="0" lang="hu-H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.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I mean forever. Do you hear? </a:t>
            </a:r>
            <a:br>
              <a:rPr sz="1800"/>
            </a:b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Forever.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18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br>
              <a:rPr sz="1800"/>
            </a:b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18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Haideți, oamenii ne așteaptă. Acum știți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că totul va merge cum trebuie.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Come, they're waiting for us.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Now, you know it’ll be all right.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18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118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144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Nu-i frumoasă mireasa?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Doesn’t she make a lovely bride?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18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118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George, o iei pe această femeie, Emily,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ca soție,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Do you, George, take this woman,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Emily, to be your wedded wife,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18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ca din această zi să trăiești alături de ea,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to have and to hold from this day forward,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19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în boală și în sănătate,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la bine și la greu, s-o iubești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in sickness and in health,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for richer for poorer,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19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s-o cinstești, până când moartea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vă va despărți?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to love and to cherish till death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do us part?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19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Cea mai frumoasă nuntă din câte am văzut!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Loveliest wedding I ever saw.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19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Tare îmi plac nunțile frumoase,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dumneavoastră nu? Nu-i frumoasă mireasa?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 really like lovely weddings.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Doesn’t she make a lovely bride?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19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hu-H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Da.</a:t>
            </a:r>
            <a:br>
              <a:rPr sz="1800"/>
            </a:br>
            <a:r>
              <a:rPr b="0" lang="hu-HU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Yes.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19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Vrei, Emily, îl iei pe acest tânăr,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George, ca soț al tău?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Do you, Emily, take this man, George, to be your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wedded husband?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19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Nu știu cum se întâmplă, dar când văd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o nuntă atât de frumoasă,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Don’t know when I’ve seen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such a lovely wedding.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19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mă apucă plânsul întotdeauna. Nu știu de ce,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dar întotdeauna mă apucă plânsul.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But I always cry. I just like to see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young people happy.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19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Pur și simplu îmi place să văd tineri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care sunt fericiți. O, tare-i frumos!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Don’t you? Oh, I think it’s lovely!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19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…până când moartea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vă va despărți?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…till death do you part?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20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Da!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 do!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20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Inelul!</a:t>
            </a:r>
            <a:br>
              <a:rPr sz="1800"/>
            </a:b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 ring!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20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US" sz="24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20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Am căsătorit peste două sute de perechi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la vremea mea.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I’ve married two hundred couples.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20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Oare cred în povestea asta?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Nu știu nici eu. X. se căsătorește cu Y...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Do I believe in it? I don’t know.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 suppose so. X marries Y..</a:t>
            </a:r>
            <a:r>
              <a:rPr b="0" lang="hu-HU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.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20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br>
              <a:rPr sz="1800"/>
            </a:b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20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Căsuța, căruciorul pentru copil,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plimbările de sâmbătă după-amiază cu Fordul,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 cottage, the go-cart, the Sunday afternoon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drives with the Ford —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20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Prim</a:t>
            </a:r>
            <a:r>
              <a:rPr b="0" lang="hu-H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 criz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ă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de reumatism, nepoții,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doua criză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de reumatism, clipa morții,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 first rheumatism—the grandchildren—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 second rheumatism—the deathbed—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20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citirea testamentului. Doar o dată dintr-o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mie de cazuri e interesant.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 reading of the will—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Once in a thousand times it’s interesting.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20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12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ă auzim!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Let’s hear it!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2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US" sz="24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  <p:sp>
        <p:nvSpPr>
          <p:cNvPr id="1214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600" cy="452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700"/>
              </a:spcBef>
              <a:buNone/>
              <a:tabLst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12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Nu sunt o pereche drăguță?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Aren’t they a lovely couple?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2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Ah, niciodată nu am mai fost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la o nuntă atât de frumoasă.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I’ve never been on such a lovely wedding.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2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Sunt sigură că vor fi fericiți.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Am spus întotdeauna: fericirea!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I'm sure they'll be happy.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 always say: happiness!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2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hu-H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Aceasta e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cel mai important!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Important e să fii fericit.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This is the most important thing in life!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 important thing is to be happy.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2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12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cesta a fost actul doi. </a:t>
            </a:r>
            <a:br>
              <a:rPr sz="1800"/>
            </a:br>
            <a:r>
              <a:rPr b="0" lang="en-GB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Hai</a:t>
            </a:r>
            <a:r>
              <a:rPr b="0" lang="hu-H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de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ți</a:t>
            </a:r>
            <a:r>
              <a:rPr b="0" lang="en-GB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să luăm un pic de aer proaspăt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That’s the second act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.</a:t>
            </a:r>
            <a:br>
              <a:rPr sz="1800"/>
            </a:b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Let</a:t>
            </a:r>
            <a:r>
              <a:rPr b="0" lang="en-GB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’s go breath in some fresh air.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2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br>
              <a:rPr sz="1800"/>
            </a:b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2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De data aceasta, prieteni, a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u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trecut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nouă ani — suntem în vara lui 19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1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3.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This time nine years have gone by, friends—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summer, 19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1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3.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2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În Grover’s Corners s-au petrecut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o seamă de schimbări.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Gradual changes have taken place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in Grover's Corners.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2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Caii au devenit mai rari. Fermierii vin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în oraș în mașini Ford.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Horses are gettin’ rarer.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Farmers coming into town now in Fords.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2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Toată lumea încuie ușile s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ara...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în oraș încă nu s-au ivit hoți,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Everybody locks their house doors at night.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Ain't been any burglars in town yet,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2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dar toată lumea a auzit vorbindu-se despre ei.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but everybody’s heard about ’em.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2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Veți fi surprinși, totuși, în general lucrurile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nu s-au schimbat prea mult 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în Grover</a:t>
            </a:r>
            <a:r>
              <a:rPr b="0" lang="en-GB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’s Corners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You’d be surprised though—on the whole,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things don’t change much i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n Grover</a:t>
            </a:r>
            <a:r>
              <a:rPr b="0" lang="en-GB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’s Corners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. 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2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12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L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ocul acesta este o parte importantă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 orașului nostru.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This is certainly an important part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of our town.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2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12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O creastă de deal bătută de viaturi —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se vede cerul, s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u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nt nori,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It’s on a hilltop—lots of sky, lots of clouds,—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2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adesea e foarte mult soare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se văd luna și stelele.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often lots of sun and moon and stars.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2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Mă întreb de ce oamenilor le place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să fie îngropați în Woodlawn și Brooklyn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 often wonder why people like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to be buried in Woodlawn 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Brooklyn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.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2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când ar putea să-și petreacă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același timp și aici.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when they might pass the same time her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2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12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Într-acolo s</a:t>
            </a:r>
            <a:r>
              <a:rPr b="0" lang="hu-H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u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nt pietrele acelea vechi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de prin 1670, 1680.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Over here are the old stones</a:t>
            </a:r>
            <a:r>
              <a:rPr b="0" lang="hu-HU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: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16</a:t>
            </a:r>
            <a:r>
              <a:rPr b="0" lang="hu-HU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7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0</a:t>
            </a:r>
            <a:r>
              <a:rPr b="0" lang="hu-HU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,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16</a:t>
            </a:r>
            <a:r>
              <a:rPr b="0" lang="hu-HU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8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0.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2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Oameni h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o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ă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r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âți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, care au străbătut un drum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foarte lung, numai pentru a fi independenți.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Strong- minded people that come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 long ways to be independent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2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12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Cei care vin vara se plimbă pe-aici râzând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de cuvintele caraghioase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Summer people walk around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there laughing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2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săpate pe pietrele de pe morminte.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at the funny words on the tombstones.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2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Dincoace s</a:t>
            </a:r>
            <a:r>
              <a:rPr b="0" lang="hu-H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u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nt câțiva veterani din Războiul civil.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Over there—are some Civil War veterans. —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2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Pe mormintele lor lucesc fanioane de fier.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Iron pennants are on their tombstones.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2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Li se pare că Uniunea acestor state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ar trebui să fie păstrată,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Had a notion that the Union ought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to be kept together,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2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deși n-au văzut niciodată mai mult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de cincizeci de kilometri din ca.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though they’d never seen more than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fifty miles of it themselves.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2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Tot ce știu ei e numele</a:t>
            </a:r>
            <a:r>
              <a:rPr b="0" lang="hu-H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: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Statele Unite ale Americii.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All they knew was the name</a:t>
            </a:r>
            <a:r>
              <a:rPr b="0" lang="hu-HU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: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 United States of America.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2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toți acești oameni s-au dus</a:t>
            </a:r>
            <a:r>
              <a:rPr b="0" lang="hu-H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au murit pentru ea.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they went and died about it.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2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12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Aici e partea cea nouă a cimitirului.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This here is the new part of the cemetery.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2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Aici stă prietena dumneavoastră,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doamna Gibbs.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There’s your friend,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Mrs. Gibbs.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2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aici e domnul Stimson,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organistul Bisericii Congregate.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here's Mr. Stimson,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</a:t>
            </a:r>
            <a:r>
              <a:rPr b="0" lang="hu-HU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Congregational Church organist.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2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doamna Soames, căreia îi plăcuse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nunta atât de mult... vă mai aduceți aminte?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Mrs. Soames who enjoyed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 weddin' so much, remember?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2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O, și mulți alții. Și Wally, care a făcut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o infecție la apendice în timp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Oh, and a lot of others.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Wall</a:t>
            </a:r>
            <a:r>
              <a:rPr b="0" lang="hu-HU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, whose appendix burst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2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ce era într-o excursie la Crawford Notch.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while he was on a Boy Scout trip</a:t>
            </a:r>
            <a:r>
              <a:rPr b="0" lang="hu-HU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in Crawford Notch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2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GB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Mr. Carter, Mrs. Grover, </a:t>
            </a:r>
            <a:r>
              <a:rPr b="0" lang="hu-H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familia </a:t>
            </a:r>
            <a:r>
              <a:rPr b="0" lang="en-GB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Cartwright</a:t>
            </a:r>
            <a:r>
              <a:rPr b="0" lang="hu-H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... </a:t>
            </a:r>
            <a:br>
              <a:rPr sz="1800"/>
            </a:br>
            <a:r>
              <a:rPr b="0" lang="en-GB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Mr. Carter, Mrs. Grover, </a:t>
            </a:r>
            <a:r>
              <a:rPr b="0" lang="hu-HU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 </a:t>
            </a:r>
            <a:r>
              <a:rPr b="0" lang="en-GB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Cartwright </a:t>
            </a:r>
            <a:r>
              <a:rPr b="0" lang="hu-HU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family...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2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Da, o mulțime de necazuri îngrozitoare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s-au cam liniștit aici.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Yes, an awful lot of sorrow here.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2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Oameni înnebuniți de durere și-au adus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rudele aici sus pe deal.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People wild with grief have brought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their relatives up to this hill</a:t>
            </a:r>
            <a:r>
              <a:rPr b="0" lang="hu-HU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,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2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hu-H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rece timpul... și vin zile cu soare...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—-and then times—sunny days—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2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zile ploioase... și zăpada...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Știți cum este.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rainy days— snow—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You know how it is.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2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S-au adunat nenumărate mesaje aici,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dar nu are cui să le transmită…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 lot of thoughts come up here,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night and day, but no post office—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2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12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Știm cu toții că există ceva etern.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nu-i vorba de case, de nume,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We all know that something is eternal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it ain’t houses or names,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2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de pământ și nici chiar de stele...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it ain’t earth, and it ain’t even the stars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...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2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toată lumea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știe în adâncul lui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că există ceva etern</a:t>
            </a:r>
            <a:r>
              <a:rPr b="0" lang="hu-H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everybody knows in their bones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that something is eternal</a:t>
            </a:r>
            <a:r>
              <a:rPr b="0" lang="hu-HU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,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2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hu-H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acesta are de-a face cu omul.</a:t>
            </a:r>
            <a:br>
              <a:rPr sz="1800"/>
            </a:br>
            <a:r>
              <a:rPr b="0" lang="en-GB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th</a:t>
            </a:r>
            <a:r>
              <a:rPr b="0" lang="hu-HU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at</a:t>
            </a:r>
            <a:r>
              <a:rPr b="0" lang="en-GB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something has to do with </a:t>
            </a:r>
            <a:r>
              <a:rPr b="0" lang="hu-HU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human beings</a:t>
            </a:r>
            <a:r>
              <a:rPr b="0" lang="en-GB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26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Toți oamenii mari care au trăit vreodată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ne-au tot spus acest lucru de cinci mii de ani</a:t>
            </a:r>
            <a:r>
              <a:rPr b="0" lang="hu-H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All the greatest people ever lived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have been telling us that for five thousand years</a:t>
            </a:r>
            <a:r>
              <a:rPr b="0" lang="hu-HU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.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26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totuși veți fi surprinși cât de ușor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uită oamenii acest lucru.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yet you’d be surprised how people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are always letting go of that fact.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26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126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Există ceva etern în adâncul fiecărei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făpturi omenești.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There’s something way down deep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that’s eternal about every human being.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26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Știți că pe morți nu-i interesează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cei vii prea multă vreme.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Y’know, the dead don’t stay interested in us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living people for very long.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26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Treptat, treptat, se desprind de cei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de pe pământ...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Gradually, they let go hold of the earth—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26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de ambițiile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de plăcerile la care-au ținut...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their ambitions their pleasures —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26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de ființele pe care le-au iubit.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the people they loved.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27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Se satură de cei de pe pământ</a:t>
            </a:r>
            <a:r>
              <a:rPr b="0" lang="hu-H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, s</a:t>
            </a:r>
            <a:r>
              <a:rPr b="0" lang="en-GB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 despart, precum </a:t>
            </a:r>
            <a:br>
              <a:rPr sz="1800"/>
            </a:br>
            <a:r>
              <a:rPr b="0" lang="en-GB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un sugar înțărcat de sânul mamei sale.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They get weaned away from earth</a:t>
            </a:r>
            <a:r>
              <a:rPr b="0" lang="hu-HU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,</a:t>
            </a:r>
            <a:br>
              <a:rPr sz="1800"/>
            </a:br>
            <a:r>
              <a:rPr b="0" lang="en-GB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like a weaned infant from its mother's breast.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27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stau aici atâta timp cât ceea ce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 pământesc în ei se topește, piere,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Yes, they stay here while the earth-part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of ’em burns away,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27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și-n tot acest timp devin încetul cu încetul indiferenți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față de ce se întâmplă în Grover’s Corners.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all that time they slowly get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indifferent to what’s goin’ on in Grover’s Corners.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27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Așteaptă. Ei așteaptă ceva ce știu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că trebuie să vină.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They’re waitin' for something they feel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is cornin’.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27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Oare nu așteaptă ca acea parte eternă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curată din ei să iasă la iveală?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Aren’t they waitin’ for the eternal part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in them to come out—clear?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27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Unele lucruri pe care le vor spune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vor răni poate sentimentele dumneavoastră...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Some of the things they’re going to say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maybe’ll hurt your feelings—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27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dar așa stau lucrurile... mama și fiica...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bărbatul și nevasta... dușmanul și prietenul...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but that’s the way it is: mother 'n daughter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—husband ’n wife—enemy ‘n enemy—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27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bogatul și săracul... toate aceste lucruri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teribil de importante cam pălesc pe-aici.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money ‘n miser— all those important things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grow pale around here.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27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ce mai rămâne când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ți-a pierit memoria?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what's left?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What’s left when memory’s gone?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27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Așa! Iată și câțiva oameni vii.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Well, here are some living people.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28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Iată-l pe Joe Stoddard</a:t>
            </a:r>
            <a:r>
              <a:rPr b="0" lang="hu-H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,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antreprenorul nostru de pompe funebre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There’s Joe Stoddard, our undertaker</a:t>
            </a:r>
            <a:r>
              <a:rPr b="0" lang="hu-HU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28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iată 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Sam Craig,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un bărbat din Grover’s Corners,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care a plecat din oraș ducându-se în Vest.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here comes Sam Craig, a Grover’s Corners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boy that left town to go out West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28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128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Bună ziua, Joe Stoddard.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Good afternoon, Joe Stoddard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28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Bună ziua, bună ziua.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Ia stai puțin; nu cumva te cunosc?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Good afternoon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, good afternoon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Let me see now: do I know you?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28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128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Sunt Sam Craig.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I’m Sam Craig.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28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Trebuia să-mi închipui că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o să vii la înmormântare.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 should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have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know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n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you’d be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back for the funeral.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28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Ai lipsit multă vreme de pe-aici, Sam.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You’ve been away a long time, Sam.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28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Da, sunt plecat de doisprezece ani.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Lucrez acuma tocmai în Buffalo, Joe.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Yes, over twelve years. I’m in business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in Buffalo now, Joe—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29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Dar eram în Est când am aflat de moartea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vărului meu, așa că m-am gândit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But I was in the East when I got news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of my cousin’s death, so I thought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29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să mă aranjez așa ca să pot veni să văd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locurile natale. Arăți bine.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I’d come back and see the old home—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You look well.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29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129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Da, da, nu mă pot plânge. Foarte trist,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drumul nostru de azi, Samuel.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Yes, yes, can’t complain—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Very sad, our journey today, Samuel.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29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Da.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Yes.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29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Da, da. Întotdeauna zic că nu pot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să suport să mă ocup de lucrurile astea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Yes, yes. I always say, I hate to supervise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29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când e vorba de-o persoan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ă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tânăr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ă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.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În câteva minute o să fie aici.  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when a young person is taken.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They’ll be here in a few minutes now.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29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Azi a trebuit să vin mai devreme...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fiul meu are grijă de casă.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 had to come here early today—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my son’s supervisin' at the home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...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29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129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Bătrâ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nul fermier McCarty! </a:t>
            </a:r>
            <a:r>
              <a:rPr b="0" lang="it-IT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L-am ajutat </a:t>
            </a:r>
            <a:br>
              <a:rPr sz="1800"/>
            </a:br>
            <a:r>
              <a:rPr b="0" lang="it-IT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deseori la fermă, după școală.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Old Farmer McCarthy! I used to do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chores for him after school.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30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Avea lumbago.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He had lumbago.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30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Da, l-am adus aici pe fermierul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McCarty acum vreo câțiva ani.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Yes, we brought Farmer McCarthy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here a number of years ago now.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30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130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Păi, aici e mătușa mea Julia...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Uitasem că... da...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Why, this is my Aunt Julia—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I’d forgotten that she’d—of course!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30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Da. D</a:t>
            </a:r>
            <a:r>
              <a:rPr b="0" lang="hu-H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r.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Gibbs și-a pierdut soția acum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vreo doi, trei ani... cam în luna aceasta.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Yes, D</a:t>
            </a:r>
            <a:r>
              <a:rPr b="0" lang="hu-HU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r.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Gibbs lost his wife two-three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years ago—about this time.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30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astăzi primește iar o lovitură grea...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Today’s another bad blow for him.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..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30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130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Asta e băiatul sorei mele Carey. </a:t>
            </a:r>
            <a:br>
              <a:rPr sz="1800"/>
            </a:b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am... Sam Craig.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That’s my sister Carrie’s boy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Sam—Sam Craig.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30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Niciodată nu mă simt bine când îi văd pe-aici.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I’m always uncomfortable when they’re around.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30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US" sz="1800" strike="noStrike" u="none">
              <a:solidFill>
                <a:srgbClr val="ffff00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13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Fiecare își alege versetul c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r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e-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i place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, Joe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Do they choose their own verses much, Joe?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3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Nu... nu prea. De cele mai multe ori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cel l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ăsați în urmă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alege versetul.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No—not usual.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Mostly the leftovers pick a verse.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3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Nu prea arată cam cum ar fi vrut mătușa Julia.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Doesn't sound like Aunt Julia.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3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Nu mai s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un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 în viată multe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din surorile Hersey.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Well, there aren’t many of those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Hersey sisters left now.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3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Voiam să mă uit la...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mama și... la tata...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 wanted to look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at my father’s and mother’s—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3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Dincolo, cu 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Craig-uri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. Aleea F.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Over there with the 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Craigs,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Avenue F.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3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13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Simon Stimson...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Era organist la biserică, nu-i așa?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cam bea, așa ziceam noi.</a:t>
            </a:r>
            <a:br>
              <a:rPr sz="1800"/>
            </a:b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Simon Stimson...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He was organist at church, wasn’t he?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Drank a lot</a:t>
            </a:r>
            <a:r>
              <a:rPr b="0" lang="en-GB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, we used to say.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3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Dar nimeni nu trebuia să lase să se vadă că știe.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 trecut prin multe necazuri.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Nobody was supposed to know about it. </a:t>
            </a:r>
            <a:br>
              <a:rPr sz="1800"/>
            </a:br>
            <a:r>
              <a:rPr b="0" lang="en-GB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He's been through a lot of trouble.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3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S-a sinucis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Took his own life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3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A, da?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Oh, did he?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3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S-a sp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â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nzurat in pod. Au încercat ei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să nu se afle, dar tot s-a știut.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Hung himself in the attic. They tried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to hash it up, but of course it got around.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3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Și-a ales singur epitaful.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Asta e. Nu-i chiar un verset.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Chose his own epitaph.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It ain’t a verse exactly.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3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Păi, 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nu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văd dec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â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 niște note, ce-i asta?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Why, it’s just some notes of music—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what is it?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3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Nu știu. La vremea aceea au scris ziarele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din Boston despre chestia asta.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Oh, I wouldn’t know. It was wrote up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in the Boston papers at the time.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3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13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D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ar ea de ce a murit?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Cine, ea?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W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hat did she die of?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Who?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3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V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ară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-me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u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My cousin.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3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A, nu știi? A. avut niște complicații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la o naștere. Deși era la al doilea copil.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Had some trouble bringing a baby into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 world. ’Was her second, though.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3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 rămas un băiat de vreo patru ani.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There's a little boy ’bout four years old.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3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Asta e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mormântul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ei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th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is is her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grave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?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3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Da, nu prea mai. e mult loc aici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printre Gibbși,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Yes, there ain’t much more room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over here among the Gibbses,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3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așa că se face un nou lut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pentru Gibbși in aleea B.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so they’re opening up a whole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new Gibbs section over by Avenue B.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3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Iartă-mă acuma, văd că vin.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You’ll excuse me now. I see they’re cornin’.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3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Cine-i, Julia?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Nora-mea, Emily Webb.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Who is it, Julia?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My daughter-in-law, Emily Webb.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3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Ei, nu mai spune! Drumul încoa trebuie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să fi fost teribil de noroios.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Well, I declare! The road up here must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have been awfully muddy.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3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De ce-a murit?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What did she die of?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3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La naștere.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In childbirth.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3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La naștere. Uitasem-o de toate astea.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Childbirth! I’d forgotten all about that!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3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Doamne, tare era groaznică viața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asta și minunată!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My, wasn’t life awful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— and wonderful.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3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Chiar era minunată?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Simon! Te rog, adu-ți aminte.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Wonderful, was it?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Simon! Now, remember!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3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Mi-aduc aminte de nunta lui Emily.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Ce nuntă frumoasă a fost!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 remember Emily’s lovely wedding. </a:t>
            </a:r>
            <a:br>
              <a:rPr sz="1800"/>
            </a:b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What a lovely wedding it was!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3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Și-mi aduc aminte cum a citit poezia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clasei ei la absolvire!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her reading the class poem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at Graduation Exercises.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3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Emily era una dintre cele mai inteligente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fete din c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â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te au absolvit vreodată liceul.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Emily was one of the brightest girls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ever graduated from High School.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3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L-am auzit mereu pe directorul Wilkins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spun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â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nd lucrul ăsta.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I’ve heard Principal Wilkins say so time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after time.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3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Am fost la ei, la ferma lor cea nouă, puțin timp înainte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să fi murit. O fermă grozav de frumoasă.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 called on them at their new farm, just before I died.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Perfectly beautiful farm.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3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 pe șoseaua pe care locuiam și noi.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It's on the same road we lived on, hm-hm.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3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Da, da, frumoasă fermă.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Aya, right smart farm.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3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Întotdeauna m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i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-a plăcut 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cântecul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ăsta.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Așteptam să-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i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cânte.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 always liked that 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song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 hoped they’ll sing.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3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13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Bună ziua!</a:t>
            </a:r>
            <a:br>
              <a:rPr sz="1800"/>
            </a:b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Good afternoon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!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3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13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Bună ziua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, Emily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!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Bună ziua,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doamna Gibbs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!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Good afternoon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, Emily!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Good afternoon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, M’s Gibbs!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3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13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Bună ziua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, mama Gibbs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!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Emily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!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Good afternoon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, Mother Gibbs!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Emily!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3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13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Bună ziua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. </a:t>
            </a:r>
            <a:br>
              <a:rPr sz="1800"/>
            </a:b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Good a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f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ternoon.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3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Plouă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!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It’s raining!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3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Da... Vor pleca î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curând.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Acuma stai și odihnește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-te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Yes— They’ll be gone soon.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Just rest.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3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13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Mi se pare că au trecut mii și mii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de ani de când era...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It seems thousands and thousands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of years since I—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3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Tata și-a adus aminte că acesta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 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cântecul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meu favorit.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Papa remembered my favorite 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song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36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136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O, tare-aș vrea să fi fost aici de multă vreme.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Nu-mi place să fiu nouă printre voi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!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Oh, I wish I’d been here a long time!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 don’t like being new here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!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36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US" sz="24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  <p:sp>
        <p:nvSpPr>
          <p:cNvPr id="1368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600" cy="452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700"/>
              </a:spcBef>
              <a:buNone/>
              <a:tabLst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136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GB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– 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Bună ziua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, domnule Stimson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!</a:t>
            </a:r>
            <a:br>
              <a:rPr sz="1800"/>
            </a:br>
            <a:r>
              <a:rPr b="0" lang="en-GB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– 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Bună ziua</a:t>
            </a:r>
            <a:r>
              <a:rPr b="0" lang="en-GB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!</a:t>
            </a:r>
            <a:br>
              <a:rPr sz="1800"/>
            </a:br>
            <a:r>
              <a:rPr b="0" lang="en-GB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– 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Goo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d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afternoon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, Mr. Stimson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!</a:t>
            </a:r>
            <a:br>
              <a:rPr sz="1800"/>
            </a:br>
            <a:r>
              <a:rPr b="0" lang="en-GB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– 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Goo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d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afternoon</a:t>
            </a:r>
            <a:r>
              <a:rPr b="0" lang="en-GB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!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36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Mamă Gibbs, George și cu mine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ne-am stabilit eu ferma aceea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Mother Gibbs, George and I have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made that farm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36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în cel mai bun loc posibil.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Ne-am gândit mereu la tine.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into the best place you ever saw.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We thought of you all the time.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36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Am vrut să-ti arătăm hambarul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cel nou si fântâna aceea mare și frumoasă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We wanted to show you the new barn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a great long cement drinking fountain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36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din ciment pentru vite. Am făcut-o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eu banii pe care ni i-ai lăsat.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for the stock. We bought that out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of the money you left us.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37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Eu?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 did?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37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Nu-ți amintești, mamă Gibbs... moștenirea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pe care ne-ai lăsat-o?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Don’t you remember, Mother Gibbs—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 legacy you left us?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37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Cum, erau mai mult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de trei sute si cincizeci de dolari!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Why, it was over three hundred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fifty dollars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!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37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Da, da, Emily.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Yes, yes, Emily.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37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fântâna are un dispozitiv automat,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așa că niciodată apa nu curge pe de lături.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Well, there’s a patent device on this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drinking-fountain so that it never overflows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.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37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nu scade sub un anum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it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nivel.</a:t>
            </a:r>
            <a:br>
              <a:rPr sz="1800"/>
            </a:br>
            <a:r>
              <a:rPr b="0" lang="hu-H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I</a:t>
            </a:r>
            <a:r>
              <a:rPr b="0" lang="en-GB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nvenție minunată</a:t>
            </a:r>
            <a:r>
              <a:rPr b="0" lang="hu-H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!</a:t>
            </a:r>
            <a:br>
              <a:rPr sz="1800"/>
            </a:b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it never sinks below a certain mark. </a:t>
            </a:r>
            <a:br>
              <a:rPr sz="1800"/>
            </a:br>
            <a:r>
              <a:rPr b="0" lang="hu-HU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G</a:t>
            </a:r>
            <a:r>
              <a:rPr b="0" lang="en-GB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reat invention</a:t>
            </a:r>
            <a:r>
              <a:rPr b="0" lang="hu-HU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!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37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137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Lui George, n-o să mai fie la fel fără mine,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dar ferma e foarte frumoasă.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It won’t be the same to George without me,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but it’s a lovely farm.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37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US" sz="24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  <p:sp>
        <p:nvSpPr>
          <p:cNvPr id="1383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600" cy="452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700"/>
              </a:spcBef>
              <a:buNone/>
              <a:tabLst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137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Oamenii vii nu înțeleg, nu-i așa?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Live people don’t understand, do they?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38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Nu, draga mea... nu prea.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No, dear—not very much.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38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138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Parc-ar fi închiși în niște cutii strâmte,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nu?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They’re sort of shut up in little boxes,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aren’t they?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38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Mă sunt de parcă i-aș fi cunoscut acum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o mie de ani...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 feel as tho I knew ’em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last a thousand years ago—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38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Băiatul meu stă la doamna Carter azi.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My boy is spending the day at Mrs. Carter’s.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38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O, domnule Carter, băiețelul meu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o să stea azi la dumneavoastră.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Oh, Mr. Carter, my little boy is spending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 day at your house.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38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Da, îi place să stea acolo...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Yes, he loves it there.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..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38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Mamă Gibbs,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avem și un Ford. Merge grozav.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Mother Gibbs,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we have a Ford, too. Never gives any trouble.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38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Totuși, 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eu nu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conduc. Mamă Gibbs, </a:t>
            </a:r>
            <a:br>
              <a:rPr sz="1800"/>
            </a:b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când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te părăsește sentimentul acesta?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 don’t drive, though. Mother Gibbs,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when does this feeling go away?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38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Că ești... unul dintre ei? Cât timp?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Of being one of them? How long does it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?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39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US" sz="1800" strike="noStrike" u="none">
              <a:solidFill>
                <a:srgbClr val="ffff00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139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Știu.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 know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39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Uită-te, au terminat. Pleacă.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Look, they're finished. They’re going.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39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144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Așteaptă și ai răbdare.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Just wait and be patient.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39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br>
              <a:rPr sz="1800"/>
            </a:b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39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Uită-te, tata Gibbs îți aduce ție 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flori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Look! Father Gibbs is bringing some flowers to you.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39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Seamănă cu George, nu-i așa?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He looks just like George, doesn’t he?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39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139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O, mamă Gibbs, nu mi-am dat seama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niciodată p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â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nă acum cât de frăm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â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ntați și cât...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Oh, Mother Gibbs, I never realized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before how troubled and how —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39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cât de nepricepută sunt oamenii vii!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Uită-te la el. Îl iubeam atât de mult.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how in the dark live persons are.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Look at him. I loved him so.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40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De dimineața până noaptea asta-i cu ei...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mereu sunt frământați.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From morning till night,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that’s all they are—troubled.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40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S-a mai răcorit puțin...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Little cooler than it was.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..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40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Da, ploaia a mai răcorit puțin vremea.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Aya, that rain’s cooled it off a little.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40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Vântul din nord-est face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întotdeauna asta?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Those northeast winds always do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 same thing?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40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Dacă nu plouă, atunci bate timp de trei zile...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If 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it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ain’t a rain, it’s a three-day blow.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..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40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Dar, mama Gibbs, unii pot să se-ntoarcă...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să se-ntoarcă înapoi acolo... să trăiască din nou.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But Mother Gibbs, one can go back;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one can go back there again into living!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40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Simt că e așa. 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Știu!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 feel it! I know it!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40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Știu că-i așa. Știi, așa mă gândisem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o clipă la... la fermă...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Why just then for a moment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 was thinking about the farm—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40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pentru o clipă am fost acolo, și copilul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îmi stătea în poală, cum stătea întotdeauna.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for a minute I was there and my baby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was on my lap as plain as day!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40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Desigur că se poate.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Yes, of course you can.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4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14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Mă pot întoarce acolo și să trăiesc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din nou toate zilele acelea... și de ce nu?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 can go back there and live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those days over again—why not?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4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Tot ce-ți pot spune, Emily, e să n-o faci.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All I can say is, Emily, don’t.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4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Dar e adevărat, nu-i așa?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Po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pleca și trăi... iar... acolo... înapoi...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But it’s true, isn’t it?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I can go and live— back there—again.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4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Da, unii au încercat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,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dar s-au întors repede.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Yes, some have tried,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but they come back.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4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Să nu faci una ca asta, Emily.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Don’t do it, Emily.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4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Emily, s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ă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nu faci asta.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Nu-i așa cum crezi că o să fie.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Emily, don’t.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It’s not what you think it’d be.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4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Dar nu voi trăi iar o zi trist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ă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O să aleg una fericită.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But I won’t live over a sad day.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I'll choose a happy one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.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4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O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să aleg ziua în care mi-am dat seama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pentru prima dată că iubesc pe George.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I’ll choose the day I first knew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that I loved George.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4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um ar putea fi dureros?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Would that be painful?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4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Nu vei trăi doar, 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i le vei privi trăind.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You not only live it;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but you watch yourself living it.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4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când te privești, vezi lucrul pe care ei —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acolo în lumea lor — nu văd niciodată...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as you watch it,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you see the thing that they never know.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4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Vezi viitorul. Știi ce urmează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să se întâmple după aceea.</a:t>
            </a:r>
            <a:br>
              <a:rPr sz="1800"/>
            </a:b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You see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he future.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You know what’s going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to happen afterwards.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4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asta e... un lucru dureros? De ce?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But is that—painful? Why?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4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Ăsta nu-i singurul motiv pentru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care 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n-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ar trebui s-o faci, Emily.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That’s not the only reason why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you shouldn’t do it, Emily.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4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După ce vei fi aici mai multă vreme,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vei vedea că viața noastră de aici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When you’ve been here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longer you’ll see that—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4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 să uităm toate astea și să ne gândim numai la ce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ne așteaptă și să fim gata pentru ce ne așteaptă.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Our life here is to forget all that—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be ready for what is ahead.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4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amă Gibbs, cum voi putea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vreodată să uit viața aceea?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Mother Gibbs,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how can I ever forget that life?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4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Asta-i tot ce știam. E tot ce-am avut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!</a:t>
            </a:r>
            <a:br>
              <a:rPr sz="1800"/>
            </a:b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</a:t>
            </a:r>
            <a:r>
              <a:rPr b="0" lang="en-GB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t’s all I knew.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It’s all I had!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4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O, Emily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!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Ce spui nu-i deloc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un lucru înțelept. Zău, nu-i.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Oh, Emily! It isn’t wise.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Really, it isn’t.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4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Dar e un lucru pe c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re trebuie să-l aflu singură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!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But it’s a thing I must know for myself!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4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Am să aleg, în orice caz, o zi fericită.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I’ll choose a happy day, anyway.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4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Nu! C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el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puțin alege o zi 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obisnuită.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Alege cea mai puțin importantă zi din viața la.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No! 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At least choose an average day.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Choose the least important day in your life.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4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US" sz="24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  <p:sp>
        <p:nvSpPr>
          <p:cNvPr id="1439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600" cy="452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700"/>
              </a:spcBef>
              <a:buNone/>
              <a:tabLst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14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Va fi de ajuns de importantă.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It will be important enough.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4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14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Atunci 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nu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poate 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fi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una din zilele de când m-am măritat,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sau de c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â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nd am născut băiatul meu.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Then it can’t be since I was married;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or since the baby was born.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4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Pot alege, cel puțin, o zi de naștere, nu?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 can choose a birthday, can’t I?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4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14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Ale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g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ziua când am împlinit doisprezece ani.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 choose my twelfth birthday.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4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US" sz="24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  <p:sp>
        <p:nvSpPr>
          <p:cNvPr id="1447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600" cy="452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700"/>
              </a:spcBef>
              <a:buNone/>
              <a:tabLst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14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Foarte bine.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All right.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4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14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 11 februarie, 1899, marți.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It’s February 11th, 1899. A Tuesday.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4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14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Vrei o anume oră a zilei?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Do you want any special time of day?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4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V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reau toată ziua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!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 want the whole day!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4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14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Vom începe în zori. 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insese într-una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de câteva zile: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We’lt begin at dawn. 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 had been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snowing for several days;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4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dar se oprise cu o scară înainte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începuseră să curețe șoselele.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but it stopped the night before, and they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had begun clearing the roads.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4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R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ăsare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soarele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 sun’s coming up.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4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14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Iată Strada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Principală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... și uite, acolo e </a:t>
            </a:r>
            <a:r>
              <a:rPr b="0" lang="hu-H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cofet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ăria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domnului Morgan înainte de a-l renova!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There’s Main Street—why, that’s Mr. Morgan’s </a:t>
            </a:r>
            <a:br>
              <a:rPr sz="1800"/>
            </a:b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sweetshop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before he changed it!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4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Da, suntem în 189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9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. Acum paisprezece ani.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Yes, it’s 1899. Fourteen years ago.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4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Așa arăta orașul când eram mică.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Oh, that’s the town I knew as a little girl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.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4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14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Uite, acolo e vechiul gard alb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din jurul casei noastre.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And, look, there’s the old white fence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that used to be around our house.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4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Nici nu-mi mai aminteam!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Îl iubesc atât de mult!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Oh, I’d forgotten that!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 love it so!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4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Și… ei sunt acasă?</a:t>
            </a:r>
            <a:br>
              <a:rPr sz="1800"/>
            </a:b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They... a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re they inside?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4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Da, ma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ma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ta va coborâ intr-o clipă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ca să pregătească </a:t>
            </a:r>
            <a:r>
              <a:rPr b="0" lang="hu-H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micul dejun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Yes, your mother’ll be coming downstairs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in a minute to make breakfast.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4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Daa?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Will she?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4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Și-ți amintești: tatăl tău fusese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plecat câteva zile; se întorsese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you remember: your father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had been away for a couple of days;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46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în dimineața aceea devreme cu trenul.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he came back on the early morning train.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46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Daa?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No?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46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Fusese la 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f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acultatea unde învățase ca să țină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o cuv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â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ntare... în New York-ul de vest, Ia Clinton.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He’d been back to his college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to make a speech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in New York, Clinton.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46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Uite! Iată-l și pe Howie Newsome. </a:t>
            </a:r>
            <a:br>
              <a:rPr sz="1800"/>
            </a:b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iată-l p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 sergentul nostru. Dar e mort, el a murit.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Look! There’s Howie Newsome!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There’s our policeman! But he died!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46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146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Hei, Bessie!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Whoa, Bessie!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46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Bun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ă dimineața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, Bill.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Morning, Bill.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46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Bună, Howie.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Morning, Howie.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47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Te-ai sculat devreme.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You’re up early.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47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Am salvat uri om care înghețase,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cât pe ce să moară, dincolo de linie,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Been rescuin’ a party;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darn near froze to death,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47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în cartierul polonezilor,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se îmbătase și zăcea în zăpadă.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down by Polish Town there.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Got drunk and lay out in the snowdrifts.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47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Când l-am zgâlțâit și l-am trezit, credea că-i in pat.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When I woke him up, he thought he was in bed.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47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Uite-l și pe Joe Crowell...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There’s Joe Crowell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...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47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144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Bună dimineața, Joe!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Good morning, Joe!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47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Bună dimineața, domnule Warren.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’Mneața, Howie.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Good mornin’, Mr. Warren.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’Mornin’, Howie.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47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Hai, copii! Wally! Emily!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 vremea să vă sculați!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Children! Wally! Emily!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Time to get up!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47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Mamă, s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u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nt aici! O, ce tânără arată ma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a!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Mama, I'm here? Oh, how young Mama looks!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47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Nici 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nu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știam că mama a fost vreodată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atât de tânără.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 didn’t know that Mama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was ever that young.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48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Puteți veni să vă-mbrăcați aici,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în bucătărie, că-i mai cald, dar grăbiți-vă.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You can come dress by the kitchen fire,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if you like, but hurry.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48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Bună dimineața, domnule Newsome.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Brrr... tare-i frig.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Good mornin’, Mr. Newsome.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Whhh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...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it’s cold.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48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Minus zece grade, doamnă Webb.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Minus ten grades, Mis’ Webb.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48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Nemaipomenit! Infășoară-te bine.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Think of it! Keep yourself wrapped up.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48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Hai, Bessie.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Come on, Bessie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48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Mamă, nu-mi găsesc panglica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aceea albastră nicăieri.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Mama, I can’t find my blue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hair-ribbon anywhere.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48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148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Mai bine te-ai uita mai atent.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Ți-am pregătit-o... pe dulap, acolo.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Just open your eyes, dear, that’s all,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 laid it out for you special on the dresser, there.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48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Dacă ar avea gură ar striga.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If it were a snake, it’d bite you.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48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Da, da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...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Yes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.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Yes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…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49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149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Bună dimineața, Bill.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Good mornin', Bill.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49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Bună dimineața, domnule Webb.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V-ați sculat devreme.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Good mornin’, Mr. Webb.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You’re up early.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49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Abia m-am întors de la vechea mea facultate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din statul New York,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Yes, just been back to my old college</a:t>
            </a:r>
            <a:br>
              <a:rPr sz="1800"/>
            </a:b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in New York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49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-a întâmplat ceva rău pe-aici?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Been any trouble here?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49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Mm, am fost chemat azi dimineață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să salvez un polonez...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 was called up this mornin’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to rescue a Polish fella—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49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înghețase tun, era să moară...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darn near froze to death.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..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49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Trebuie să scriem în ziar despre treaba asta.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We must get it in the paper.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49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149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Cum a fost, Charles?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How did it go, Charles?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50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Excelent, așa cred. Le-am spus câte ceva...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Totul e-n regulă pe-aici?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Oh, fine, I guess. 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</a:t>
            </a:r>
            <a:r>
              <a:rPr b="0" lang="en-GB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’ve told him a few things…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Everything all right here?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50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Da, n-aș putea zice că s-a înt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â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mplat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ceva mai deosebit. A fost tare frig.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Yes—can’t think of anything that’s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happened, special. Been right cold.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50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Howie Newsome spune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că-s minus zece.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Howie Newsome says its ten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below over to his barn.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50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La colegiul din Hamilton e mai frig.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Urechile studenților au degerat.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Yes, well, it's colder than that at Hamilton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College. Students’ ears are falling off.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50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Nu-i o treabă omenească...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Ziarul a avut ceva greșeli?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It ain’t Christian—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Paper have any mistakes?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50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N-am observat să fi avut vreuna.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Cafeaua e gata și o poți bea când vrei.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None that I noticed.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Coffee’s ready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, you can drink it when you want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50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Charles! Nu uita, azi e ziua lui Emily.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Ți-ai amintit să-i aduci ceva?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Charles! Don’t forget; it’s Emily’s birthday.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Did you get her anything?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50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Da, am ceva aici pentru ea.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Yes, I’ve got something here.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50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150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Unde-i fata mea?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Where’s my birthday girl?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5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br>
              <a:rPr sz="1800"/>
            </a:b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5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Las-o acuma, Charles.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Ai s-o vezi la 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micul dejun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Don’t interrupt her, Charles.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You can see her at breakfast.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5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așa e </a:t>
            </a:r>
            <a:r>
              <a:rPr b="0" lang="hu-H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destul de lent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ă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She’s slow enough as it is.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5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Grăbiți-vă, copii! E șapte.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N-are rost să vă tot chem mereu.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Hurry up, children! Seven o’clock.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Now I don’t want to call you again.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5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GB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u mai pot indura.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u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nt atât de tineri și de frumoși.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 can’t bear it.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They’re so young and beautiful.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5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De ce au trebuit să îmbătrânească?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Mama, sunt aici. Sunt mare.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Why did they ever have to get old?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Mama, I’m here! I'm grown up!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5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Vă iubesc pe toți și totul. Nu mă pot uita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la toate acestea 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i să rămân indiferentă.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 love you all! I can’t look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at everything hard enough.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5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15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Bună dimineața, mamă.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Good morning, Mama.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5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144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Bună dimineața, mamă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, bună dimineața, tata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Good morning, Mama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, good morning, Papa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5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Așa, draga mea, îți doresc multă fericire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de ziua ta, fata mea.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Well, a very happy birthday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to my girl and many happy returns.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5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Pe masa din bucătărie te așteaptă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câteva daruri.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There are surprises waiting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for you on the kitchen table.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5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15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O, mamă, n-ar fi trebuit să...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Nu pot, nu pot...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Oh,</a:t>
            </a:r>
            <a:r>
              <a:rPr b="0" lang="hu-HU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Mama, you shouldn’t have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...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 can’t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...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I can’t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...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5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Dar ziua ta sau nu, trebuie să-ți mănânci </a:t>
            </a:r>
            <a:br>
              <a:rPr sz="1800"/>
            </a:br>
            <a:r>
              <a:rPr b="0" lang="hu-H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micul dejun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tot fără să te grăbești.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But birthday or no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birthday, I want you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to eat your breakfast good and slow.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5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Vreau să crești mare și să fii o fată voinică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sănătoasă.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 want you to grow up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be a good strong girl.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5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Pachetul acesta în hârtie albastră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 de la mătușa ta, Carrie;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That in the blue paper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is from your Aunt Carrie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5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și-mi închipui că știi cine ți-a adus albumul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de fotografii.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I reckon you can guess who brought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 post card album.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5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L-am găsit în prag,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când a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luat laptele...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 found it on the doorstep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when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 brought in the milk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…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5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George Gibbs trebuie să fi venit dimineața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în zori pe frigul ăsta...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George Gibbs— must come over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in the cold — nice of him.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..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5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George, u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itasem asta...</a:t>
            </a:r>
            <a:br>
              <a:rPr sz="1800"/>
            </a:b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George,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I’d forgotten that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...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5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Mestecă șunca aia fără să te grăbești.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Chew that bacon 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slow and well.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5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O să-ți țină de cald într-o zi friguroasă ca asta.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It’ll help keep you warm on a cold day.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5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amă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…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uită-te o dată la mine, ca și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cum m-ai vedea cu adevărat.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Mama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…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look at me one minute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as though you really saw me.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5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Mamă, au trecut de-atunci paisprezece ani.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Eu am murit. Tu ești bunică, mamă.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Mama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,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f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ourteen years have gone by!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I’m dead!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You’re a grandmother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, Mama.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5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M-am măritat cu George Gibbs, mamă.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Wally a murit.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Mama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,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 married George Gibbs, Mama!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Wally’s dead, too.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5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 avut o infecție la apendice în timpul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unei excursii.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Mama! His appendix burst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on a camping trip.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5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Ne-a fost tare greu atunci,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nu-ți aduci aminte?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We felt terrible,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don’t you remember?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5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Dar pentru o clipă suntem cu toții împreună.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Mamă, doar pentru o clipă suntem fericiți.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But, just for a moment now we’re all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together— Mama, let’s be happy—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5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Hai să ne uităm una la cealaltă!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Let’s look at one another!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5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Pachetul acela în h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â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rtie galbenă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 un lucru pe care l-am găsit în pod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That in the yellow paper is something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 found in the attic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5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printre lucrurile bunicii tale.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among your grandmother’s things.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5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Ești de ajuns de mare ca să-i porti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m-am g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â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ndit că o să-ți placă.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You’re old enough to wear it now,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and I thought you’d like it.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5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asta-i de la tine. O, mamă, ce frumos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 și tocmai ce mi-am dorit!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this is from you! Why, Mama, it’s just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what I wanted. It's beautiful!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5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Mătușa ta, Norah, n-a putut să-l găsească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în Conc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o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rd, așa că a trebuit să trimit după el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Your Aunt Norah couldn’t find one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in Concord so I had to send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5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tocmai la Boston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.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Wally ți-a pregătit ceva.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all the way to Boston.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Wally has something for you, too.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5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L-a făcut în timpul orelor de lucru manual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ia scoală și-i foarte mândru.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He made it at Manual Training class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he’s very proud of it.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5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ai grijă să-i pretuiești darul cum trebuie.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Tatăl tău are o surpriză pentru tine;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Be sure you make a big fuss.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Your father has a surprise for you, too;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5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nu știu nici eu ce-o fi. </a:t>
            </a:r>
            <a:br>
              <a:rPr sz="1800"/>
            </a:b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Șș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t... uite-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l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că vine.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don’t know what it is myself.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Sh—here he comes.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5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15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Unde e fata mea?</a:t>
            </a:r>
            <a:br>
              <a:rPr sz="1800"/>
            </a:b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La mulți ani fericiți, Emily!</a:t>
            </a:r>
            <a:br>
              <a:rPr sz="1800"/>
            </a:b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Where</a:t>
            </a:r>
            <a:r>
              <a:rPr b="0" lang="en-GB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’s my birthday girl?</a:t>
            </a:r>
            <a:br>
              <a:rPr sz="1800"/>
            </a:b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Happy birthday, Emily!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5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144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i="1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Mulți ani trăiască...</a:t>
            </a:r>
            <a:br>
              <a:rPr sz="1800"/>
            </a:br>
            <a:r>
              <a:rPr b="0" i="1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Happy birthday to you...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5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Nu pot, nu mai pot continua.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Totul merge atât de repede.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 can’t go on!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It goes so fast.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5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Nici n-avem vreme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să ne uităm unul la celălalt.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We don’t have time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to look at one another.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5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Nu mi-am dat seama.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 didn’t realize.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5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Va să zică așa se întâmplau toate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niciodată nu mi-am dat seama că e așa.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So all that was going on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we never noticed!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5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15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Ia-mă înapoi... acolo sus pe deal...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la morm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â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ntul meu.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Take me back—up the hill—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to my grave.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5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15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hu-H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Nu. A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șteaptă</a:t>
            </a:r>
            <a:r>
              <a:rPr b="0" lang="hu-H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pu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țin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! </a:t>
            </a:r>
            <a:br>
              <a:rPr sz="1800"/>
            </a:br>
            <a:r>
              <a:rPr b="0" lang="hu-HU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No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.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ait!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5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15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Î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ncă o privire.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One more look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.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56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156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Adio, adio, lume.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Goodbye, </a:t>
            </a:r>
            <a:r>
              <a:rPr b="0" lang="hu-HU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goodbye,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world</a:t>
            </a:r>
            <a:r>
              <a:rPr b="0" lang="hu-HU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56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Adio, Grover’s Corners...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Goodbye, Grover’s Corners</a:t>
            </a:r>
            <a:r>
              <a:rPr b="0" lang="hu-HU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...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56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mamă și tată...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Mama and Papa</a:t>
            </a:r>
            <a:r>
              <a:rPr b="0" lang="hu-HU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...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56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Adio, </a:t>
            </a:r>
            <a:r>
              <a:rPr b="0" lang="hu-H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tic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ăit de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ceas...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Goodbye to clocks ticking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...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56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dragul meu nuc și floarea-soarelui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din grădina mamei... mâncare și cafea...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my butternut tree! and Mama’s sunflowers—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food and coffee—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56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144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GB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slănina mereu prinsă de fundul tigăii…</a:t>
            </a:r>
            <a:br>
              <a:rPr sz="1800"/>
            </a:br>
            <a:r>
              <a:rPr b="0" lang="en-GB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bacon that always got burnt onto the pan…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56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adio rochii călcate proaspăt și băi calde...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new-ironed dresses and hot baths—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57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adio dormit și sculat!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sleeping and waking up!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57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O, lume… ești mult prea minunată ca oamenii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să-și poată da seama de asta vreodată.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Oh, earth… you’re too wonderful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for anyone to realize you!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57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157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Există oare vreo ființă omenească care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să-și fi dat seama vreodată ce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înseamnâ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viața,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Do any human beings ever realize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life while they live it—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57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atâta vreme cât o trăiește...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ce înseamnă fiecare, fiecare minut?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every, every minute?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57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Nu. Sfinții și poeții, poate... Uneori.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No— Saints and poets maybe—they do some.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57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157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Putem să mergem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I’m ready to go back.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57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157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144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Ai fost fericită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, Emily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Were you happy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, Emily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?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58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158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Nu... ar fi trebuit să te ascult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, Mamă Gibbs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Așa sunt toți oamenii! Orbi.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No. I should have listened to you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, Mother Gibbs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That’s all human beings are!—Just blind people.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58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158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Uite, se înseninează.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Au apărut stelele.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Look, 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 sky</a:t>
            </a:r>
            <a:r>
              <a:rPr b="0" lang="en-GB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’s getting clear.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 stars are coming out.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58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omnule Stimson,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aș 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f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i trebuit să-i ascult.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Mr. Stimson,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 should have listened to them.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58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cuma ști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. Acuma ști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!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st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 însemna să fii în viață. </a:t>
            </a:r>
            <a:br>
              <a:rPr sz="1800"/>
            </a:b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N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ow 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she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know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s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. Now 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she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know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s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: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that’s what it was to be alive.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58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Să te miști învăluit într-un nor de ignoranță;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să te miști de colo până colo,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To move about in a cloud of ignorance;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to go up and down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58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călc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â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nd în picioare sentimentele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celor</a:t>
            </a:r>
            <a:r>
              <a:rPr b="0" lang="hu-H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din jurul tău.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trampling on the feelings of those—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of those about you.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58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Să-ți pierzi și să-ți irosești timpul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de parcă ai fi avut milioane de ani la dispoziție.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To spend and waste time as though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you had a million years.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58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159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Să fii întotdeauna supus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unei pasiuni egoiste.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To be always at the mercy of one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self-centered passion, or another.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59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hu-H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ceasta e fericita existență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în care voia</a:t>
            </a:r>
            <a:r>
              <a:rPr b="0" lang="hu-H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i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să </a:t>
            </a:r>
            <a:r>
              <a:rPr b="0" lang="hu-H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ste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înto</a:t>
            </a:r>
            <a:r>
              <a:rPr b="0" lang="hu-H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arc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i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. Acum ști</a:t>
            </a:r>
            <a:r>
              <a:rPr b="0" lang="hu-H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i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... </a:t>
            </a:r>
            <a:br>
              <a:rPr sz="1800"/>
            </a:br>
            <a:r>
              <a:rPr b="0" lang="hu-HU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hat’s the ’’happy” existence 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you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wanted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to go back to. Now 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you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know</a:t>
            </a:r>
            <a:r>
              <a:rPr b="0" lang="hu-HU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...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59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Ignoranță și orbire.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Ignorance and blindness</a:t>
            </a:r>
            <a:r>
              <a:rPr b="0" lang="hu-HU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59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159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Simon Stimson, ăsta nu-i tot adevărul,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o știi prea bine.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That ain’t the whole truth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you know it, Simon Stimson.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59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Emily, uită-te la steaua aceea de sus.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Am uitat cum îi spune.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Emily, look at that star.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 forget its name.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59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159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Băiatul meu, Joel, era marinar...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le știa pe toate...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My boy Joel was a sailor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—knew </a:t>
            </a:r>
            <a:r>
              <a:rPr b="0" lang="hu-HU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em all.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59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Stătea seara în prag și spunea cum se numește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fiecare din ele. 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Într-adevăr, a fost minunat.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He’d sit on the porch evenin’s and tell </a:t>
            </a:r>
            <a:br>
              <a:rPr sz="1800"/>
            </a:br>
            <a:r>
              <a:rPr b="0" lang="hu-HU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em all by name. 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It was wonderful for sure.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59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hu-H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O stea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r>
              <a:rPr b="0" lang="hu-H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o foarte bună tovărășie.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 star’s mighty good company.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60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Da, așa e.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Yes</a:t>
            </a:r>
            <a:r>
              <a:rPr b="0" lang="hu-HU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, it is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60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144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hu-H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Iat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ă, v</a:t>
            </a:r>
            <a:r>
              <a:rPr b="0" lang="en-GB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ine unul dintre ei.</a:t>
            </a:r>
            <a:br>
              <a:rPr sz="1800"/>
            </a:br>
            <a:r>
              <a:rPr b="0" lang="en-GB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Here comes one of them.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60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Ciudat. Acuma nu-i timpul ca vreunul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din ei să vină aici. Dumnezeule!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That’s funny! </a:t>
            </a:r>
            <a:r>
              <a:rPr b="0" lang="hu-HU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It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ain’t no time for </a:t>
            </a:r>
            <a:br>
              <a:rPr sz="1800"/>
            </a:b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em to be here.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Goodness sakes!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60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Mamă Gibbs, e George.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Mother Gibbs! It’s George!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60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Taci, draga mea. Odihnește-te.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Sh-h, dear. Just rest yourself.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60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144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 George.</a:t>
            </a:r>
            <a:br>
              <a:rPr sz="1800"/>
            </a:b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It</a:t>
            </a:r>
            <a:r>
              <a:rPr b="0" lang="en-GB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’s George.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60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băiatul meu, Joel, care știa numele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tuturor stelelor... îmi zicea că i-a trebuit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And my Joel, who knew the stars—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he used to say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60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licăririi aceleia de lumină milioane de ani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ca să ajungă până la noi.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it took millions of years for that little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speck o’ light to git down to earth.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60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hu-HU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șa spunea el... milioane de ani.</a:t>
            </a:r>
            <a:br>
              <a:rPr sz="1800"/>
            </a:br>
            <a:r>
              <a:rPr b="0" lang="hu-HU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hat's what he used to say</a:t>
            </a:r>
            <a:r>
              <a:rPr b="0" lang="hu-HU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...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millions of years.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60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Dumnezeule! Asta nu-i o purtare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de om în toată firea.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Goodness!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That ain’t no way to behave.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6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Acuma ar trebui să fie acasă.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He ought to be home.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6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–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Mamă Gibbs?</a:t>
            </a:r>
            <a:br>
              <a:rPr sz="1800"/>
            </a:b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– Da, Emily? </a:t>
            </a:r>
            <a:br>
              <a:rPr sz="1800"/>
            </a:b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–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Mother Gibbs?</a:t>
            </a:r>
            <a:br>
              <a:rPr sz="1800"/>
            </a:b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– Yes, Emily?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6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Ei nu pot 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î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nțelege, mei așa?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Nu, draga mea. Ei nu pot înțelege.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They don’t—understand—do they?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–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No, dear. They don’t understand.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6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16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Toată lumea a adormit în Grover’s Corners.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Most everybody’s asleep in Grover’s Corners.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6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16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Au rămas aprinse câteva lumini: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There are a few lights on;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6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la depou, Shorty Hawkins, care s-a uitat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cum trece trenul d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in Boston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Shorty Hawkins, down at the depot,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just watched the 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Boston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train go by.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6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Din 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hambarul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lui Ellerey Greenough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se aud 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voci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.</a:t>
            </a:r>
            <a:br>
              <a:rPr sz="1800"/>
            </a:b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Voices </a:t>
            </a: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can be heard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from Ellerey Greenough's barn.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6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Da, se înseninează. S-au ivit stelele...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făc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â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ndu-și drumul lor,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Yes, it’s clearing up. There are the stars—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 </a:t>
            </a:r>
            <a:br>
              <a:rPr sz="1800"/>
            </a:br>
            <a:r>
              <a:rPr b="0" lang="en-GB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making their way,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6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străvechiul lor drum pe bolta cerului.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Savanții nu s-au lămurit încă, </a:t>
            </a:r>
            <a:br>
              <a:rPr sz="1800"/>
            </a:br>
            <a:r>
              <a:rPr b="0" lang="en-GB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their ancient way across the vault of </a:t>
            </a: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 sky</a:t>
            </a:r>
            <a:r>
              <a:rPr b="0" lang="en-GB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Scholars haven’t settled the matter yet,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6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8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dar după c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â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 se pare pe aceste stele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nu există ființe vii.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but they seem to think there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are no living beings up there.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6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9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Numai roci... sau foc.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Just chalk—or fire.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6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0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16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1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Numai steaua aceasta se străduie mereu,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mergând mereu mai departe, pentru a realiza ceva.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Only this one is straining away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to make something of itself.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6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2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Și strădania ei e at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â</a:t>
            </a: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 de intensă, încât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la fiecare șaisprezece ore se culcă și doarme.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The strain’s so great that every sixteen hours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everybody lies down and gets a rest.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6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3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slides/slide16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4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E ora unsprezece</a:t>
            </a:r>
            <a:r>
              <a:rPr b="0" lang="en-GB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în Grover's Corners. </a:t>
            </a:r>
            <a:br>
              <a:rPr sz="1800"/>
            </a:b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Toată lumea merge la culcare.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Eleven o’clock in Grover’s Corners.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Everybody’s </a:t>
            </a:r>
            <a:r>
              <a:rPr b="0" lang="hu-HU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goes to sleep.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6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5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144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GB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M</a:t>
            </a:r>
            <a:r>
              <a:rPr b="0" lang="ro-RO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âine începe o nouă zi.</a:t>
            </a:r>
            <a:br>
              <a:rPr sz="1800"/>
            </a:br>
            <a:r>
              <a:rPr b="0" lang="ro-RO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Tomorrow starts a new day.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6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6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132120" tIns="50760" bIns="50760" anchor="ctr">
            <a:noAutofit/>
          </a:bodyPr>
          <a:p>
            <a:pPr marL="39600" indent="0" algn="ctr">
              <a:lnSpc>
                <a:spcPct val="100000"/>
              </a:lnSpc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Duceți-vă și dumneavoastră să vă odihniți: 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Noapte bună.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You get a good rest too. </a:t>
            </a:r>
            <a:br>
              <a:rPr sz="1800"/>
            </a:br>
            <a:r>
              <a:rPr b="0" lang="en-US" sz="1800" strike="noStrike" u="none">
                <a:solidFill>
                  <a:srgbClr val="ffff00"/>
                </a:solidFill>
                <a:effectLst/>
                <a:uFillTx/>
                <a:latin typeface="Arial"/>
              </a:rPr>
              <a:t>Good night. 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 Bold"/>
            </a:endParaRPr>
          </a:p>
        </p:txBody>
      </p:sp>
    </p:spTree>
  </p:cSld>
</p:sld>
</file>

<file path=ppt/slides/slide16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7" name="PlaceHolder 1"/>
          <p:cNvSpPr>
            <a:spLocks noGrp="1"/>
          </p:cNvSpPr>
          <p:nvPr>
            <p:ph type="title"/>
          </p:nvPr>
        </p:nvSpPr>
        <p:spPr>
          <a:xfrm>
            <a:off x="0" y="5181120"/>
            <a:ext cx="9144000" cy="1536840"/>
          </a:xfrm>
          <a:prstGeom prst="rect">
            <a:avLst/>
          </a:prstGeom>
          <a:noFill/>
          <a:ln w="0">
            <a:noFill/>
          </a:ln>
        </p:spPr>
        <p:txBody>
          <a:bodyPr lIns="50760" rIns="90000" tIns="50760" bIns="50760" anchor="ctr">
            <a:spAutoFit/>
          </a:bodyPr>
          <a:p>
            <a:pPr marL="39600" indent="0" algn="ctr">
              <a:buNone/>
              <a:tabLst>
                <a:tab algn="l" pos="0"/>
                <a:tab algn="l" pos="914400"/>
                <a:tab algn="l" pos="1828800"/>
                <a:tab algn="l" pos="2743200"/>
                <a:tab algn="l" pos="3657600"/>
                <a:tab algn="l" pos="4572000"/>
                <a:tab algn="l" pos="5486400"/>
                <a:tab algn="l" pos="6400800"/>
                <a:tab algn="l" pos="7315200"/>
                <a:tab algn="l" pos="8229600"/>
                <a:tab algn="l" pos="9144000"/>
                <a:tab algn="l" pos="10058400"/>
              </a:tabLst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1341</TotalTime>
  <Application>LibreOffice/25.8.3.2$MacOSX_AARCH64 LibreOffice_project/8ca8d55c161d602844f5428fa4b58097424e324e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KINGA</dc:creator>
  <dc:description/>
  <cp:keywords/>
  <dc:language>en-US</dc:language>
  <cp:lastModifiedBy>Marketing9020</cp:lastModifiedBy>
  <dcterms:modified xsi:type="dcterms:W3CDTF">2025-07-07T08:57:58Z</dcterms:modified>
  <cp:revision>158</cp:revision>
  <dc:subject/>
  <dc:title>Slide 1</dc:title>
</cp:coreProperties>
</file>