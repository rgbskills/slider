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880.xml" ContentType="application/vnd.openxmlformats-officedocument.presentationml.slide+xml"/>
  <Override PartName="/ppt/slides/slide937.xml" ContentType="application/vnd.openxmlformats-officedocument.presentationml.slide+xml"/>
  <Override PartName="/ppt/slides/slide660.xml" ContentType="application/vnd.openxmlformats-officedocument.presentationml.slide+xml"/>
  <Override PartName="/ppt/slides/slide1343.xml" ContentType="application/vnd.openxmlformats-officedocument.presentationml.slide+xml"/>
  <Override PartName="/ppt/slides/slide263.xml" ContentType="application/vnd.openxmlformats-officedocument.presentationml.slide+xml"/>
  <Override PartName="/ppt/slides/slide69.xml" ContentType="application/vnd.openxmlformats-officedocument.presentationml.slide+xml"/>
  <Override PartName="/ppt/slides/slide351.xml" ContentType="application/vnd.openxmlformats-officedocument.presentationml.slide+xml"/>
  <Override PartName="/ppt/slides/slide159.xml" ContentType="application/vnd.openxmlformats-officedocument.presentationml.slide+xml"/>
  <Override PartName="/ppt/slides/slide581.xml" ContentType="application/vnd.openxmlformats-officedocument.presentationml.slide+xml"/>
  <Override PartName="/ppt/slides/slide1264.xml" ContentType="application/vnd.openxmlformats-officedocument.presentationml.slide+xml"/>
  <Override PartName="/ppt/slides/slide182.xml" ContentType="application/vnd.openxmlformats-officedocument.presentationml.slide+xml"/>
  <Override PartName="/ppt/slides/slide652.xml" ContentType="application/vnd.openxmlformats-officedocument.presentationml.slide+xml"/>
  <Override PartName="/ppt/slides/slide963.xml" ContentType="application/vnd.openxmlformats-officedocument.presentationml.slide+xml"/>
  <Override PartName="/ppt/slides/slide18.xml" ContentType="application/vnd.openxmlformats-officedocument.presentationml.slide+xml"/>
  <Override PartName="/ppt/slides/slide659.xml" ContentType="application/vnd.openxmlformats-officedocument.presentationml.slide+xml"/>
  <Override PartName="/ppt/slides/slide882.xml" ContentType="application/vnd.openxmlformats-officedocument.presentationml.slide+xml"/>
  <Override PartName="/ppt/slides/slide572.xml" ContentType="application/vnd.openxmlformats-officedocument.presentationml.slide+xml"/>
  <Override PartName="/ppt/slides/slide1255.xml" ContentType="application/vnd.openxmlformats-officedocument.presentationml.slide+xml"/>
  <Override PartName="/ppt/slides/slide1400.xml" ContentType="application/vnd.openxmlformats-officedocument.presentationml.slide+xml"/>
  <Override PartName="/ppt/slides/slide1256.xml" ContentType="application/vnd.openxmlformats-officedocument.presentationml.slide+xml"/>
  <Override PartName="/ppt/slides/slide7.xml" ContentType="application/vnd.openxmlformats-officedocument.presentationml.slide+xml"/>
  <Override PartName="/ppt/slides/slide575.xml" ContentType="application/vnd.openxmlformats-officedocument.presentationml.slide+xml"/>
  <Override PartName="/ppt/slides/slide1258.xml" ContentType="application/vnd.openxmlformats-officedocument.presentationml.slide+xml"/>
  <Override PartName="/ppt/slides/slide9.xml" ContentType="application/vnd.openxmlformats-officedocument.presentationml.slide+xml"/>
  <Override PartName="/ppt/slides/slide324.xml" ContentType="application/vnd.openxmlformats-officedocument.presentationml.slide+xml"/>
  <Override PartName="/ppt/slides/slide361.xml" ContentType="application/vnd.openxmlformats-officedocument.presentationml.slide+xml"/>
  <Override PartName="/ppt/slides/slide1044.xml" ContentType="application/vnd.openxmlformats-officedocument.presentationml.slide+xml"/>
  <Override PartName="/ppt/slides/slide591.xml" ContentType="application/vnd.openxmlformats-officedocument.presentationml.slide+xml"/>
  <Override PartName="/ppt/slides/slide653.xml" ContentType="application/vnd.openxmlformats-officedocument.presentationml.slide+xml"/>
  <Override PartName="/ppt/slides/slide265.xml" ContentType="application/vnd.openxmlformats-officedocument.presentationml.slide+xml"/>
  <Override PartName="/ppt/slides/slide316.xml" ContentType="application/vnd.openxmlformats-officedocument.presentationml.slide+xml"/>
  <Override PartName="/ppt/slides/slide13.xml" ContentType="application/vnd.openxmlformats-officedocument.presentationml.slide+xml"/>
  <Override PartName="/ppt/slides/slide266.xml" ContentType="application/vnd.openxmlformats-officedocument.presentationml.slide+xml"/>
  <Override PartName="/ppt/slides/slide14.xml" ContentType="application/vnd.openxmlformats-officedocument.presentationml.slide+xml"/>
  <Override PartName="/ppt/slides/slide1338.xml" ContentType="application/vnd.openxmlformats-officedocument.presentationml.slide+xml"/>
  <Override PartName="/ppt/slides/slide261.xml" ContentType="application/vnd.openxmlformats-officedocument.presentationml.slide+xml"/>
  <Override PartName="/ppt/slides/slide960.xml" ContentType="application/vnd.openxmlformats-officedocument.presentationml.slide+xml"/>
  <Override PartName="/ppt/slides/slide15.xml" ContentType="application/vnd.openxmlformats-officedocument.presentationml.slide+xml"/>
  <Override PartName="/ppt/slides/slide1339.xml" ContentType="application/vnd.openxmlformats-officedocument.presentationml.slide+xml"/>
  <Override PartName="/ppt/slides/slide741.xml" ContentType="application/vnd.openxmlformats-officedocument.presentationml.slide+xml"/>
  <Override PartName="/ppt/slides/slide180.xml" ContentType="application/vnd.openxmlformats-officedocument.presentationml.slide+xml"/>
  <Override PartName="/ppt/slides/slide237.xml" ContentType="application/vnd.openxmlformats-officedocument.presentationml.slide+xml"/>
  <Override PartName="/ppt/slides/slide936.xml" ContentType="application/vnd.openxmlformats-officedocument.presentationml.slide+xml"/>
  <Override PartName="/ppt/slides/slide325.xml" ContentType="application/vnd.openxmlformats-officedocument.presentationml.slide+xml"/>
  <Override PartName="/ppt/slides/slide1347.xml" ContentType="application/vnd.openxmlformats-officedocument.presentationml.slide+xml"/>
  <Override PartName="/ppt/slides/slide270.xml" ContentType="application/vnd.openxmlformats-officedocument.presentationml.slide+xml"/>
  <Override PartName="/ppt/slides/slide665.xml" ContentType="application/vnd.openxmlformats-officedocument.presentationml.slide+xml"/>
  <Override PartName="/ppt/slides/slide750.xml" ContentType="application/vnd.openxmlformats-officedocument.presentationml.slide+xml"/>
  <Override PartName="/ppt/slides/slide500.xml" ContentType="application/vnd.openxmlformats-officedocument.presentationml.slide+xml"/>
  <Override PartName="/ppt/slides/slide272.xml" ContentType="application/vnd.openxmlformats-officedocument.presentationml.slide+xml"/>
  <Override PartName="/ppt/slides/slide971.xml" ContentType="application/vnd.openxmlformats-officedocument.presentationml.slide+xml"/>
  <Override PartName="/ppt/slides/slide667.xml" ContentType="application/vnd.openxmlformats-officedocument.presentationml.slide+xml"/>
  <Override PartName="/ppt/slides/slide972.xml" ContentType="application/vnd.openxmlformats-officedocument.presentationml.slide+xml"/>
  <Override PartName="/ppt/slides/slide973.xml" ContentType="application/vnd.openxmlformats-officedocument.presentationml.slide+xml"/>
  <Override PartName="/ppt/slides/slide974.xml" ContentType="application/vnd.openxmlformats-officedocument.presentationml.slide+xml"/>
  <Override PartName="/ppt/slides/slide507.xml" ContentType="application/vnd.openxmlformats-officedocument.presentationml.slide+xml"/>
  <Override PartName="/ppt/slides/slide311.xml" ContentType="application/vnd.openxmlformats-officedocument.presentationml.slide+xml"/>
  <Override PartName="/ppt/slides/slide276.xml" ContentType="application/vnd.openxmlformats-officedocument.presentationml.slide+xml"/>
  <Override PartName="/ppt/slides/slide110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674.xml" ContentType="application/vnd.openxmlformats-officedocument.presentationml.slide+xml"/>
  <Override PartName="/ppt/slides/slide337.xml" ContentType="application/vnd.openxmlformats-officedocument.presentationml.slide+xml"/>
  <Override PartName="/ppt/slides/slide675.xml" ContentType="application/vnd.openxmlformats-officedocument.presentationml.slide+xml"/>
  <Override PartName="/ppt/slides/slide262.xml" ContentType="application/vnd.openxmlformats-officedocument.presentationml.slide+xml"/>
  <Override PartName="/ppt/slides/slide1358.xml" ContentType="application/vnd.openxmlformats-officedocument.presentationml.slide+xml"/>
  <Override PartName="/ppt/slides/slide281.xml" ContentType="application/vnd.openxmlformats-officedocument.presentationml.slide+xml"/>
  <Override PartName="/ppt/slides/slide980.xml" ContentType="application/vnd.openxmlformats-officedocument.presentationml.slide+xml"/>
  <Override PartName="/ppt/slides/slide338.xml" ContentType="application/vnd.openxmlformats-officedocument.presentationml.slide+xml"/>
  <Override PartName="/ppt/slides/slide676.xml" ContentType="application/vnd.openxmlformats-officedocument.presentationml.slide+xml"/>
  <Override PartName="/ppt/slides/slide510.xml" ContentType="application/vnd.openxmlformats-officedocument.presentationml.slide+xml"/>
  <Override PartName="/ppt/slides/slide282.xml" ContentType="application/vnd.openxmlformats-officedocument.presentationml.slide+xml"/>
  <Override PartName="/ppt/slides/slide981.xml" ContentType="application/vnd.openxmlformats-officedocument.presentationml.slide+xml"/>
  <Override PartName="/ppt/slides/slide761.xml" ContentType="application/vnd.openxmlformats-officedocument.presentationml.slide+xml"/>
  <Override PartName="/ppt/slides/slide511.xml" ContentType="application/vnd.openxmlformats-officedocument.presentationml.slide+xml"/>
  <Override PartName="/ppt/slides/slide678.xml" ContentType="application/vnd.openxmlformats-officedocument.presentationml.slide+xml"/>
  <Override PartName="/ppt/slides/slide1009.xml" ContentType="application/vnd.openxmlformats-officedocument.presentationml.slide+xml"/>
  <Override PartName="/ppt/slides/slide185.xml" ContentType="application/vnd.openxmlformats-officedocument.presentationml.slide+xml"/>
  <Override PartName="/ppt/slides/slide284.xml" ContentType="application/vnd.openxmlformats-officedocument.presentationml.slide+xml"/>
  <Override PartName="/ppt/slides/slide983.xml" ContentType="application/vnd.openxmlformats-officedocument.presentationml.slide+xml"/>
  <Override PartName="/ppt/slides/slide516.xml" ContentType="application/vnd.openxmlformats-officedocument.presentationml.slide+xml"/>
  <Override PartName="/ppt/slides/slide679.xml" ContentType="application/vnd.openxmlformats-officedocument.presentationml.slide+xml"/>
  <Override PartName="/ppt/slides/slide186.xml" ContentType="application/vnd.openxmlformats-officedocument.presentationml.slide+xml"/>
  <Override PartName="/ppt/slides/slide285.xml" ContentType="application/vnd.openxmlformats-officedocument.presentationml.slide+xml"/>
  <Override PartName="/ppt/slides/slide39.xml" ContentType="application/vnd.openxmlformats-officedocument.presentationml.slide+xml"/>
  <Override PartName="/ppt/slides/slide487.xml" ContentType="application/vnd.openxmlformats-officedocument.presentationml.slide+xml"/>
  <Override PartName="/ppt/slides/slide1004.xml" ContentType="application/vnd.openxmlformats-officedocument.presentationml.slide+xml"/>
  <Override PartName="/ppt/slides/slide484.xml" ContentType="application/vnd.openxmlformats-officedocument.presentationml.slide+xml"/>
  <Override PartName="/ppt/slides/slide1167.xml" ContentType="application/vnd.openxmlformats-officedocument.presentationml.slide+xml"/>
  <Override PartName="/ppt/slides/slide3.xml" ContentType="application/vnd.openxmlformats-officedocument.presentationml.slide+xml"/>
  <Override PartName="/ppt/slides/slide1027.xml" ContentType="application/vnd.openxmlformats-officedocument.presentationml.slide+xml"/>
  <Override PartName="/ppt/slides/slide682.xml" ContentType="application/vnd.openxmlformats-officedocument.presentationml.slide+xml"/>
  <Override PartName="/ppt/slides/slide345.xml" ContentType="application/vnd.openxmlformats-officedocument.presentationml.slide+xml"/>
  <Override PartName="/ppt/slides/slide684.xml" ContentType="application/vnd.openxmlformats-officedocument.presentationml.slide+xml"/>
  <Override PartName="/ppt/slides/slide1367.xml" ContentType="application/vnd.openxmlformats-officedocument.presentationml.slide+xml"/>
  <Override PartName="/ppt/slides/slide1345.xml" ContentType="application/vnd.openxmlformats-officedocument.presentationml.slide+xml"/>
  <Override PartName="/ppt/slides/slide985.xml" ContentType="application/vnd.openxmlformats-officedocument.presentationml.slide+xml"/>
  <Override PartName="/ppt/slides/slide347.xml" ContentType="application/vnd.openxmlformats-officedocument.presentationml.slide+xml"/>
  <Override PartName="/ppt/slides/slide1202.xml" ContentType="application/vnd.openxmlformats-officedocument.presentationml.slide+xml"/>
  <Override PartName="/ppt/slides/slide291.xml" ContentType="application/vnd.openxmlformats-officedocument.presentationml.slide+xml"/>
  <Override PartName="/ppt/slides/slide348.xml" ContentType="application/vnd.openxmlformats-officedocument.presentationml.slide+xml"/>
  <Override PartName="/ppt/slides/slide770.xml" ContentType="application/vnd.openxmlformats-officedocument.presentationml.slide+xml"/>
  <Override PartName="/ppt/slides/slide349.xml" ContentType="application/vnd.openxmlformats-officedocument.presentationml.slide+xml"/>
  <Override PartName="/ppt/slides/slide687.xml" ContentType="application/vnd.openxmlformats-officedocument.presentationml.slide+xml"/>
  <Override PartName="/ppt/slides/slide1208.xml" ContentType="application/vnd.openxmlformats-officedocument.presentationml.slide+xml"/>
  <Override PartName="/ppt/slides/slide344.xml" ContentType="application/vnd.openxmlformats-officedocument.presentationml.slide+xml"/>
  <Override PartName="/ppt/slides/slide688.xml" ContentType="application/vnd.openxmlformats-officedocument.presentationml.slide+xml"/>
  <Override PartName="/ppt/slides/slide993.xml" ContentType="application/vnd.openxmlformats-officedocument.presentationml.slide+xml"/>
  <Override PartName="/ppt/slides/slide493.xml" ContentType="application/vnd.openxmlformats-officedocument.presentationml.slide+xml"/>
  <Override PartName="/ppt/slides/slide669.xml" ContentType="application/vnd.openxmlformats-officedocument.presentationml.slide+xml"/>
  <Override PartName="/ppt/slides/slide1176.xml" ContentType="application/vnd.openxmlformats-officedocument.presentationml.slide+xml"/>
  <Override PartName="/ppt/slides/slide295.xml" ContentType="application/vnd.openxmlformats-officedocument.presentationml.slide+xml"/>
  <Override PartName="/ppt/slides/slide994.xml" ContentType="application/vnd.openxmlformats-officedocument.presentationml.slide+xml"/>
  <Override PartName="/ppt/slides/slide331.xml" ContentType="application/vnd.openxmlformats-officedocument.presentationml.slide+xml"/>
  <Override PartName="/ppt/slides/slide497.xml" ContentType="application/vnd.openxmlformats-officedocument.presentationml.slide+xml"/>
  <Override PartName="/ppt/slides/slide1014.xml" ContentType="application/vnd.openxmlformats-officedocument.presentationml.slide+xml"/>
  <Override PartName="/ppt/slides/slide130.xml" ContentType="application/vnd.openxmlformats-officedocument.presentationml.slide+xml"/>
  <Override PartName="/ppt/slides/slide1037.xml" ContentType="application/vnd.openxmlformats-officedocument.presentationml.slide+xml"/>
  <Override PartName="/ppt/slides/slide692.xml" ContentType="application/vnd.openxmlformats-officedocument.presentationml.slide+xml"/>
  <Override PartName="/ppt/slides/slide1375.xml" ContentType="application/vnd.openxmlformats-officedocument.presentationml.slide+xml"/>
  <Override PartName="/ppt/slides/slide141.xml" ContentType="application/vnd.openxmlformats-officedocument.presentationml.slide+xml"/>
  <Override PartName="/ppt/slides/slide840.xml" ContentType="application/vnd.openxmlformats-officedocument.presentationml.slide+xml"/>
  <Override PartName="/ppt/slides/slide1038.xml" ContentType="application/vnd.openxmlformats-officedocument.presentationml.slide+xml"/>
  <Override PartName="/ppt/slides/slide807.xml" ContentType="application/vnd.openxmlformats-officedocument.presentationml.slide+xml"/>
  <Override PartName="/ppt/slides/slide526.xml" ContentType="application/vnd.openxmlformats-officedocument.presentationml.slide+xml"/>
  <Override PartName="/ppt/slides/slide1210.xml" ContentType="application/vnd.openxmlformats-officedocument.presentationml.slide+xml"/>
  <Override PartName="/ppt/slides/slide1376.xml" ContentType="application/vnd.openxmlformats-officedocument.presentationml.slide+xml"/>
  <Override PartName="/ppt/slides/slide841.xml" ContentType="application/vnd.openxmlformats-officedocument.presentationml.slide+xml"/>
  <Override PartName="/ppt/slides/slide1349.xml" ContentType="application/vnd.openxmlformats-officedocument.presentationml.slide+xml"/>
  <Override PartName="/ppt/slides/slide1039.xml" ContentType="application/vnd.openxmlformats-officedocument.presentationml.slide+xml"/>
  <Override PartName="/ppt/slides/slide694.xml" ContentType="application/vnd.openxmlformats-officedocument.presentationml.slide+xml"/>
  <Override PartName="/ppt/slides/slide1211.xml" ContentType="application/vnd.openxmlformats-officedocument.presentationml.slide+xml"/>
  <Override PartName="/ppt/slides/slide995.xml" ContentType="application/vnd.openxmlformats-officedocument.presentationml.slide+xml"/>
  <Override PartName="/ppt/slides/slide1377.xml" ContentType="application/vnd.openxmlformats-officedocument.presentationml.slide+xml"/>
  <Override PartName="/ppt/slides/slide1212.xml" ContentType="application/vnd.openxmlformats-officedocument.presentationml.slide+xml"/>
  <Override PartName="/ppt/slides/slide1378.xml" ContentType="application/vnd.openxmlformats-officedocument.presentationml.slide+xml"/>
  <Override PartName="/ppt/slides/slide144.xml" ContentType="application/vnd.openxmlformats-officedocument.presentationml.slide+xml"/>
  <Override PartName="/ppt/slides/slide843.xml" ContentType="application/vnd.openxmlformats-officedocument.presentationml.slide+xml"/>
  <Override PartName="/ppt/slides/slide520.xml" ContentType="application/vnd.openxmlformats-officedocument.presentationml.slide+xml"/>
  <Override PartName="/ppt/slides/slide780.xml" ContentType="application/vnd.openxmlformats-officedocument.presentationml.slide+xml"/>
  <Override PartName="/ppt/slides/slide696.xml" ContentType="application/vnd.openxmlformats-officedocument.presentationml.slide+xml"/>
  <Override PartName="/ppt/slides/slide1213.xml" ContentType="application/vnd.openxmlformats-officedocument.presentationml.slide+xml"/>
  <Override PartName="/ppt/slides/slide17.xml" ContentType="application/vnd.openxmlformats-officedocument.presentationml.slide+xml"/>
  <Override PartName="/ppt/slides/slide1379.xml" ContentType="application/vnd.openxmlformats-officedocument.presentationml.slide+xml"/>
  <Override PartName="/ppt/slides/slide145.xml" ContentType="application/vnd.openxmlformats-officedocument.presentationml.slide+xml"/>
  <Override PartName="/ppt/slides/slide781.xml" ContentType="application/vnd.openxmlformats-officedocument.presentationml.slide+xml"/>
  <Override PartName="/ppt/slides/slide689.xml" ContentType="application/vnd.openxmlformats-officedocument.presentationml.slide+xml"/>
  <Override PartName="/ppt/slides/slide1217.xml" ContentType="application/vnd.openxmlformats-officedocument.presentationml.slide+xml"/>
  <Override PartName="/ppt/slides/slide697.xml" ContentType="application/vnd.openxmlformats-officedocument.presentationml.slide+xml"/>
  <Override PartName="/ppt/slides/slide1401.xml" ContentType="application/vnd.openxmlformats-officedocument.presentationml.slide+xml"/>
  <Override PartName="/ppt/slides/slide120.xml" ContentType="application/vnd.openxmlformats-officedocument.presentationml.slide+xml"/>
  <Override PartName="/ppt/slides/slide531.xml" ContentType="application/vnd.openxmlformats-officedocument.presentationml.slide+xml"/>
  <Override PartName="/ppt/slides/slide842.xml" ContentType="application/vnd.openxmlformats-officedocument.presentationml.slide+xml"/>
  <Override PartName="/ppt/slides/slide146.xml" ContentType="application/vnd.openxmlformats-officedocument.presentationml.slide+xml"/>
  <Override PartName="/ppt/slides/slide806.xml" ContentType="application/vnd.openxmlformats-officedocument.presentationml.slide+xml"/>
  <Override PartName="/ppt/slides/slide536.xml" ContentType="application/vnd.openxmlformats-officedocument.presentationml.slide+xml"/>
  <Override PartName="/ppt/slides/slide1219.xml" ContentType="application/vnd.openxmlformats-officedocument.presentationml.slide+xml"/>
  <Override PartName="/ppt/slides/slide1216.xml" ContentType="application/vnd.openxmlformats-officedocument.presentationml.slide+xml"/>
  <Override PartName="/ppt/slides/slide148.xml" ContentType="application/vnd.openxmlformats-officedocument.presentationml.slide+xml"/>
  <Override PartName="/ppt/slides/slide847.xml" ContentType="application/vnd.openxmlformats-officedocument.presentationml.slide+xml"/>
  <Override PartName="/ppt/slides/slide92.xml" ContentType="application/vnd.openxmlformats-officedocument.presentationml.slide+xml"/>
  <Override PartName="/ppt/slides/slide473.xml" ContentType="application/vnd.openxmlformats-officedocument.presentationml.slide+xml"/>
  <Override PartName="/ppt/slides/slide1253.xml" ContentType="application/vnd.openxmlformats-officedocument.presentationml.slide+xml"/>
  <Override PartName="/ppt/slides/slide59.xml" ContentType="application/vnd.openxmlformats-officedocument.presentationml.slide+xml"/>
  <Override PartName="/ppt/slides/slide657.xml" ContentType="application/vnd.openxmlformats-officedocument.presentationml.slide+xml"/>
  <Override PartName="/ppt/slides/slide341.xml" ContentType="application/vnd.openxmlformats-officedocument.presentationml.slide+xml"/>
  <Override PartName="/ppt/slides/slide1024.xml" ContentType="application/vnd.openxmlformats-officedocument.presentationml.slide+xml"/>
  <Override PartName="/ppt/slides/slide147.xml" ContentType="application/vnd.openxmlformats-officedocument.presentationml.slide+xml"/>
  <Override PartName="/ppt/slides/slide149.xml" ContentType="application/vnd.openxmlformats-officedocument.presentationml.slide+xml"/>
  <Override PartName="/ppt/slides/slide848.xml" ContentType="application/vnd.openxmlformats-officedocument.presentationml.slide+xml"/>
  <Override PartName="/ppt/slides/slide93.xml" ContentType="application/vnd.openxmlformats-officedocument.presentationml.slide+xml"/>
  <Override PartName="/ppt/slides/slide1157.xml" ContentType="application/vnd.openxmlformats-officedocument.presentationml.slide+xml"/>
  <Override PartName="/ppt/slides/slide571.xml" ContentType="application/vnd.openxmlformats-officedocument.presentationml.slide+xml"/>
  <Override PartName="/ppt/slides/slide292.xml" ContentType="application/vnd.openxmlformats-officedocument.presentationml.slide+xml"/>
  <Override PartName="/ppt/slides/slide1254.xml" ContentType="application/vnd.openxmlformats-officedocument.presentationml.slide+xml"/>
  <Override PartName="/ppt/slides/slide207.xml" ContentType="application/vnd.openxmlformats-officedocument.presentationml.slide+xml"/>
  <Override PartName="/ppt/slides/slide906.xml" ContentType="application/vnd.openxmlformats-officedocument.presentationml.slide+xml"/>
  <Override PartName="/ppt/slides/slide792.xml" ContentType="application/vnd.openxmlformats-officedocument.presentationml.slide+xml"/>
  <Override PartName="/ppt/slides/slide1310.xml" ContentType="application/vnd.openxmlformats-officedocument.presentationml.slide+xml"/>
  <Override PartName="/ppt/slides/slide143.xml" ContentType="application/vnd.openxmlformats-officedocument.presentationml.slide+xml"/>
  <Override PartName="/ppt/slides/slide817.xml" ContentType="application/vnd.openxmlformats-officedocument.presentationml.slide+xml"/>
  <Override PartName="/ppt/slides/slide540.xml" ContentType="application/vnd.openxmlformats-officedocument.presentationml.slide+xml"/>
  <Override PartName="/ppt/slides/slide1223.xml" ContentType="application/vnd.openxmlformats-officedocument.presentationml.slide+xml"/>
  <Override PartName="/ppt/slides/slide209.xml" ContentType="application/vnd.openxmlformats-officedocument.presentationml.slide+xml"/>
  <Override PartName="/ppt/slides/slide794.xml" ContentType="application/vnd.openxmlformats-officedocument.presentationml.slide+xml"/>
  <Override PartName="/ppt/slides/slide506.xml" ContentType="application/vnd.openxmlformats-officedocument.presentationml.slide+xml"/>
  <Override PartName="/ppt/slides/slide119.xml" ContentType="application/vnd.openxmlformats-officedocument.presentationml.slide+xml"/>
  <Override PartName="/ppt/slides/slide1224.xml" ContentType="application/vnd.openxmlformats-officedocument.presentationml.slide+xml"/>
  <Override PartName="/ppt/slides/slide151.xml" ContentType="application/vnd.openxmlformats-officedocument.presentationml.slide+xml"/>
  <Override PartName="/ppt/slides/slide153.xml" ContentType="application/vnd.openxmlformats-officedocument.presentationml.slide+xml"/>
  <Override PartName="/ppt/slides/slide204.xml" ContentType="application/vnd.openxmlformats-officedocument.presentationml.slide+xml"/>
  <Override PartName="/ppt/slides/slide547.xml" ContentType="application/vnd.openxmlformats-officedocument.presentationml.slide+xml"/>
  <Override PartName="/ppt/slides/slide1257.xml" ContentType="application/vnd.openxmlformats-officedocument.presentationml.slide+xml"/>
  <Override PartName="/ppt/slides/slide903.xml" ContentType="application/vnd.openxmlformats-officedocument.presentationml.slide+xml"/>
  <Override PartName="/ppt/slides/slide1034.xml" ContentType="application/vnd.openxmlformats-officedocument.presentationml.slide+xml"/>
  <Override PartName="/ppt/slides/slide155.xml" ContentType="application/vnd.openxmlformats-officedocument.presentationml.slide+xml"/>
  <Override PartName="/ppt/slides/slide854.xml" ContentType="application/vnd.openxmlformats-officedocument.presentationml.slide+xml"/>
  <Override PartName="/ppt/slides/slide544.xml" ContentType="application/vnd.openxmlformats-officedocument.presentationml.slide+xml"/>
  <Override PartName="/ppt/slides/slide1227.xml" ContentType="application/vnd.openxmlformats-officedocument.presentationml.slide+xml"/>
  <Override PartName="/ppt/slides/slide855.xml" ContentType="application/vnd.openxmlformats-officedocument.presentationml.slide+xml"/>
  <Override PartName="/ppt/slides/slide545.xml" ContentType="application/vnd.openxmlformats-officedocument.presentationml.slide+xml"/>
  <Override PartName="/ppt/slides/slide1205.xml" ContentType="application/vnd.openxmlformats-officedocument.presentationml.slide+xml"/>
  <Override PartName="/ppt/slides/slide856.xml" ContentType="application/vnd.openxmlformats-officedocument.presentationml.slide+xml"/>
  <Override PartName="/ppt/slides/slide546.xml" ContentType="application/vnd.openxmlformats-officedocument.presentationml.slide+xml"/>
  <Override PartName="/ppt/slides/slide1229.xml" ContentType="application/vnd.openxmlformats-officedocument.presentationml.slide+xml"/>
  <Override PartName="/ppt/slides/slide350.xml" ContentType="application/vnd.openxmlformats-officedocument.presentationml.slide+xml"/>
  <Override PartName="/ppt/slides/slide1199.xml" ContentType="application/vnd.openxmlformats-officedocument.presentationml.slide+xml"/>
  <Override PartName="/ppt/slides/slide580.xml" ContentType="application/vnd.openxmlformats-officedocument.presentationml.slide+xml"/>
  <Override PartName="/ppt/slides/slide1263.xml" ContentType="application/vnd.openxmlformats-officedocument.presentationml.slide+xml"/>
  <Override PartName="/ppt/slides/slide160.xml" ContentType="application/vnd.openxmlformats-officedocument.presentationml.slide+xml"/>
  <Override PartName="/ppt/slides/slide217.xml" ContentType="application/vnd.openxmlformats-officedocument.presentationml.slide+xml"/>
  <Override PartName="/ppt/slides/slide108.xml" ContentType="application/vnd.openxmlformats-officedocument.presentationml.slide+xml"/>
  <Override PartName="/ppt/slides/slide532.xml" ContentType="application/vnd.openxmlformats-officedocument.presentationml.slide+xml"/>
  <Override PartName="/ppt/slides/slide916.xml" ContentType="application/vnd.openxmlformats-officedocument.presentationml.slide+xml"/>
  <Override PartName="/ppt/slides/slide826.xml" ContentType="application/vnd.openxmlformats-officedocument.presentationml.slide+xml"/>
  <Override PartName="/ppt/slides/slide917.xml" ContentType="application/vnd.openxmlformats-officedocument.presentationml.slide+xml"/>
  <Override PartName="/ppt/slides/slide1323.xml" ContentType="application/vnd.openxmlformats-officedocument.presentationml.slide+xml"/>
  <Override PartName="/ppt/slides/slide128.xml" ContentType="application/vnd.openxmlformats-officedocument.presentationml.slide+xml"/>
  <Override PartName="/ppt/slides/slide673.xml" ContentType="application/vnd.openxmlformats-officedocument.presentationml.slide+xml"/>
  <Override PartName="/ppt/slides/slide793.xml" ContentType="application/vnd.openxmlformats-officedocument.presentationml.slide+xml"/>
  <Override PartName="/ppt/slides/slide827.xml" ContentType="application/vnd.openxmlformats-officedocument.presentationml.slide+xml"/>
  <Override PartName="/ppt/slides/slide1399.xml" ContentType="application/vnd.openxmlformats-officedocument.presentationml.slide+xml"/>
  <Override PartName="/ppt/slides/slide1368.xml" ContentType="application/vnd.openxmlformats-officedocument.presentationml.slide+xml"/>
  <Override PartName="/ppt/slides/slide162.xml" ContentType="application/vnd.openxmlformats-officedocument.presentationml.slide+xml"/>
  <Override PartName="/ppt/slides/slide641.xml" ContentType="application/vnd.openxmlformats-officedocument.presentationml.slide+xml"/>
  <Override PartName="/ppt/slides/slide828.xml" ContentType="application/vnd.openxmlformats-officedocument.presentationml.slide+xml"/>
  <Override PartName="/ppt/slides/slide163.xml" ContentType="application/vnd.openxmlformats-officedocument.presentationml.slide+xml"/>
  <Override PartName="/ppt/slides/slide845.xml" ContentType="application/vnd.openxmlformats-officedocument.presentationml.slide+xml"/>
  <Override PartName="/ppt/slides/slide862.xml" ContentType="application/vnd.openxmlformats-officedocument.presentationml.slide+xml"/>
  <Override PartName="/ppt/slides/slide685.xml" ContentType="application/vnd.openxmlformats-officedocument.presentationml.slide+xml"/>
  <Override PartName="/ppt/slides/slide214.xml" ContentType="application/vnd.openxmlformats-officedocument.presentationml.slide+xml"/>
  <Override PartName="/ppt/slides/slide913.xml" ContentType="application/vnd.openxmlformats-officedocument.presentationml.slide+xml"/>
  <Override PartName="/ppt/slides/slide1235.xml" ContentType="application/vnd.openxmlformats-officedocument.presentationml.slide+xml"/>
  <Override PartName="/ppt/slides/slide553.xml" ContentType="application/vnd.openxmlformats-officedocument.presentationml.slide+xml"/>
  <Override PartName="/ppt/slides/slide1236.xml" ContentType="application/vnd.openxmlformats-officedocument.presentationml.slide+xml"/>
  <Override PartName="/ppt/slides/slide165.xml" ContentType="application/vnd.openxmlformats-officedocument.presentationml.slide+xml"/>
  <Override PartName="/ppt/slides/slide201.xml" ContentType="application/vnd.openxmlformats-officedocument.presentationml.slide+xml"/>
  <Override PartName="/ppt/slides/slide371.xml" ContentType="application/vnd.openxmlformats-officedocument.presentationml.slide+xml"/>
  <Override PartName="/ppt/slides/slide367.xml" ContentType="application/vnd.openxmlformats-officedocument.presentationml.slide+xml"/>
  <Override PartName="/ppt/slides/slide900.xml" ContentType="application/vnd.openxmlformats-officedocument.presentationml.slide+xml"/>
  <Override PartName="/ppt/slides/slide1047.xml" ContentType="application/vnd.openxmlformats-officedocument.presentationml.slide+xml"/>
  <Override PartName="/ppt/slides/slide365.xml" ContentType="application/vnd.openxmlformats-officedocument.presentationml.slide+xml"/>
  <Override PartName="/ppt/slides/slide1239.xml" ContentType="application/vnd.openxmlformats-officedocument.presentationml.slide+xml"/>
  <Override PartName="/ppt/slides/slide590.xml" ContentType="application/vnd.openxmlformats-officedocument.presentationml.slide+xml"/>
  <Override PartName="/ppt/slides/slide1273.xml" ContentType="application/vnd.openxmlformats-officedocument.presentationml.slide+xml"/>
  <Override PartName="/ppt/slides/slide1017.xml" ContentType="application/vnd.openxmlformats-officedocument.presentationml.slide+xml"/>
  <Override PartName="/ppt/slides/slide227.xml" ContentType="application/vnd.openxmlformats-officedocument.presentationml.slide+xml"/>
  <Override PartName="/ppt/slides/slide656.xml" ContentType="application/vnd.openxmlformats-officedocument.presentationml.slide+xml"/>
  <Override PartName="/ppt/slides/slide501.xml" ContentType="application/vnd.openxmlformats-officedocument.presentationml.slide+xml"/>
  <Override PartName="/ppt/slides/slide1225.xml" ContentType="application/vnd.openxmlformats-officedocument.presentationml.slide+xml"/>
  <Override PartName="/ppt/slides/slide926.xml" ContentType="application/vnd.openxmlformats-officedocument.presentationml.slide+xml"/>
  <Override PartName="/ppt/slides/slide329.xml" ContentType="application/vnd.openxmlformats-officedocument.presentationml.slide+xml"/>
  <Override PartName="/ppt/slides/slide1067.xml" ContentType="application/vnd.openxmlformats-officedocument.presentationml.slide+xml"/>
  <Override PartName="/ppt/slides/slide870.xml" ContentType="application/vnd.openxmlformats-officedocument.presentationml.slide+xml"/>
  <Override PartName="/ppt/slides/slide1068.xml" ContentType="application/vnd.openxmlformats-officedocument.presentationml.slide+xml"/>
  <Override PartName="/ppt/slides/slide463.xml" ContentType="application/vnd.openxmlformats-officedocument.presentationml.slide+xml"/>
  <Override PartName="/ppt/slides/slide1146.xml" ContentType="application/vnd.openxmlformats-officedocument.presentationml.slide+xml"/>
  <Override PartName="/ppt/slides/slide504.xml" ContentType="application/vnd.openxmlformats-officedocument.presentationml.slide+xml"/>
  <Override PartName="/ppt/slides/slide172.xml" ContentType="application/vnd.openxmlformats-officedocument.presentationml.slide+xml"/>
  <Override PartName="/ppt/slides/slide238.xml" ContentType="application/vnd.openxmlformats-officedocument.presentationml.slide+xml"/>
  <Override PartName="/ppt/slides/slide871.xml" ContentType="application/vnd.openxmlformats-officedocument.presentationml.slide+xml"/>
  <Override PartName="/ppt/slides/slide229.xml" ContentType="application/vnd.openxmlformats-officedocument.presentationml.slide+xml"/>
  <Override PartName="/ppt/slides/slide1007.xml" ContentType="application/vnd.openxmlformats-officedocument.presentationml.slide+xml"/>
  <Override PartName="/ppt/slides/slide10.xml" ContentType="application/vnd.openxmlformats-officedocument.presentationml.slide+xml"/>
  <Override PartName="/ppt/slides/slide1337.xml" ContentType="application/vnd.openxmlformats-officedocument.presentationml.slide+xml"/>
  <Override PartName="/ppt/slides/slide557.xml" ContentType="application/vnd.openxmlformats-officedocument.presentationml.slide+xml"/>
  <Override PartName="/ppt/slides/slide1334.xml" ContentType="application/vnd.openxmlformats-officedocument.presentationml.slide+xml"/>
  <Override PartName="/ppt/slides/slide384.xml" ContentType="application/vnd.openxmlformats-officedocument.presentationml.slide+xml"/>
  <Override PartName="/ppt/slides/slide83.xml" ContentType="application/vnd.openxmlformats-officedocument.presentationml.slide+xml"/>
  <Override PartName="/ppt/slides/slide1200.xml" ContentType="application/vnd.openxmlformats-officedocument.presentationml.slide+xml"/>
  <Override PartName="/ppt/slides/slide464.xml" ContentType="application/vnd.openxmlformats-officedocument.presentationml.slide+xml"/>
  <Override PartName="/ppt/slides/slide1147.xml" ContentType="application/vnd.openxmlformats-officedocument.presentationml.slide+xml"/>
  <Override PartName="/ppt/slides/slide139.xml" ContentType="application/vnd.openxmlformats-officedocument.presentationml.slide+xml"/>
  <Override PartName="/ppt/slides/slide838.xml" ContentType="application/vnd.openxmlformats-officedocument.presentationml.slide+xml"/>
  <Override PartName="/ppt/slides/slide561.xml" ContentType="application/vnd.openxmlformats-officedocument.presentationml.slide+xml"/>
  <Override PartName="/ppt/slides/slide1344.xml" ContentType="application/vnd.openxmlformats-officedocument.presentationml.slide+xml"/>
  <Override PartName="/ppt/slides/slide1218.xml" ContentType="application/vnd.openxmlformats-officedocument.presentationml.slide+xml"/>
  <Override PartName="/ppt/slides/slide872.xml" ContentType="application/vnd.openxmlformats-officedocument.presentationml.slide+xml"/>
  <Override PartName="/ppt/slides/slide873.xml" ContentType="application/vnd.openxmlformats-officedocument.presentationml.slide+xml"/>
  <Override PartName="/ppt/slides/slide1246.xml" ContentType="application/vnd.openxmlformats-officedocument.presentationml.slide+xml"/>
  <Override PartName="/ppt/slides/slide874.xml" ContentType="application/vnd.openxmlformats-officedocument.presentationml.slide+xml"/>
  <Override PartName="/ppt/slides/slide927.xml" ContentType="application/vnd.openxmlformats-officedocument.presentationml.slide+xml"/>
  <Override PartName="/ppt/slides/slide567.xml" ContentType="application/vnd.openxmlformats-officedocument.presentationml.slide+xml"/>
  <Override PartName="/ppt/slides/slide20.xml" ContentType="application/vnd.openxmlformats-officedocument.presentationml.slide+xml"/>
  <Override PartName="/ppt/slides/slide564.xml" ContentType="application/vnd.openxmlformats-officedocument.presentationml.slide+xml"/>
  <Override PartName="/ppt/slides/slide1247.xml" ContentType="application/vnd.openxmlformats-officedocument.presentationml.slide+xml"/>
  <Override PartName="/ppt/slides/slide377.xml" ContentType="application/vnd.openxmlformats-officedocument.presentationml.slide+xml"/>
  <Override PartName="/ppt/slides/slide374.xml" ContentType="application/vnd.openxmlformats-officedocument.presentationml.slide+xml"/>
  <Override PartName="/ppt/slides/slide176.xml" ContentType="application/vnd.openxmlformats-officedocument.presentationml.slide+xml"/>
  <Override PartName="/ppt/slides/slide565.xml" ContentType="application/vnd.openxmlformats-officedocument.presentationml.slide+xml"/>
  <Override PartName="/ppt/slides/slide184.xml" ContentType="application/vnd.openxmlformats-officedocument.presentationml.slide+xml"/>
  <Override PartName="/ppt/slides/slide346.xml" ContentType="application/vnd.openxmlformats-officedocument.presentationml.slide+xml"/>
  <Override PartName="/ppt/slides/slide375.xml" ContentType="application/vnd.openxmlformats-officedocument.presentationml.slide+xml"/>
  <Override PartName="/ppt/slides/slide327.xml" ContentType="application/vnd.openxmlformats-officedocument.presentationml.slide+xml"/>
  <Override PartName="/ppt/slides/slide1058.xml" ContentType="application/vnd.openxmlformats-officedocument.presentationml.slide+xml"/>
  <Override PartName="/ppt/slides/slide566.xml" ContentType="application/vnd.openxmlformats-officedocument.presentationml.slide+xml"/>
  <Override PartName="/ppt/slides/slide1249.xml" ContentType="application/vnd.openxmlformats-officedocument.presentationml.slide+xml"/>
  <Override PartName="/ppt/slides/slide370.xml" ContentType="application/vnd.openxmlformats-officedocument.presentationml.slide+xml"/>
  <Override PartName="/ppt/slides/slide1053.xml" ContentType="application/vnd.openxmlformats-officedocument.presentationml.slide+xml"/>
  <Override PartName="/ppt/slides/slide410.xml" ContentType="application/vnd.openxmlformats-officedocument.presentationml.slide+xml"/>
  <Override PartName="/ppt/slides/slide380.xml" ContentType="application/vnd.openxmlformats-officedocument.presentationml.slide+xml"/>
  <Override PartName="/ppt/slides/slide4.xml" ContentType="application/vnd.openxmlformats-officedocument.presentationml.slide+xml"/>
  <Override PartName="/ppt/slides/slide224.xml" ContentType="application/vnd.openxmlformats-officedocument.presentationml.slide+xml"/>
  <Override PartName="/ppt/slides/slide387.xml" ContentType="application/vnd.openxmlformats-officedocument.presentationml.slide+xml"/>
  <Override PartName="/ppt/slides/slide381.xml" ContentType="application/vnd.openxmlformats-officedocument.presentationml.slide+xml"/>
  <Override PartName="/ppt/slides/slide5.xml" ContentType="application/vnd.openxmlformats-officedocument.presentationml.slide+xml"/>
  <Override PartName="/ppt/slides/slide890.xml" ContentType="application/vnd.openxmlformats-officedocument.presentationml.slide+xml"/>
  <Override PartName="/ppt/slides/slide947.xml" ContentType="application/vnd.openxmlformats-officedocument.presentationml.slide+xml"/>
  <Override PartName="/ppt/slides/slide670.xml" ContentType="application/vnd.openxmlformats-officedocument.presentationml.slide+xml"/>
  <Override PartName="/ppt/slides/slide891.xml" ContentType="application/vnd.openxmlformats-officedocument.presentationml.slide+xml"/>
  <Override PartName="/ppt/slides/slide30.xml" ContentType="application/vnd.openxmlformats-officedocument.presentationml.slide+xml"/>
  <Override PartName="/ppt/slides/slide577.xml" ContentType="application/vnd.openxmlformats-officedocument.presentationml.slide+xml"/>
  <Override PartName="/ppt/slides/slide411.xml" ContentType="application/vnd.openxmlformats-officedocument.presentationml.slide+xml"/>
  <Override PartName="/ppt/slides/slide1354.xml" ContentType="application/vnd.openxmlformats-officedocument.presentationml.slide+xml"/>
  <Override PartName="/ppt/slides/slide892.xml" ContentType="application/vnd.openxmlformats-officedocument.presentationml.slide+xml"/>
  <Override PartName="/ppt/slides/slide1033.xml" ContentType="application/vnd.openxmlformats-officedocument.presentationml.slide+xml"/>
  <Override PartName="/ppt/slides/slide1057.xml" ContentType="application/vnd.openxmlformats-officedocument.presentationml.slide+xml"/>
  <Override PartName="/ppt/slides/slide195.xml" ContentType="application/vnd.openxmlformats-officedocument.presentationml.slide+xml"/>
  <Override PartName="/ppt/slides/slide894.xml" ContentType="application/vnd.openxmlformats-officedocument.presentationml.slide+xml"/>
  <Override PartName="/ppt/slides/slide686.xml" ContentType="application/vnd.openxmlformats-officedocument.presentationml.slide+xml"/>
  <Override PartName="/ppt/slides/slide1412.xml" ContentType="application/vnd.openxmlformats-officedocument.presentationml.slide+xml"/>
  <Override PartName="/ppt/slides/slide904.xml" ContentType="application/vnd.openxmlformats-officedocument.presentationml.slide+xml"/>
  <Override PartName="/ppt/slides/slide368.xml" ContentType="application/vnd.openxmlformats-officedocument.presentationml.slide+xml"/>
  <Override PartName="/ppt/slides/slide202.xml" ContentType="application/vnd.openxmlformats-officedocument.presentationml.slide+xml"/>
  <Override PartName="/ppt/slides/slide901.xml" ContentType="application/vnd.openxmlformats-officedocument.presentationml.slide+xml"/>
  <Override PartName="/ppt/slides/slide1355.xml" ContentType="application/vnd.openxmlformats-officedocument.presentationml.slide+xml"/>
  <Override PartName="/ppt/slides/slide362.xml" ContentType="application/vnd.openxmlformats-officedocument.presentationml.slide+xml"/>
  <Override PartName="/ppt/slides/slide206.xml" ContentType="application/vnd.openxmlformats-officedocument.presentationml.slide+xml"/>
  <Override PartName="/ppt/slides/slide902.xml" ContentType="application/vnd.openxmlformats-officedocument.presentationml.slide+xml"/>
  <Override PartName="/ppt/slides/slide791.xml" ContentType="application/vnd.openxmlformats-officedocument.presentationml.slide+xml"/>
  <Override PartName="/ppt/slides/slide1046.xml" ContentType="application/vnd.openxmlformats-officedocument.presentationml.slide+xml"/>
  <Override PartName="/ppt/slides/slide200.xml" ContentType="application/vnd.openxmlformats-officedocument.presentationml.slide+xml"/>
  <Override PartName="/ppt/slides/slide152.xml" ContentType="application/vnd.openxmlformats-officedocument.presentationml.slide+xml"/>
  <Override PartName="/ppt/slides/slide366.xml" ContentType="application/vnd.openxmlformats-officedocument.presentationml.slide+xml"/>
  <Override PartName="/ppt/slides/slide228.xml" ContentType="application/vnd.openxmlformats-officedocument.presentationml.slide+xml"/>
  <Override PartName="/ppt/slides/slide914.xml" ContentType="application/vnd.openxmlformats-officedocument.presentationml.slide+xml"/>
  <Override PartName="/ppt/slides/slide378.xml" ContentType="application/vnd.openxmlformats-officedocument.presentationml.slide+xml"/>
  <Override PartName="/ppt/slides/slide992.xml" ContentType="application/vnd.openxmlformats-officedocument.presentationml.slide+xml"/>
  <Override PartName="/ppt/slides/slide166.xml" ContentType="application/vnd.openxmlformats-officedocument.presentationml.slide+xml"/>
  <Override PartName="/ppt/slides/slide911.xml" ContentType="application/vnd.openxmlformats-officedocument.presentationml.slide+xml"/>
  <Override PartName="/ppt/slides/slide372.xml" ContentType="application/vnd.openxmlformats-officedocument.presentationml.slide+xml"/>
  <Override PartName="/ppt/slides/slide379.xml" ContentType="application/vnd.openxmlformats-officedocument.presentationml.slide+xml"/>
  <Override PartName="/ppt/slides/slide213.xml" ContentType="application/vnd.openxmlformats-officedocument.presentationml.slide+xml"/>
  <Override PartName="/ppt/slides/slide912.xml" ContentType="application/vnd.openxmlformats-officedocument.presentationml.slide+xml"/>
  <Override PartName="/ppt/slides/slide373.xml" ContentType="application/vnd.openxmlformats-officedocument.presentationml.slide+xml"/>
  <Override PartName="/ppt/slides/slide1056.xml" ContentType="application/vnd.openxmlformats-officedocument.presentationml.slide+xml"/>
  <Override PartName="/ppt/slides/slide210.xml" ContentType="application/vnd.openxmlformats-officedocument.presentationml.slide+xml"/>
  <Override PartName="/ppt/slides/slide23.xml" ContentType="application/vnd.openxmlformats-officedocument.presentationml.slide+xml"/>
  <Override PartName="/ppt/slides/slide1059.xml" ContentType="application/vnd.openxmlformats-officedocument.presentationml.slide+xml"/>
  <Override PartName="/ppt/slides/slide924.xml" ContentType="application/vnd.openxmlformats-officedocument.presentationml.slide+xml"/>
  <Override PartName="/ppt/slides/slide222.xml" ContentType="application/vnd.openxmlformats-officedocument.presentationml.slide+xml"/>
  <Override PartName="/ppt/slides/slide672.xml" ContentType="application/vnd.openxmlformats-officedocument.presentationml.slide+xml"/>
  <Override PartName="/ppt/slides/slide921.xml" ContentType="application/vnd.openxmlformats-officedocument.presentationml.slide+xml"/>
  <Override PartName="/ppt/slides/slide382.xml" ContentType="application/vnd.openxmlformats-officedocument.presentationml.slide+xml"/>
  <Override PartName="/ppt/slides/slide503.xml" ContentType="application/vnd.openxmlformats-officedocument.presentationml.slide+xml"/>
  <Override PartName="/ppt/slides/slide844.xml" ContentType="application/vnd.openxmlformats-officedocument.presentationml.slide+xml"/>
  <Override PartName="/ppt/slides/slide1065.xml" ContentType="application/vnd.openxmlformats-officedocument.presentationml.slide+xml"/>
  <Override PartName="/ppt/slides/slide226.xml" ContentType="application/vnd.openxmlformats-officedocument.presentationml.slide+xml"/>
  <Override PartName="/ppt/slides/slide925.xml" ContentType="application/vnd.openxmlformats-officedocument.presentationml.slide+xml"/>
  <Override PartName="/ppt/slides/slide389.xml" ContentType="application/vnd.openxmlformats-officedocument.presentationml.slide+xml"/>
  <Override PartName="/ppt/slides/slide364.xml" ContentType="application/vnd.openxmlformats-officedocument.presentationml.slide+xml"/>
  <Override PartName="/ppt/slides/slide1077.xml" ContentType="application/vnd.openxmlformats-officedocument.presentationml.slide+xml"/>
  <Override PartName="/ppt/slides/slide775.xml" ContentType="application/vnd.openxmlformats-officedocument.presentationml.slide+xml"/>
  <Override PartName="/ppt/slides/slide390.xml" ContentType="application/vnd.openxmlformats-officedocument.presentationml.slide+xml"/>
  <Override PartName="/ppt/slides/slide1206.xml" ContentType="application/vnd.openxmlformats-officedocument.presentationml.slide+xml"/>
  <Override PartName="/ppt/slides/slide1386.xml" ContentType="application/vnd.openxmlformats-officedocument.presentationml.slide+xml"/>
  <Override PartName="/ppt/slides/slide977.xml" ContentType="application/vnd.openxmlformats-officedocument.presentationml.slide+xml"/>
  <Override PartName="/ppt/slides/slide933.xml" ContentType="application/vnd.openxmlformats-officedocument.presentationml.slide+xml"/>
  <Override PartName="/ppt/slides/slide231.xml" ContentType="application/vnd.openxmlformats-officedocument.presentationml.slide+xml"/>
  <Override PartName="/ppt/slides/_rels/slide746.xml.rels" ContentType="application/vnd.openxmlformats-package.relationships+xml"/>
  <Override PartName="/ppt/slides/_rels/slide1271.xml.rels" ContentType="application/vnd.openxmlformats-package.relationships+xml"/>
  <Override PartName="/ppt/slides/_rels/slide214.xml.rels" ContentType="application/vnd.openxmlformats-package.relationships+xml"/>
  <Override PartName="/ppt/slides/_rels/slide1408.xml.rels" ContentType="application/vnd.openxmlformats-package.relationships+xml"/>
  <Override PartName="/ppt/slides/_rels/slide51.xml.rels" ContentType="application/vnd.openxmlformats-package.relationships+xml"/>
  <Override PartName="/ppt/slides/_rels/slide522.xml.rels" ContentType="application/vnd.openxmlformats-package.relationships+xml"/>
  <Override PartName="/ppt/slides/_rels/slide1281.xml.rels" ContentType="application/vnd.openxmlformats-package.relationships+xml"/>
  <Override PartName="/ppt/slides/_rels/slide923.xml.rels" ContentType="application/vnd.openxmlformats-package.relationships+xml"/>
  <Override PartName="/ppt/slides/_rels/slide1422.xml.rels" ContentType="application/vnd.openxmlformats-package.relationships+xml"/>
  <Override PartName="/ppt/slides/_rels/slide609.xml.rels" ContentType="application/vnd.openxmlformats-package.relationships+xml"/>
  <Override PartName="/ppt/slides/_rels/slide922.xml.rels" ContentType="application/vnd.openxmlformats-package.relationships+xml"/>
  <Override PartName="/ppt/slides/_rels/slide223.xml.rels" ContentType="application/vnd.openxmlformats-package.relationships+xml"/>
  <Override PartName="/ppt/slides/_rels/slide747.xml.rels" ContentType="application/vnd.openxmlformats-package.relationships+xml"/>
  <Override PartName="/ppt/slides/_rels/slide1403.xml.rels" ContentType="application/vnd.openxmlformats-package.relationships+xml"/>
  <Override PartName="/ppt/slides/_rels/slide324.xml.rels" ContentType="application/vnd.openxmlformats-package.relationships+xml"/>
  <Override PartName="/ppt/slides/_rels/slide1429.xml.rels" ContentType="application/vnd.openxmlformats-package.relationships+xml"/>
  <Override PartName="/ppt/slides/_rels/slide607.xml.rels" ContentType="application/vnd.openxmlformats-package.relationships+xml"/>
  <Override PartName="/ppt/slides/_rels/slide328.xml.rels" ContentType="application/vnd.openxmlformats-package.relationships+xml"/>
  <Override PartName="/ppt/slides/_rels/slide1409.xml.rels" ContentType="application/vnd.openxmlformats-package.relationships+xml"/>
  <Override PartName="/ppt/slides/_rels/slide52.xml.rels" ContentType="application/vnd.openxmlformats-package.relationships+xml"/>
  <Override PartName="/ppt/slides/_rels/slide1407.xml.rels" ContentType="application/vnd.openxmlformats-package.relationships+xml"/>
  <Override PartName="/ppt/slides/_rels/slide1404.xml.rels" ContentType="application/vnd.openxmlformats-package.relationships+xml"/>
  <Override PartName="/ppt/slides/_rels/slide480.xml.rels" ContentType="application/vnd.openxmlformats-package.relationships+xml"/>
  <Override PartName="/ppt/slides/_rels/slide1322.xml.rels" ContentType="application/vnd.openxmlformats-package.relationships+xml"/>
  <Override PartName="/ppt/slides/_rels/slide1391.xml.rels" ContentType="application/vnd.openxmlformats-package.relationships+xml"/>
  <Override PartName="/ppt/slides/_rels/slide472.xml.rels" ContentType="application/vnd.openxmlformats-package.relationships+xml"/>
  <Override PartName="/ppt/slides/_rels/slide42.xml.rels" ContentType="application/vnd.openxmlformats-package.relationships+xml"/>
  <Override PartName="/ppt/slides/_rels/slide462.xml.rels" ContentType="application/vnd.openxmlformats-package.relationships+xml"/>
  <Override PartName="/ppt/slides/_rels/slide669.xml.rels" ContentType="application/vnd.openxmlformats-package.relationships+xml"/>
  <Override PartName="/ppt/slides/_rels/slide1331.xml.rels" ContentType="application/vnd.openxmlformats-package.relationships+xml"/>
  <Override PartName="/ppt/slides/_rels/slide225.xml.rels" ContentType="application/vnd.openxmlformats-package.relationships+xml"/>
  <Override PartName="/ppt/slides/_rels/slide1329.xml.rels" ContentType="application/vnd.openxmlformats-package.relationships+xml"/>
  <Override PartName="/ppt/slides/_rels/slide1270.xml.rels" ContentType="application/vnd.openxmlformats-package.relationships+xml"/>
  <Override PartName="/ppt/slides/_rels/slide379.xml.rels" ContentType="application/vnd.openxmlformats-package.relationships+xml"/>
  <Override PartName="/ppt/slides/_rels/slide1327.xml.rels" ContentType="application/vnd.openxmlformats-package.relationships+xml"/>
  <Override PartName="/ppt/slides/_rels/slide314.xml.rels" ContentType="application/vnd.openxmlformats-package.relationships+xml"/>
  <Override PartName="/ppt/slides/_rels/slide1262.xml.rels" ContentType="application/vnd.openxmlformats-package.relationships+xml"/>
  <Override PartName="/ppt/slides/_rels/slide1261.xml.rels" ContentType="application/vnd.openxmlformats-package.relationships+xml"/>
  <Override PartName="/ppt/slides/_rels/slide325.xml.rels" ContentType="application/vnd.openxmlformats-package.relationships+xml"/>
  <Override PartName="/ppt/slides/_rels/slide903.xml.rels" ContentType="application/vnd.openxmlformats-package.relationships+xml"/>
  <Override PartName="/ppt/slides/_rels/slide1419.xml.rels" ContentType="application/vnd.openxmlformats-package.relationships+xml"/>
  <Override PartName="/ppt/slides/_rels/slide492.xml.rels" ContentType="application/vnd.openxmlformats-package.relationships+xml"/>
  <Override PartName="/ppt/slides/_rels/slide369.xml.rels" ContentType="application/vnd.openxmlformats-package.relationships+xml"/>
  <Override PartName="/ppt/slides/_rels/slide1252.xml.rels" ContentType="application/vnd.openxmlformats-package.relationships+xml"/>
  <Override PartName="/ppt/slides/_rels/slide1308.xml.rels" ContentType="application/vnd.openxmlformats-package.relationships+xml"/>
  <Override PartName="/ppt/slides/_rels/slide32.xml.rels" ContentType="application/vnd.openxmlformats-package.relationships+xml"/>
  <Override PartName="/ppt/slides/_rels/slide1250.xml.rels" ContentType="application/vnd.openxmlformats-package.relationships+xml"/>
  <Override PartName="/ppt/slides/_rels/slide359.xml.rels" ContentType="application/vnd.openxmlformats-package.relationships+xml"/>
  <Override PartName="/ppt/slides/_rels/slide1222.xml.rels" ContentType="application/vnd.openxmlformats-package.relationships+xml"/>
  <Override PartName="/ppt/slides/_rels/slide1384.xml.rels" ContentType="application/vnd.openxmlformats-package.relationships+xml"/>
  <Override PartName="/ppt/slides/_rels/slide1383.xml.rels" ContentType="application/vnd.openxmlformats-package.relationships+xml"/>
  <Override PartName="/ppt/slides/_rels/slide326.xml.rels" ContentType="application/vnd.openxmlformats-package.relationships+xml"/>
  <Override PartName="/ppt/slides/_rels/slide1220.xml.rels" ContentType="application/vnd.openxmlformats-package.relationships+xml"/>
  <Override PartName="/ppt/slides/_rels/slide329.xml.rels" ContentType="application/vnd.openxmlformats-package.relationships+xml"/>
  <Override PartName="/ppt/slides/_rels/slide1241.xml.rels" ContentType="application/vnd.openxmlformats-package.relationships+xml"/>
  <Override PartName="/ppt/slides/_rels/slide309.xml.rels" ContentType="application/vnd.openxmlformats-package.relationships+xml"/>
  <Override PartName="/ppt/slides/_rels/slide1200.xml.rels" ContentType="application/vnd.openxmlformats-package.relationships+xml"/>
  <Override PartName="/ppt/slides/_rels/slide1342.xml.rels" ContentType="application/vnd.openxmlformats-package.relationships+xml"/>
  <Override PartName="/ppt/slides/_rels/slide1240.xml.rels" ContentType="application/vnd.openxmlformats-package.relationships+xml"/>
  <Override PartName="/ppt/slides/_rels/slide1280.xml.rels" ContentType="application/vnd.openxmlformats-package.relationships+xml"/>
  <Override PartName="/ppt/slides/_rels/slide308.xml.rels" ContentType="application/vnd.openxmlformats-package.relationships+xml"/>
  <Override PartName="/ppt/slides/_rels/slide441.xml.rels" ContentType="application/vnd.openxmlformats-package.relationships+xml"/>
  <Override PartName="/ppt/slides/_rels/slide1230.xml.rels" ContentType="application/vnd.openxmlformats-package.relationships+xml"/>
  <Override PartName="/ppt/slides/_rels/slide1393.xml.rels" ContentType="application/vnd.openxmlformats-package.relationships+xml"/>
  <Override PartName="/ppt/slides/_rels/slide1395.xml.rels" ContentType="application/vnd.openxmlformats-package.relationships+xml"/>
  <Override PartName="/ppt/slides/_rels/slide338.xml.rels" ContentType="application/vnd.openxmlformats-package.relationships+xml"/>
  <Override PartName="/ppt/slides/_rels/slide1232.xml.rels" ContentType="application/vnd.openxmlformats-package.relationships+xml"/>
  <Override PartName="/ppt/slides/_rels/slide1141.xml.rels" ContentType="application/vnd.openxmlformats-package.relationships+xml"/>
  <Override PartName="/ppt/slides/_rels/slide1394.xml.rels" ContentType="application/vnd.openxmlformats-package.relationships+xml"/>
  <Override PartName="/ppt/slides/_rels/slide337.xml.rels" ContentType="application/vnd.openxmlformats-package.relationships+xml"/>
  <Override PartName="/ppt/slides/_rels/slide1231.xml.rels" ContentType="application/vnd.openxmlformats-package.relationships+xml"/>
  <Override PartName="/ppt/slides/_rels/slide1135.xml.rels" ContentType="application/vnd.openxmlformats-package.relationships+xml"/>
  <Override PartName="/ppt/slides/_rels/slide1296.xml.rels" ContentType="application/vnd.openxmlformats-package.relationships+xml"/>
  <Override PartName="/ppt/slides/_rels/slide1125.xml.rels" ContentType="application/vnd.openxmlformats-package.relationships+xml"/>
  <Override PartName="/ppt/slides/_rels/slide40.xml.rels" ContentType="application/vnd.openxmlformats-package.relationships+xml"/>
  <Override PartName="/ppt/slides/_rels/slide677.xml.rels" ContentType="application/vnd.openxmlformats-package.relationships+xml"/>
  <Override PartName="/ppt/slides/_rels/slide1124.xml.rels" ContentType="application/vnd.openxmlformats-package.relationships+xml"/>
  <Override PartName="/ppt/slides/_rels/slide8.xml.rels" ContentType="application/vnd.openxmlformats-package.relationships+xml"/>
  <Override PartName="/ppt/slides/_rels/slide1283.xml.rels" ContentType="application/vnd.openxmlformats-package.relationships+xml"/>
  <Override PartName="/ppt/slides/_rels/slide925.xml.rels" ContentType="application/vnd.openxmlformats-package.relationships+xml"/>
  <Override PartName="/ppt/slides/_rels/slide213.xml.rels" ContentType="application/vnd.openxmlformats-package.relationships+xml"/>
  <Override PartName="/ppt/slides/_rels/slide226.xml.rels" ContentType="application/vnd.openxmlformats-package.relationships+xml"/>
  <Override PartName="/ppt/slides/_rels/slide1.xml.rels" ContentType="application/vnd.openxmlformats-package.relationships+xml"/>
  <Override PartName="/ppt/slides/_rels/slide1286.xml.rels" ContentType="application/vnd.openxmlformats-package.relationships+xml"/>
  <Override PartName="/ppt/slides/_rels/slide4.xml.rels" ContentType="application/vnd.openxmlformats-package.relationships+xml"/>
  <Override PartName="/ppt/slides/_rels/slide756.xml.rels" ContentType="application/vnd.openxmlformats-package.relationships+xml"/>
  <Override PartName="/ppt/slides/_rels/slide1397.xml.rels" ContentType="application/vnd.openxmlformats-package.relationships+xml"/>
  <Override PartName="/ppt/slides/_rels/slide552.xml.rels" ContentType="application/vnd.openxmlformats-package.relationships+xml"/>
  <Override PartName="/ppt/slides/_rels/slide551.xml.rels" ContentType="application/vnd.openxmlformats-package.relationships+xml"/>
  <Override PartName="/ppt/slides/_rels/slide1309.xml.rels" ContentType="application/vnd.openxmlformats-package.relationships+xml"/>
  <Override PartName="/ppt/slides/_rels/slide238.xml.rels" ContentType="application/vnd.openxmlformats-package.relationships+xml"/>
  <Override PartName="/ppt/slides/_rels/slide1392.xml.rels" ContentType="application/vnd.openxmlformats-package.relationships+xml"/>
  <Override PartName="/ppt/slides/_rels/slide1132.xml.rels" ContentType="application/vnd.openxmlformats-package.relationships+xml"/>
  <Override PartName="/ppt/slides/_rels/slide1096.xml.rels" ContentType="application/vnd.openxmlformats-package.relationships+xml"/>
  <Override PartName="/ppt/slides/_rels/slide1294.xml.rels" ContentType="application/vnd.openxmlformats-package.relationships+xml"/>
  <Override PartName="/ppt/slides/_rels/slide237.xml.rels" ContentType="application/vnd.openxmlformats-package.relationships+xml"/>
  <Override PartName="/ppt/slides/_rels/slide1285.xml.rels" ContentType="application/vnd.openxmlformats-package.relationships+xml"/>
  <Override PartName="/ppt/slides/_rels/slide228.xml.rels" ContentType="application/vnd.openxmlformats-package.relationships+xml"/>
  <Override PartName="/ppt/slides/_rels/slide1122.xml.rels" ContentType="application/vnd.openxmlformats-package.relationships+xml"/>
  <Override PartName="/ppt/slides/_rels/slide1137.xml.rels" ContentType="application/vnd.openxmlformats-package.relationships+xml"/>
  <Override PartName="/ppt/slides/_rels/slide1121.xml.rels" ContentType="application/vnd.openxmlformats-package.relationships+xml"/>
  <Override PartName="/ppt/slides/_rels/slide1387.xml.rels" ContentType="application/vnd.openxmlformats-package.relationships+xml"/>
  <Override PartName="/ppt/slides/_rels/slide1287.xml.rels" ContentType="application/vnd.openxmlformats-package.relationships+xml"/>
  <Override PartName="/ppt/slides/_rels/slide5.xml.rels" ContentType="application/vnd.openxmlformats-package.relationships+xml"/>
  <Override PartName="/ppt/slides/_rels/slide50.xml.rels" ContentType="application/vnd.openxmlformats-package.relationships+xml"/>
  <Override PartName="/ppt/slides/_rels/slide917.xml.rels" ContentType="application/vnd.openxmlformats-package.relationships+xml"/>
  <Override PartName="/ppt/slides/_rels/slide218.xml.rels" ContentType="application/vnd.openxmlformats-package.relationships+xml"/>
  <Override PartName="/ppt/slides/_rels/slide1052.xml.rels" ContentType="application/vnd.openxmlformats-package.relationships+xml"/>
  <Override PartName="/ppt/slides/_rels/slide754.xml.rels" ContentType="application/vnd.openxmlformats-package.relationships+xml"/>
  <Override PartName="/ppt/slides/_rels/slide1265.xml.rels" ContentType="application/vnd.openxmlformats-package.relationships+xml"/>
  <Override PartName="/ppt/slides/_rels/slide819.xml.rels" ContentType="application/vnd.openxmlformats-package.relationships+xml"/>
  <Override PartName="/ppt/slides/_rels/slide762.xml.rels" ContentType="application/vnd.openxmlformats-package.relationships+xml"/>
  <Override PartName="/ppt/slides/_rels/slide1041.xml.rels" ContentType="application/vnd.openxmlformats-package.relationships+xml"/>
  <Override PartName="/ppt/slides/_rels/slide1332.xml.rels" ContentType="application/vnd.openxmlformats-package.relationships+xml"/>
  <Override PartName="/ppt/slides/_rels/slide849.xml.rels" ContentType="application/vnd.openxmlformats-package.relationships+xml"/>
  <Override PartName="/ppt/slides/_rels/slide743.xml.rels" ContentType="application/vnd.openxmlformats-package.relationships+xml"/>
  <Override PartName="/ppt/slides/_rels/slide239.xml.rels" ContentType="application/vnd.openxmlformats-package.relationships+xml"/>
  <Override PartName="/ppt/slides/_rels/slide809.xml.rels" ContentType="application/vnd.openxmlformats-package.relationships+xml"/>
  <Override PartName="/ppt/slides/_rels/slide1001.xml.rels" ContentType="application/vnd.openxmlformats-package.relationships+xml"/>
  <Override PartName="/ppt/slides/_rels/slide1050.xml.rels" ContentType="application/vnd.openxmlformats-package.relationships+xml"/>
  <Override PartName="/ppt/slides/_rels/slide858.xml.rels" ContentType="application/vnd.openxmlformats-package.relationships+xml"/>
  <Override PartName="/ppt/slides/_rels/slide1040.xml.rels" ContentType="application/vnd.openxmlformats-package.relationships+xml"/>
  <Override PartName="/ppt/slides/_rels/slide149.xml.rels" ContentType="application/vnd.openxmlformats-package.relationships+xml"/>
  <Override PartName="/ppt/slides/_rels/slide742.xml.rels" ContentType="application/vnd.openxmlformats-package.relationships+xml"/>
  <Override PartName="/ppt/slides/_rels/slide758.xml.rels" ContentType="application/vnd.openxmlformats-package.relationships+xml"/>
  <Override PartName="/ppt/slides/_rels/slide1418.xml.rels" ContentType="application/vnd.openxmlformats-package.relationships+xml"/>
  <Override PartName="/ppt/slides/_rels/slide757.xml.rels" ContentType="application/vnd.openxmlformats-package.relationships+xml"/>
  <Override PartName="/ppt/slides/_rels/slide490.xml.rels" ContentType="application/vnd.openxmlformats-package.relationships+xml"/>
  <Override PartName="/ppt/slides/_rels/slide531.xml.rels" ContentType="application/vnd.openxmlformats-package.relationships+xml"/>
  <Override PartName="/ppt/slides/_rels/slide837.xml.rels" ContentType="application/vnd.openxmlformats-package.relationships+xml"/>
  <Override PartName="/ppt/slides/_rels/slide2.xml.rels" ContentType="application/vnd.openxmlformats-package.relationships+xml"/>
  <Override PartName="/ppt/slides/_rels/slide138.xml.rels" ContentType="application/vnd.openxmlformats-package.relationships+xml"/>
  <Override PartName="/ppt/slides/_rels/slide1198.xml.rels" ContentType="application/vnd.openxmlformats-package.relationships+xml"/>
  <Override PartName="/ppt/slides/_rels/slide1416.xml.rels" ContentType="application/vnd.openxmlformats-package.relationships+xml"/>
  <Override PartName="/ppt/slides/_rels/slide1341.xml.rels" ContentType="application/vnd.openxmlformats-package.relationships+xml"/>
  <Override PartName="/ppt/slides/_rels/slide678.xml.rels" ContentType="application/vnd.openxmlformats-package.relationships+xml"/>
  <Override PartName="/ppt/slides/_rels/slide1427.xml.rels" ContentType="application/vnd.openxmlformats-package.relationships+xml"/>
  <Override PartName="/ppt/slides/_rels/slide137.xml.rels" ContentType="application/vnd.openxmlformats-package.relationships+xml"/>
  <Override PartName="/ppt/slides/_rels/slide1031.xml.rels" ContentType="application/vnd.openxmlformats-package.relationships+xml"/>
  <Override PartName="/ppt/slides/_rels/slide1197.xml.rels" ContentType="application/vnd.openxmlformats-package.relationships+xml"/>
  <Override PartName="/ppt/slides/_rels/slide839.xml.rels" ContentType="application/vnd.openxmlformats-package.relationships+xml"/>
  <Override PartName="/ppt/slides/_rels/slide1415.xml.rels" ContentType="application/vnd.openxmlformats-package.relationships+xml"/>
  <Override PartName="/ppt/slides/_rels/slide759.xml.rels" ContentType="application/vnd.openxmlformats-package.relationships+xml"/>
  <Override PartName="/ppt/slides/_rels/slide732.xml.rels" ContentType="application/vnd.openxmlformats-package.relationships+xml"/>
  <Override PartName="/ppt/slides/_rels/slide1090.xml.rels" ContentType="application/vnd.openxmlformats-package.relationships+xml"/>
  <Override PartName="/ppt/slides/_rels/slide838.xml.rels" ContentType="application/vnd.openxmlformats-package.relationships+xml"/>
  <Override PartName="/ppt/slides/_rels/slide249.xml.rels" ContentType="application/vnd.openxmlformats-package.relationships+xml"/>
  <Override PartName="/ppt/slides/_rels/slide139.xml.rels" ContentType="application/vnd.openxmlformats-package.relationships+xml"/>
  <Override PartName="/ppt/slides/_rels/slide1026.xml.rels" ContentType="application/vnd.openxmlformats-package.relationships+xml"/>
  <Override PartName="/ppt/slides/_rels/slide335.xml.rels" ContentType="application/vnd.openxmlformats-package.relationships+xml"/>
  <Override PartName="/ppt/slides/_rels/slide1025.xml.rels" ContentType="application/vnd.openxmlformats-package.relationships+xml"/>
  <Override PartName="/ppt/slides/_rels/slide127.xml.rels" ContentType="application/vnd.openxmlformats-package.relationships+xml"/>
  <Override PartName="/ppt/slides/_rels/slide1021.xml.rels" ContentType="application/vnd.openxmlformats-package.relationships+xml"/>
  <Override PartName="/ppt/slides/_rels/slide189.xml.rels" ContentType="application/vnd.openxmlformats-package.relationships+xml"/>
  <Override PartName="/ppt/slides/_rels/slide937.xml.rels" ContentType="application/vnd.openxmlformats-package.relationships+xml"/>
  <Override PartName="/ppt/slides/_rels/slide1080.xml.rels" ContentType="application/vnd.openxmlformats-package.relationships+xml"/>
  <Override PartName="/ppt/slides/_rels/slide1020.xml.rels" ContentType="application/vnd.openxmlformats-package.relationships+xml"/>
  <Override PartName="/ppt/slides/_rels/slide1186.xml.rels" ContentType="application/vnd.openxmlformats-package.relationships+xml"/>
  <Override PartName="/ppt/slides/_rels/slide129.xml.rels" ContentType="application/vnd.openxmlformats-package.relationships+xml"/>
  <Override PartName="/ppt/slides/_rels/slide1022.xml.rels" ContentType="application/vnd.openxmlformats-package.relationships+xml"/>
  <Override PartName="/ppt/slides/_rels/slide827.xml.rels" ContentType="application/vnd.openxmlformats-package.relationships+xml"/>
  <Override PartName="/ppt/slides/_rels/slide205.xml.rels" ContentType="application/vnd.openxmlformats-package.relationships+xml"/>
  <Override PartName="/ppt/slides/_rels/slide128.xml.rels" ContentType="application/vnd.openxmlformats-package.relationships+xml"/>
  <Override PartName="/ppt/slides/_rels/slide721.xml.rels" ContentType="application/vnd.openxmlformats-package.relationships+xml"/>
  <Override PartName="/ppt/slides/_rels/slide188.xml.rels" ContentType="application/vnd.openxmlformats-package.relationships+xml"/>
  <Override PartName="/ppt/slides/_rels/slide187.xml.rels" ContentType="application/vnd.openxmlformats-package.relationships+xml"/>
  <Override PartName="/ppt/slides/_rels/slide886.xml.rels" ContentType="application/vnd.openxmlformats-package.relationships+xml"/>
  <Override PartName="/ppt/slides/_rels/slide1179.xml.rels" ContentType="application/vnd.openxmlformats-package.relationships+xml"/>
  <Override PartName="/ppt/slides/_rels/slide1013.xml.rels" ContentType="application/vnd.openxmlformats-package.relationships+xml"/>
  <Override PartName="/ppt/slides/_rels/slide1015.xml.rels" ContentType="application/vnd.openxmlformats-package.relationships+xml"/>
  <Override PartName="/ppt/slides/_rels/slide117.xml.rels" ContentType="application/vnd.openxmlformats-package.relationships+xml"/>
  <Override PartName="/ppt/slides/_rels/slide179.xml.rels" ContentType="application/vnd.openxmlformats-package.relationships+xml"/>
  <Override PartName="/ppt/slides/_rels/slide878.xml.rels" ContentType="application/vnd.openxmlformats-package.relationships+xml"/>
  <Override PartName="/ppt/slides/_rels/slide709.xml.rels" ContentType="application/vnd.openxmlformats-package.relationships+xml"/>
  <Override PartName="/ppt/slides/_rels/slide1067.xml.rels" ContentType="application/vnd.openxmlformats-package.relationships+xml"/>
  <Override PartName="/ppt/slides/_rels/slide1005.xml.rels" ContentType="application/vnd.openxmlformats-package.relationships+xml"/>
  <Override PartName="/ppt/slides/_rels/slide706.xml.rels" ContentType="application/vnd.openxmlformats-package.relationships+xml"/>
  <Override PartName="/ppt/slides/_rels/slide705.xml.rels" ContentType="application/vnd.openxmlformats-package.relationships+xml"/>
  <Override PartName="/ppt/slides/_rels/slide649.xml.rels" ContentType="application/vnd.openxmlformats-package.relationships+xml"/>
  <Override PartName="/ppt/slides/_rels/slide12.xml.rels" ContentType="application/vnd.openxmlformats-package.relationships+xml"/>
  <Override PartName="/ppt/slides/_rels/slide592.xml.rels" ContentType="application/vnd.openxmlformats-package.relationships+xml"/>
  <Override PartName="/ppt/slides/_rels/slide648.xml.rels" ContentType="application/vnd.openxmlformats-package.relationships+xml"/>
  <Override PartName="/ppt/slides/_rels/slide647.xml.rels" ContentType="application/vnd.openxmlformats-package.relationships+xml"/>
  <Override PartName="/ppt/slides/_rels/slide1302.xml.rels" ContentType="application/vnd.openxmlformats-package.relationships+xml"/>
  <Override PartName="/ppt/slides/_rels/slide1300.xml.rels" ContentType="application/vnd.openxmlformats-package.relationships+xml"/>
  <Override PartName="/ppt/slides/_rels/slide929.xml.rels" ContentType="application/vnd.openxmlformats-package.relationships+xml"/>
  <Override PartName="/ppt/slides/_rels/slide639.xml.rels" ContentType="application/vnd.openxmlformats-package.relationships+xml"/>
  <Override PartName="/ppt/slides/_rels/slide638.xml.rels" ContentType="application/vnd.openxmlformats-package.relationships+xml"/>
  <Override PartName="/ppt/slides/_rels/slide470.xml.rels" ContentType="application/vnd.openxmlformats-package.relationships+xml"/>
  <Override PartName="/ppt/slides/_rels/slide1099.xml.rels" ContentType="application/vnd.openxmlformats-package.relationships+xml"/>
  <Override PartName="/ppt/slides/_rels/slide1098.xml.rels" ContentType="application/vnd.openxmlformats-package.relationships+xml"/>
  <Override PartName="/ppt/slides/_rels/slide739.xml.rels" ContentType="application/vnd.openxmlformats-package.relationships+xml"/>
  <Override PartName="/ppt/slides/_rels/slide718.xml.rels" ContentType="application/vnd.openxmlformats-package.relationships+xml"/>
  <Override PartName="/ppt/slides/_rels/slide1314.xml.rels" ContentType="application/vnd.openxmlformats-package.relationships+xml"/>
  <Override PartName="/ppt/slides/_rels/slide1092.xml.rels" ContentType="application/vnd.openxmlformats-package.relationships+xml"/>
  <Override PartName="/ppt/slides/_rels/slide503.xml.rels" ContentType="application/vnd.openxmlformats-package.relationships+xml"/>
  <Override PartName="/ppt/slides/_rels/slide734.xml.rels" ContentType="application/vnd.openxmlformats-package.relationships+xml"/>
  <Override PartName="/ppt/slides/_rels/slide1095.xml.rels" ContentType="application/vnd.openxmlformats-package.relationships+xml"/>
  <Override PartName="/ppt/slides/_rels/slide733.xml.rels" ContentType="application/vnd.openxmlformats-package.relationships+xml"/>
  <Override PartName="/ppt/slides/_rels/slide1316.xml.rels" ContentType="application/vnd.openxmlformats-package.relationships+xml"/>
  <Override PartName="/ppt/slides/_rels/slide799.xml.rels" ContentType="application/vnd.openxmlformats-package.relationships+xml"/>
  <Override PartName="/ppt/slides/_rels/slide1094.xml.rels" ContentType="application/vnd.openxmlformats-package.relationships+xml"/>
  <Override PartName="/ppt/slides/_rels/slide1312.xml.rels" ContentType="application/vnd.openxmlformats-package.relationships+xml"/>
  <Override PartName="/ppt/slides/_rels/slide1315.xml.rels" ContentType="application/vnd.openxmlformats-package.relationships+xml"/>
  <Override PartName="/ppt/slides/_rels/slide795.xml.rels" ContentType="application/vnd.openxmlformats-package.relationships+xml"/>
  <Override PartName="/ppt/slides/_rels/slide735.xml.rels" ContentType="application/vnd.openxmlformats-package.relationships+xml"/>
  <Override PartName="/ppt/slides/_rels/slide1195.xml.rels" ContentType="application/vnd.openxmlformats-package.relationships+xml"/>
  <Override PartName="/ppt/slides/_rels/slide629.xml.rels" ContentType="application/vnd.openxmlformats-package.relationships+xml"/>
  <Override PartName="/ppt/slides/_rels/slide1089.xml.rels" ContentType="application/vnd.openxmlformats-package.relationships+xml"/>
  <Override PartName="/ppt/slides/_rels/slide1070.xml.rels" ContentType="application/vnd.openxmlformats-package.relationships+xml"/>
  <Override PartName="/ppt/slides/_rels/slide1306.xml.rels" ContentType="application/vnd.openxmlformats-package.relationships+xml"/>
  <Override PartName="/ppt/slides/_rels/slide726.xml.rels" ContentType="application/vnd.openxmlformats-package.relationships+xml"/>
  <Override PartName="/ppt/slides/_rels/slide626.xml.rels" ContentType="application/vnd.openxmlformats-package.relationships+xml"/>
  <Override PartName="/ppt/slides/_rels/slide787.xml.rels" ContentType="application/vnd.openxmlformats-package.relationships+xml"/>
  <Override PartName="/ppt/slides/_rels/slide624.xml.rels" ContentType="application/vnd.openxmlformats-package.relationships+xml"/>
  <Override PartName="/ppt/slides/_rels/slide1085.xml.rels" ContentType="application/vnd.openxmlformats-package.relationships+xml"/>
  <Override PartName="/ppt/slides/_rels/slide727.xml.rels" ContentType="application/vnd.openxmlformats-package.relationships+xml"/>
  <Override PartName="/ppt/slides/_rels/slide907.xml.rels" ContentType="application/vnd.openxmlformats-package.relationships+xml"/>
  <Override PartName="/ppt/slides/_rels/slide620.xml.rels" ContentType="application/vnd.openxmlformats-package.relationships+xml"/>
  <Override PartName="/ppt/slides/_rels/slide783.xml.rels" ContentType="application/vnd.openxmlformats-package.relationships+xml"/>
  <Override PartName="/ppt/slides/_rels/slide723.xml.rels" ContentType="application/vnd.openxmlformats-package.relationships+xml"/>
  <Override PartName="/ppt/slides/_rels/slide889.xml.rels" ContentType="application/vnd.openxmlformats-package.relationships+xml"/>
  <Override PartName="/ppt/slides/_rels/slide617.xml.rels" ContentType="application/vnd.openxmlformats-package.relationships+xml"/>
  <Override PartName="/ppt/slides/_rels/slide1078.xml.rels" ContentType="application/vnd.openxmlformats-package.relationships+xml"/>
  <Override PartName="/ppt/slides/_rels/slide10.xml.rels" ContentType="application/vnd.openxmlformats-package.relationships+xml"/>
  <Override PartName="/ppt/slides/_rels/slide616.xml.rels" ContentType="application/vnd.openxmlformats-package.relationships+xml"/>
  <Override PartName="/ppt/slides/_rels/slide1077.xml.rels" ContentType="application/vnd.openxmlformats-package.relationships+xml"/>
  <Override PartName="/ppt/slides/_rels/slide615.xml.rels" ContentType="application/vnd.openxmlformats-package.relationships+xml"/>
  <Override PartName="/ppt/slides/_rels/slide778.xml.rels" ContentType="application/vnd.openxmlformats-package.relationships+xml"/>
  <Override PartName="/ppt/slides/_rels/slide775.xml.rels" ContentType="application/vnd.openxmlformats-package.relationships+xml"/>
  <Override PartName="/ppt/slides/_rels/slide1366.xml.rels" ContentType="application/vnd.openxmlformats-package.relationships+xml"/>
  <Override PartName="/ppt/slides/_rels/slide715.xml.rels" ContentType="application/vnd.openxmlformats-package.relationships+xml"/>
  <Override PartName="/ppt/slides/_rels/slide1381.xml.rels" ContentType="application/vnd.openxmlformats-package.relationships+xml"/>
  <Override PartName="/ppt/slides/_rels/slide774.xml.rels" ContentType="application/vnd.openxmlformats-package.relationships+xml"/>
  <Override PartName="/ppt/slides/_rels/slide777.xml.rels" ContentType="application/vnd.openxmlformats-package.relationships+xml"/>
  <Override PartName="/ppt/slides/_rels/slide1184.xml.rels" ContentType="application/vnd.openxmlformats-package.relationships+xml"/>
  <Override PartName="/ppt/slides/_rels/slide611.xml.rels" ContentType="application/vnd.openxmlformats-package.relationships+xml"/>
  <Override PartName="/ppt/slides/_rels/slide717.xml.rels" ContentType="application/vnd.openxmlformats-package.relationships+xml"/>
  <Override PartName="/ppt/slides/_rels/slide610.xml.rels" ContentType="application/vnd.openxmlformats-package.relationships+xml"/>
  <Override PartName="/ppt/slides/_rels/slide1093.xml.rels" ContentType="application/vnd.openxmlformats-package.relationships+xml"/>
  <Override PartName="/ppt/slides/_rels/slide776.xml.rels" ContentType="application/vnd.openxmlformats-package.relationships+xml"/>
  <Override PartName="/ppt/slides/_rels/slide773.xml.rels" ContentType="application/vnd.openxmlformats-package.relationships+xml"/>
  <Override PartName="/ppt/slides/_rels/slide1071.xml.rels" ContentType="application/vnd.openxmlformats-package.relationships+xml"/>
  <Override PartName="/ppt/slides/_rels/slide713.xml.rels" ContentType="application/vnd.openxmlformats-package.relationships+xml"/>
  <Override PartName="/ppt/slides/_rels/slide513.xml.rels" ContentType="application/vnd.openxmlformats-package.relationships+xml"/>
  <Override PartName="/ppt/slides/_rels/slide879.xml.rels" ContentType="application/vnd.openxmlformats-package.relationships+xml"/>
  <Override PartName="/ppt/slides/_rels/slide606.xml.rels" ContentType="application/vnd.openxmlformats-package.relationships+xml"/>
  <Override PartName="/ppt/slides/_rels/slide769.xml.rels" ContentType="application/vnd.openxmlformats-package.relationships+xml"/>
  <Override PartName="/ppt/slides/_rels/slide1328.xml.rels" ContentType="application/vnd.openxmlformats-package.relationships+xml"/>
  <Override PartName="/ppt/slides/_rels/slide603.xml.rels" ContentType="application/vnd.openxmlformats-package.relationships+xml"/>
  <Override PartName="/ppt/slides/_rels/slide738.xml.rels" ContentType="application/vnd.openxmlformats-package.relationships+xml"/>
  <Override PartName="/ppt/slides/_rels/slide765.xml.rels" ContentType="application/vnd.openxmlformats-package.relationships+xml"/>
  <Override PartName="/ppt/slides/_rels/slide602.xml.rels" ContentType="application/vnd.openxmlformats-package.relationships+xml"/>
  <Override PartName="/ppt/slides/_rels/slide1066.xml.rels" ContentType="application/vnd.openxmlformats-package.relationships+xml"/>
  <Override PartName="/ppt/slides/_rels/slide767.xml.rels" ContentType="application/vnd.openxmlformats-package.relationships+xml"/>
  <Override PartName="/ppt/slides/_rels/slide601.xml.rels" ContentType="application/vnd.openxmlformats-package.relationships+xml"/>
  <Override PartName="/ppt/slides/_rels/slide1140.xml.rels" ContentType="application/vnd.openxmlformats-package.relationships+xml"/>
  <Override PartName="/ppt/slides/_rels/slide1081.xml.rels" ContentType="application/vnd.openxmlformats-package.relationships+xml"/>
  <Override PartName="/ppt/slides/_rels/slide600.xml.rels" ContentType="application/vnd.openxmlformats-package.relationships+xml"/>
  <Override PartName="/ppt/slides/_rels/slide763.xml.rels" ContentType="application/vnd.openxmlformats-package.relationships+xml"/>
  <Override PartName="/ppt/slides/_rels/slide817.xml.rels" ContentType="application/vnd.openxmlformats-package.relationships+xml"/>
  <Override PartName="/ppt/slides/_rels/slide118.xml.rels" ContentType="application/vnd.openxmlformats-package.relationships+xml"/>
  <Override PartName="/ppt/slides/_rels/slide178.xml.rels" ContentType="application/vnd.openxmlformats-package.relationships+xml"/>
  <Override PartName="/ppt/slides/_rels/slide1072.xml.rels" ContentType="application/vnd.openxmlformats-package.relationships+xml"/>
  <Override PartName="/ppt/slides/_rels/slide1012.xml.rels" ContentType="application/vnd.openxmlformats-package.relationships+xml"/>
  <Override PartName="/ppt/slides/_rels/slide1165.xml.rels" ContentType="application/vnd.openxmlformats-package.relationships+xml"/>
  <Override PartName="/ppt/slides/_rels/slide807.xml.rels" ContentType="application/vnd.openxmlformats-package.relationships+xml"/>
  <Override PartName="/ppt/slides/_rels/slide1076.xml.rels" ContentType="application/vnd.openxmlformats-package.relationships+xml"/>
  <Override PartName="/ppt/slides/_rels/slide108.xml.rels" ContentType="application/vnd.openxmlformats-package.relationships+xml"/>
  <Override PartName="/ppt/slides/_rels/slide867.xml.rels" ContentType="application/vnd.openxmlformats-package.relationships+xml"/>
  <Override PartName="/ppt/slides/_rels/slide168.xml.rels" ContentType="application/vnd.openxmlformats-package.relationships+xml"/>
  <Override PartName="/ppt/slides/_rels/slide704.xml.rels" ContentType="application/vnd.openxmlformats-package.relationships+xml"/>
  <Override PartName="/ppt/slides/_rels/slide60.xml.rels" ContentType="application/vnd.openxmlformats-package.relationships+xml"/>
  <Override PartName="/ppt/slides/_rels/slide1168.xml.rels" ContentType="application/vnd.openxmlformats-package.relationships+xml"/>
  <Override PartName="/ppt/slides/_rels/slide1164.xml.rels" ContentType="application/vnd.openxmlformats-package.relationships+xml"/>
  <Override PartName="/ppt/slides/_rels/slide107.xml.rels" ContentType="application/vnd.openxmlformats-package.relationships+xml"/>
  <Override PartName="/ppt/slides/_rels/slide745.xml.rels" ContentType="application/vnd.openxmlformats-package.relationships+xml"/>
  <Override PartName="/ppt/slides/_rels/slide1061.xml.rels" ContentType="application/vnd.openxmlformats-package.relationships+xml"/>
  <Override PartName="/ppt/slides/_rels/slide869.xml.rels" ContentType="application/vnd.openxmlformats-package.relationships+xml"/>
  <Override PartName="/ppt/slides/_rels/slide866.xml.rels" ContentType="application/vnd.openxmlformats-package.relationships+xml"/>
  <Override PartName="/ppt/slides/_rels/slide700.xml.rels" ContentType="application/vnd.openxmlformats-package.relationships+xml"/>
  <Override PartName="/ppt/slides/_rels/slide169.xml.rels" ContentType="application/vnd.openxmlformats-package.relationships+xml"/>
  <Override PartName="/ppt/slides/_rels/slide1060.xml.rels" ContentType="application/vnd.openxmlformats-package.relationships+xml"/>
  <Override PartName="/ppt/slides/_rels/slide924.xml.rels" ContentType="application/vnd.openxmlformats-package.relationships+xml"/>
  <Override PartName="/ppt/slides/_rels/slide562.xml.rels" ContentType="application/vnd.openxmlformats-package.relationships+xml"/>
  <Override PartName="/ppt/slides/_rels/slide1154.xml.rels" ContentType="application/vnd.openxmlformats-package.relationships+xml"/>
  <Override PartName="/ppt/slides/_rels/slide1153.xml.rels" ContentType="application/vnd.openxmlformats-package.relationships+xml"/>
  <Override PartName="/ppt/slides/_rels/slide1145.xml.rels" ContentType="application/vnd.openxmlformats-package.relationships+xml"/>
  <Override PartName="/ppt/slides/_rels/slide836.xml.rels" ContentType="application/vnd.openxmlformats-package.relationships+xml"/>
  <Override PartName="/ppt/slides/_rels/slide1144.xml.rels" ContentType="application/vnd.openxmlformats-package.relationships+xml"/>
  <Override PartName="/ppt/slides/_rels/slide1303.xml.rels" ContentType="application/vnd.openxmlformats-package.relationships+xml"/>
  <Override PartName="/ppt/slides/_rels/slide668.xml.rels" ContentType="application/vnd.openxmlformats-package.relationships+xml"/>
  <Override PartName="/ppt/slides/_rels/slide460.xml.rels" ContentType="application/vnd.openxmlformats-package.relationships+xml"/>
  <Override PartName="/ppt/slides/_rels/slide78.xml.rels" ContentType="application/vnd.openxmlformats-package.relationships+xml"/>
  <Override PartName="/ppt/slides/_rels/slide549.xml.rels" ContentType="application/vnd.openxmlformats-package.relationships+xml"/>
  <Override PartName="/ppt/slides/_rels/slide77.xml.rels" ContentType="application/vnd.openxmlformats-package.relationships+xml"/>
  <Override PartName="/ppt/slides/_rels/slide1062.xml.rels" ContentType="application/vnd.openxmlformats-package.relationships+xml"/>
  <Override PartName="/ppt/slides/_rels/slide548.xml.rels" ContentType="application/vnd.openxmlformats-package.relationships+xml"/>
  <Override PartName="/ppt/slides/_rels/slide458.xml.rels" ContentType="application/vnd.openxmlformats-package.relationships+xml"/>
  <Override PartName="/ppt/slides/_rels/slide729.xml.rels" ContentType="application/vnd.openxmlformats-package.relationships+xml"/>
  <Override PartName="/ppt/slides/_rels/slide457.xml.rels" ContentType="application/vnd.openxmlformats-package.relationships+xml"/>
  <Override PartName="/ppt/slides/_rels/slide27.xml.rels" ContentType="application/vnd.openxmlformats-package.relationships+xml"/>
  <Override PartName="/ppt/slides/_rels/slide75.xml.rels" ContentType="application/vnd.openxmlformats-package.relationships+xml"/>
  <Override PartName="/ppt/slides/_rels/slide546.xml.rels" ContentType="application/vnd.openxmlformats-package.relationships+xml"/>
  <Override PartName="/ppt/slides/_rels/slide772.xml.rels" ContentType="application/vnd.openxmlformats-package.relationships+xml"/>
  <Override PartName="/ppt/slides/_rels/slide342.xml.rels" ContentType="application/vnd.openxmlformats-package.relationships+xml"/>
  <Override PartName="/ppt/slides/_rels/slide334.xml.rels" ContentType="application/vnd.openxmlformats-package.relationships+xml"/>
  <Override PartName="/ppt/slides/_rels/slide26.xml.rels" ContentType="application/vnd.openxmlformats-package.relationships+xml"/>
  <Override PartName="/ppt/slides/_rels/slide1131.xml.rels" ContentType="application/vnd.openxmlformats-package.relationships+xml"/>
  <Override PartName="/ppt/slides/_rels/slide877.xml.rels" ContentType="application/vnd.openxmlformats-package.relationships+xml"/>
  <Override PartName="/ppt/slides/_rels/slide74.xml.rels" ContentType="application/vnd.openxmlformats-package.relationships+xml"/>
  <Override PartName="/ppt/slides/_rels/slide545.xml.rels" ContentType="application/vnd.openxmlformats-package.relationships+xml"/>
  <Override PartName="/ppt/slides/_rels/slide25.xml.rels" ContentType="application/vnd.openxmlformats-package.relationships+xml"/>
  <Override PartName="/ppt/slides/_rels/slide608.xml.rels" ContentType="application/vnd.openxmlformats-package.relationships+xml"/>
  <Override PartName="/ppt/slides/_rels/slide73.xml.rels" ContentType="application/vnd.openxmlformats-package.relationships+xml"/>
  <Override PartName="/ppt/slides/_rels/slide454.xml.rels" ContentType="application/vnd.openxmlformats-package.relationships+xml"/>
  <Override PartName="/ppt/slides/_rels/slide72.xml.rels" ContentType="application/vnd.openxmlformats-package.relationships+xml"/>
  <Override PartName="/ppt/slides/_rels/slide389.xml.rels" ContentType="application/vnd.openxmlformats-package.relationships+xml"/>
  <Override PartName="/ppt/slides/_rels/slide543.xml.rels" ContentType="application/vnd.openxmlformats-package.relationships+xml"/>
  <Override PartName="/ppt/slides/_rels/slide453.xml.rels" ContentType="application/vnd.openxmlformats-package.relationships+xml"/>
  <Override PartName="/ppt/slides/_rels/slide542.xml.rels" ContentType="application/vnd.openxmlformats-package.relationships+xml"/>
  <Override PartName="/ppt/slides/_rels/slide452.xml.rels" ContentType="application/vnd.openxmlformats-package.relationships+xml"/>
  <Override PartName="/ppt/slides/_rels/slide22.xml.rels" ContentType="application/vnd.openxmlformats-package.relationships+xml"/>
  <Override PartName="/ppt/slides/_rels/slide70.xml.rels" ContentType="application/vnd.openxmlformats-package.relationships+xml"/>
  <Override PartName="/ppt/slides/_rels/slide68.xml.rels" ContentType="application/vnd.openxmlformats-package.relationships+xml"/>
  <Override PartName="/ppt/slides/_rels/slide703.xml.rels" ContentType="application/vnd.openxmlformats-package.relationships+xml"/>
  <Override PartName="/ppt/slides/_rels/slide449.xml.rels" ContentType="application/vnd.openxmlformats-package.relationships+xml"/>
  <Override PartName="/ppt/slides/_rels/slide1003.xml.rels" ContentType="application/vnd.openxmlformats-package.relationships+xml"/>
  <Override PartName="/ppt/slides/_rels/slide1340.xml.rels" ContentType="application/vnd.openxmlformats-package.relationships+xml"/>
  <Override PartName="/ppt/slides/_rels/slide67.xml.rels" ContentType="application/vnd.openxmlformats-package.relationships+xml"/>
  <Override PartName="/ppt/slides/_rels/slide1174.xml.rels" ContentType="application/vnd.openxmlformats-package.relationships+xml"/>
  <Override PartName="/ppt/slides/_rels/slide538.xml.rels" ContentType="application/vnd.openxmlformats-package.relationships+xml"/>
  <Override PartName="/ppt/slides/_rels/slide448.xml.rels" ContentType="application/vnd.openxmlformats-package.relationships+xml"/>
  <Override PartName="/ppt/slides/_rels/slide1129.xml.rels" ContentType="application/vnd.openxmlformats-package.relationships+xml"/>
  <Override PartName="/ppt/slides/_rels/slide65.xml.rels" ContentType="application/vnd.openxmlformats-package.relationships+xml"/>
  <Override PartName="/ppt/slides/_rels/slide536.xml.rels" ContentType="application/vnd.openxmlformats-package.relationships+xml"/>
  <Override PartName="/ppt/slides/_rels/slide332.xml.rels" ContentType="application/vnd.openxmlformats-package.relationships+xml"/>
  <Override PartName="/ppt/slides/_rels/slide498.xml.rels" ContentType="application/vnd.openxmlformats-package.relationships+xml"/>
  <Override PartName="/ppt/slides/_rels/slide496.xml.rels" ContentType="application/vnd.openxmlformats-package.relationships+xml"/>
  <Override PartName="/ppt/slides/_rels/slide1126.xml.rels" ContentType="application/vnd.openxmlformats-package.relationships+xml"/>
  <Override PartName="/ppt/slides/_rels/slide1289.xml.rels" ContentType="application/vnd.openxmlformats-package.relationships+xml"/>
  <Override PartName="/ppt/slides/_rels/slide58.xml.rels" ContentType="application/vnd.openxmlformats-package.relationships+xml"/>
  <Override PartName="/ppt/slides/_rels/slide1420.xml.rels" ContentType="application/vnd.openxmlformats-package.relationships+xml"/>
  <Override PartName="/ppt/slides/_rels/slide439.xml.rels" ContentType="application/vnd.openxmlformats-package.relationships+xml"/>
  <Override PartName="/ppt/slides/_rels/slide1330.xml.rels" ContentType="application/vnd.openxmlformats-package.relationships+xml"/>
  <Override PartName="/ppt/slides/_rels/slide687.xml.rels" ContentType="application/vnd.openxmlformats-package.relationships+xml"/>
  <Override PartName="/ppt/slides/_rels/slide438.xml.rels" ContentType="application/vnd.openxmlformats-package.relationships+xml"/>
  <Override PartName="/ppt/slides/_rels/slide56.xml.rels" ContentType="application/vnd.openxmlformats-package.relationships+xml"/>
  <Override PartName="/ppt/slides/_rels/slide437.xml.rels" ContentType="application/vnd.openxmlformats-package.relationships+xml"/>
  <Override PartName="/ppt/slides/_rels/slide599.xml.rels" ContentType="application/vnd.openxmlformats-package.relationships+xml"/>
  <Override PartName="/ppt/slides/_rels/slide898.xml.rels" ContentType="application/vnd.openxmlformats-package.relationships+xml"/>
  <Override PartName="/ppt/slides/_rels/slide436.xml.rels" ContentType="application/vnd.openxmlformats-package.relationships+xml"/>
  <Override PartName="/ppt/slides/_rels/slide1119.xml.rels" ContentType="application/vnd.openxmlformats-package.relationships+xml"/>
  <Override PartName="/ppt/slides/_rels/slide659.xml.rels" ContentType="application/vnd.openxmlformats-package.relationships+xml"/>
  <Override PartName="/ppt/slides/_rels/slide658.xml.rels" ContentType="application/vnd.openxmlformats-package.relationships+xml"/>
  <Override PartName="/ppt/slides/_rels/slide55.xml.rels" ContentType="application/vnd.openxmlformats-package.relationships+xml"/>
  <Override PartName="/ppt/slides/_rels/slide798.xml.rels" ContentType="application/vnd.openxmlformats-package.relationships+xml"/>
  <Override PartName="/ppt/slides/_rels/slide526.xml.rels" ContentType="application/vnd.openxmlformats-package.relationships+xml"/>
  <Override PartName="/ppt/slides/_rels/slide322.xml.rels" ContentType="application/vnd.openxmlformats-package.relationships+xml"/>
  <Override PartName="/ppt/slides/_rels/slide645.xml.rels" ContentType="application/vnd.openxmlformats-package.relationships+xml"/>
  <Override PartName="/ppt/slides/_rels/slide488.xml.rels" ContentType="application/vnd.openxmlformats-package.relationships+xml"/>
  <Override PartName="/ppt/slides/_rels/slide1274.xml.rels" ContentType="application/vnd.openxmlformats-package.relationships+xml"/>
  <Override PartName="/ppt/slides/_rels/slide520.xml.rels" ContentType="application/vnd.openxmlformats-package.relationships+xml"/>
  <Override PartName="/ppt/slides/_rels/slide1115.xml.rels" ContentType="application/vnd.openxmlformats-package.relationships+xml"/>
  <Override PartName="/ppt/slides/_rels/slide598.xml.rels" ContentType="application/vnd.openxmlformats-package.relationships+xml"/>
  <Override PartName="/ppt/slides/_rels/slide688.xml.rels" ContentType="application/vnd.openxmlformats-package.relationships+xml"/>
  <Override PartName="/ppt/slides/_rels/slide432.xml.rels" ContentType="application/vnd.openxmlformats-package.relationships+xml"/>
  <Override PartName="/ppt/slides/_rels/slide435.xml.rels" ContentType="application/vnd.openxmlformats-package.relationships+xml"/>
  <Override PartName="/ppt/slides/_rels/slide397.xml.rels" ContentType="application/vnd.openxmlformats-package.relationships+xml"/>
  <Override PartName="/ppt/slides/_rels/slide1114.xml.rels" ContentType="application/vnd.openxmlformats-package.relationships+xml"/>
  <Override PartName="/ppt/slides/_rels/slide594.xml.rels" ContentType="application/vnd.openxmlformats-package.relationships+xml"/>
  <Override PartName="/ppt/slides/_rels/slide1175.xml.rels" ContentType="application/vnd.openxmlformats-package.relationships+xml"/>
  <Override PartName="/ppt/slides/_rels/slide431.xml.rels" ContentType="application/vnd.openxmlformats-package.relationships+xml"/>
  <Override PartName="/ppt/slides/_rels/slide97.xml.rels" ContentType="application/vnd.openxmlformats-package.relationships+xml"/>
  <Override PartName="/ppt/slides/_rels/slide209.xml.rels" ContentType="application/vnd.openxmlformats-package.relationships+xml"/>
  <Override PartName="/ppt/slides/_rels/slide434.xml.rels" ContentType="application/vnd.openxmlformats-package.relationships+xml"/>
  <Override PartName="/ppt/slides/_rels/slide141.xml.rels" ContentType="application/vnd.openxmlformats-package.relationships+xml"/>
  <Override PartName="/ppt/slides/_rels/slide383.xml.rels" ContentType="application/vnd.openxmlformats-package.relationships+xml"/>
  <Override PartName="/ppt/slides/_rels/slide53.xml.rels" ContentType="application/vnd.openxmlformats-package.relationships+xml"/>
  <Override PartName="/ppt/slides/_rels/slide320.xml.rels" ContentType="application/vnd.openxmlformats-package.relationships+xml"/>
  <Override PartName="/ppt/slides/_rels/slide430.xml.rels" ContentType="application/vnd.openxmlformats-package.relationships+xml"/>
  <Override PartName="/ppt/slides/_rels/slide1295.xml.rels" ContentType="application/vnd.openxmlformats-package.relationships+xml"/>
  <Override PartName="/ppt/slides/_rels/slide596.xml.rels" ContentType="application/vnd.openxmlformats-package.relationships+xml"/>
  <Override PartName="/ppt/slides/_rels/slide1036.xml.rels" ContentType="application/vnd.openxmlformats-package.relationships+xml"/>
  <Override PartName="/ppt/slides/_rels/slide510.xml.rels" ContentType="application/vnd.openxmlformats-package.relationships+xml"/>
  <Override PartName="/ppt/slides/_rels/slide950.xml.rels" ContentType="application/vnd.openxmlformats-package.relationships+xml"/>
  <Override PartName="/ppt/slides/_rels/slide1111.xml.rels" ContentType="application/vnd.openxmlformats-package.relationships+xml"/>
  <Override PartName="/ppt/slides/_rels/slide919.xml.rels" ContentType="application/vnd.openxmlformats-package.relationships+xml"/>
  <Override PartName="/ppt/slides/_rels/slide396.xml.rels" ContentType="application/vnd.openxmlformats-package.relationships+xml"/>
  <Override PartName="/ppt/slides/_rels/slide530.xml.rels" ContentType="application/vnd.openxmlformats-package.relationships+xml"/>
  <Override PartName="/ppt/slides/_rels/slide696.xml.rels" ContentType="application/vnd.openxmlformats-package.relationships+xml"/>
  <Override PartName="/ppt/slides/_rels/slide1276.xml.rels" ContentType="application/vnd.openxmlformats-package.relationships+xml"/>
  <Override PartName="/ppt/slides/_rels/slide582.xml.rels" ContentType="application/vnd.openxmlformats-package.relationships+xml"/>
  <Override PartName="/ppt/slides/_rels/slide784.xml.rels" ContentType="application/vnd.openxmlformats-package.relationships+xml"/>
  <Override PartName="/ppt/slides/_rels/slide494.xml.rels" ContentType="application/vnd.openxmlformats-package.relationships+xml"/>
  <Override PartName="/ppt/slides/_rels/slide48.xml.rels" ContentType="application/vnd.openxmlformats-package.relationships+xml"/>
  <Override PartName="/ppt/slides/_rels/slide1320.xml.rels" ContentType="application/vnd.openxmlformats-package.relationships+xml"/>
  <Override PartName="/ppt/slides/_rels/slide636.xml.rels" ContentType="application/vnd.openxmlformats-package.relationships+xml"/>
  <Override PartName="/ppt/slides/_rels/slide302.xml.rels" ContentType="application/vnd.openxmlformats-package.relationships+xml"/>
  <Override PartName="/ppt/slides/_rels/slide518.xml.rels" ContentType="application/vnd.openxmlformats-package.relationships+xml"/>
  <Override PartName="/ppt/slides/_rels/slide427.xml.rels" ContentType="application/vnd.openxmlformats-package.relationships+xml"/>
  <Override PartName="/ppt/slides/_rels/slide977.xml.rels" ContentType="application/vnd.openxmlformats-package.relationships+xml"/>
  <Override PartName="/ppt/slides/_rels/slide45.xml.rels" ContentType="application/vnd.openxmlformats-package.relationships+xml"/>
  <Override PartName="/ppt/slides/_rels/slide475.xml.rels" ContentType="application/vnd.openxmlformats-package.relationships+xml"/>
  <Override PartName="/ppt/slides/_rels/slide660.xml.rels" ContentType="application/vnd.openxmlformats-package.relationships+xml"/>
  <Override PartName="/ppt/slides/_rels/slide99.xml.rels" ContentType="application/vnd.openxmlformats-package.relationships+xml"/>
  <Override PartName="/ppt/slides/_rels/slide1191.xml.rels" ContentType="application/vnd.openxmlformats-package.relationships+xml"/>
  <Override PartName="/ppt/slides/_rels/slide478.xml.rels" ContentType="application/vnd.openxmlformats-package.relationships+xml"/>
  <Override PartName="/ppt/slides/_rels/slide248.xml.rels" ContentType="application/vnd.openxmlformats-package.relationships+xml"/>
  <Override PartName="/ppt/slides/_rels/slide588.xml.rels" ContentType="application/vnd.openxmlformats-package.relationships+xml"/>
  <Override PartName="/ppt/slides/_rels/slide425.xml.rels" ContentType="application/vnd.openxmlformats-package.relationships+xml"/>
  <Override PartName="/ppt/slides/_rels/slide1006.xml.rels" ContentType="application/vnd.openxmlformats-package.relationships+xml"/>
  <Override PartName="/ppt/slides/_rels/slide146.xml.rels" ContentType="application/vnd.openxmlformats-package.relationships+xml"/>
  <Override PartName="/ppt/slides/_rels/slide44.xml.rels" ContentType="application/vnd.openxmlformats-package.relationships+xml"/>
  <Override PartName="/ppt/slides/_rels/slide49.xml.rels" ContentType="application/vnd.openxmlformats-package.relationships+xml"/>
  <Override PartName="/ppt/slides/_rels/slide584.xml.rels" ContentType="application/vnd.openxmlformats-package.relationships+xml"/>
  <Override PartName="/ppt/slides/_rels/slide421.xml.rels" ContentType="application/vnd.openxmlformats-package.relationships+xml"/>
  <Override PartName="/ppt/slides/_rels/slide424.xml.rels" ContentType="application/vnd.openxmlformats-package.relationships+xml"/>
  <Override PartName="/ppt/slides/_rels/slide514.xml.rels" ContentType="application/vnd.openxmlformats-package.relationships+xml"/>
  <Override PartName="/ppt/slides/_rels/slide310.xml.rels" ContentType="application/vnd.openxmlformats-package.relationships+xml"/>
  <Override PartName="/ppt/slides/_rels/slide623.xml.rels" ContentType="application/vnd.openxmlformats-package.relationships+xml"/>
  <Override PartName="/ppt/slides/_rels/slide126.xml.rels" ContentType="application/vnd.openxmlformats-package.relationships+xml"/>
  <Override PartName="/ppt/slides/_rels/slide1193.xml.rels" ContentType="application/vnd.openxmlformats-package.relationships+xml"/>
  <Override PartName="/ppt/slides/_rels/slide1269.xml.rels" ContentType="application/vnd.openxmlformats-package.relationships+xml"/>
  <Override PartName="/ppt/slides/_rels/slide255.xml.rels" ContentType="application/vnd.openxmlformats-package.relationships+xml"/>
  <Override PartName="/ppt/slides/_rels/slide420.xml.rels" ContentType="application/vnd.openxmlformats-package.relationships+xml"/>
  <Override PartName="/ppt/slides/_rels/slide527.xml.rels" ContentType="application/vnd.openxmlformats-package.relationships+xml"/>
  <Override PartName="/ppt/slides/_rels/slide674.xml.rels" ContentType="application/vnd.openxmlformats-package.relationships+xml"/>
  <Override PartName="/ppt/slides/_rels/slide818.xml.rels" ContentType="application/vnd.openxmlformats-package.relationships+xml"/>
  <Override PartName="/ppt/slides/_rels/slide1267.xml.rels" ContentType="application/vnd.openxmlformats-package.relationships+xml"/>
  <Override PartName="/ppt/slides/_rels/slide1421.xml.rels" ContentType="application/vnd.openxmlformats-package.relationships+xml"/>
  <Override PartName="/ppt/slides/_rels/slide307.xml.rels" ContentType="application/vnd.openxmlformats-package.relationships+xml"/>
  <Override PartName="/ppt/slides/_rels/slide909.xml.rels" ContentType="application/vnd.openxmlformats-package.relationships+xml"/>
  <Override PartName="/ppt/slides/_rels/slide1100.xml.rels" ContentType="application/vnd.openxmlformats-package.relationships+xml"/>
  <Override PartName="/ppt/slides/_rels/slide1110.xml.rels" ContentType="application/vnd.openxmlformats-package.relationships+xml"/>
  <Override PartName="/ppt/slides/_rels/slide908.xml.rels" ContentType="application/vnd.openxmlformats-package.relationships+xml"/>
  <Override PartName="/ppt/slides/_rels/slide714.xml.rels" ContentType="application/vnd.openxmlformats-package.relationships+xml"/>
  <Override PartName="/ppt/slides/_rels/slide593.xml.rels" ContentType="application/vnd.openxmlformats-package.relationships+xml"/>
  <Override PartName="/ppt/slides/_rels/slide748.xml.rels" ContentType="application/vnd.openxmlformats-package.relationships+xml"/>
  <Override PartName="/ppt/slides/_rels/slide612.xml.rels" ContentType="application/vnd.openxmlformats-package.relationships+xml"/>
  <Override PartName="/ppt/slides/_rels/slide766.xml.rels" ContentType="application/vnd.openxmlformats-package.relationships+xml"/>
  <Override PartName="/ppt/slides/_rels/slide38.xml.rels" ContentType="application/vnd.openxmlformats-package.relationships+xml"/>
  <Override PartName="/ppt/slides/_rels/slide1221.xml.rels" ContentType="application/vnd.openxmlformats-package.relationships+xml"/>
  <Override PartName="/ppt/slides/_rels/slide509.xml.rels" ContentType="application/vnd.openxmlformats-package.relationships+xml"/>
  <Override PartName="/ppt/slides/_rels/slide675.xml.rels" ContentType="application/vnd.openxmlformats-package.relationships+xml"/>
  <Override PartName="/ppt/slides/_rels/slide419.xml.rels" ContentType="application/vnd.openxmlformats-package.relationships+xml"/>
  <Override PartName="/ppt/slides/_rels/slide1064.xml.rels" ContentType="application/vnd.openxmlformats-package.relationships+xml"/>
  <Override PartName="/ppt/slides/_rels/slide644.xml.rels" ContentType="application/vnd.openxmlformats-package.relationships+xml"/>
  <Override PartName="/ppt/slides/_rels/slide167.xml.rels" ContentType="application/vnd.openxmlformats-package.relationships+xml"/>
  <Override PartName="/ppt/slides/_rels/slide1233.xml.rels" ContentType="application/vnd.openxmlformats-package.relationships+xml"/>
  <Override PartName="/ppt/slides/_rels/slide46.xml.rels" ContentType="application/vnd.openxmlformats-package.relationships+xml"/>
  <Override PartName="/ppt/slides/_rels/slide690.xml.rels" ContentType="application/vnd.openxmlformats-package.relationships+xml"/>
  <Override PartName="/ppt/slides/_rels/slide37.xml.rels" ContentType="application/vnd.openxmlformats-package.relationships+xml"/>
  <Override PartName="/ppt/slides/_rels/slide1361.xml.rels" ContentType="application/vnd.openxmlformats-package.relationships+xml"/>
  <Override PartName="/ppt/slides/_rels/slide1401.xml.rels" ContentType="application/vnd.openxmlformats-package.relationships+xml"/>
  <Override PartName="/ppt/slides/_rels/slide417.xml.rels" ContentType="application/vnd.openxmlformats-package.relationships+xml"/>
  <Override PartName="/ppt/slides/_rels/slide972.xml.rels" ContentType="application/vnd.openxmlformats-package.relationships+xml"/>
  <Override PartName="/ppt/slides/_rels/slide413.xml.rels" ContentType="application/vnd.openxmlformats-package.relationships+xml"/>
  <Override PartName="/ppt/slides/_rels/slide1196.xml.rels" ContentType="application/vnd.openxmlformats-package.relationships+xml"/>
  <Override PartName="/ppt/slides/_rels/slide1150.xml.rels" ContentType="application/vnd.openxmlformats-package.relationships+xml"/>
  <Override PartName="/ppt/slides/_rels/slide579.xml.rels" ContentType="application/vnd.openxmlformats-package.relationships+xml"/>
  <Override PartName="/ppt/slides/_rels/slide468.xml.rels" ContentType="application/vnd.openxmlformats-package.relationships+xml"/>
  <Override PartName="/ppt/slides/_rels/slide782.xml.rels" ContentType="application/vnd.openxmlformats-package.relationships+xml"/>
  <Override PartName="/ppt/slides/_rels/slide415.xml.rels" ContentType="application/vnd.openxmlformats-package.relationships+xml"/>
  <Override PartName="/ppt/slides/_rels/slide505.xml.rels" ContentType="application/vnd.openxmlformats-package.relationships+xml"/>
  <Override PartName="/ppt/slides/_rels/slide406.xml.rels" ContentType="application/vnd.openxmlformats-package.relationships+xml"/>
  <Override PartName="/ppt/slides/_rels/slide1325.xml.rels" ContentType="application/vnd.openxmlformats-package.relationships+xml"/>
  <Override PartName="/ppt/slides/_rels/slide863.xml.rels" ContentType="application/vnd.openxmlformats-package.relationships+xml"/>
  <Override PartName="/ppt/slides/_rels/slide353.xml.rels" ContentType="application/vnd.openxmlformats-package.relationships+xml"/>
  <Override PartName="/ppt/slides/_rels/slide534.xml.rels" ContentType="application/vnd.openxmlformats-package.relationships+xml"/>
  <Override PartName="/ppt/slides/_rels/slide352.xml.rels" ContentType="application/vnd.openxmlformats-package.relationships+xml"/>
  <Override PartName="/ppt/slides/_rels/slide186.xml.rels" ContentType="application/vnd.openxmlformats-package.relationships+xml"/>
  <Override PartName="/ppt/slides/_rels/slide657.xml.rels" ContentType="application/vnd.openxmlformats-package.relationships+xml"/>
  <Override PartName="/ppt/slides/_rels/slide85.xml.rels" ContentType="application/vnd.openxmlformats-package.relationships+xml"/>
  <Override PartName="/ppt/slides/_rels/slide556.xml.rels" ContentType="application/vnd.openxmlformats-package.relationships+xml"/>
  <Override PartName="/ppt/slides/_rels/slide376.xml.rels" ContentType="application/vnd.openxmlformats-package.relationships+xml"/>
  <Override PartName="/ppt/slides/_rels/slide499.xml.rels" ContentType="application/vnd.openxmlformats-package.relationships+xml"/>
  <Override PartName="/ppt/slides/_rels/slide928.xml.rels" ContentType="application/vnd.openxmlformats-package.relationships+xml"/>
  <Override PartName="/ppt/slides/_rels/slide34.xml.rels" ContentType="application/vnd.openxmlformats-package.relationships+xml"/>
  <Override PartName="/ppt/slides/_rels/slide1390.xml.rels" ContentType="application/vnd.openxmlformats-package.relationships+xml"/>
  <Override PartName="/ppt/slides/_rels/slide323.xml.rels" ContentType="application/vnd.openxmlformats-package.relationships+xml"/>
  <Override PartName="/ppt/slides/_rels/slide95.xml.rels" ContentType="application/vnd.openxmlformats-package.relationships+xml"/>
  <Override PartName="/ppt/slides/_rels/slide400.xml.rels" ContentType="application/vnd.openxmlformats-package.relationships+xml"/>
  <Override PartName="/ppt/slides/_rels/slide339.xml.rels" ContentType="application/vnd.openxmlformats-package.relationships+xml"/>
  <Override PartName="/ppt/slides/_rels/slide569.xml.rels" ContentType="application/vnd.openxmlformats-package.relationships+xml"/>
  <Override PartName="/ppt/slides/_rels/slide853.xml.rels" ContentType="application/vnd.openxmlformats-package.relationships+xml"/>
  <Override PartName="/ppt/slides/_rels/slide570.xml.rels" ContentType="application/vnd.openxmlformats-package.relationships+xml"/>
  <Override PartName="/ppt/slides/_rels/slide403.xml.rels" ContentType="application/vnd.openxmlformats-package.relationships+xml"/>
  <Override PartName="/ppt/slides/_rels/slide508.xml.rels" ContentType="application/vnd.openxmlformats-package.relationships+xml"/>
  <Override PartName="/ppt/slides/_rels/slide301.xml.rels" ContentType="application/vnd.openxmlformats-package.relationships+xml"/>
  <Override PartName="/ppt/slides/_rels/slide405.xml.rels" ContentType="application/vnd.openxmlformats-package.relationships+xml"/>
  <Override PartName="/ppt/slides/_rels/slide737.xml.rels" ContentType="application/vnd.openxmlformats-package.relationships+xml"/>
  <Override PartName="/ppt/slides/_rels/slide94.xml.rels" ContentType="application/vnd.openxmlformats-package.relationships+xml"/>
  <Override PartName="/ppt/slides/_rels/slide568.xml.rels" ContentType="application/vnd.openxmlformats-package.relationships+xml"/>
  <Override PartName="/ppt/slides/_rels/slide84.xml.rels" ContentType="application/vnd.openxmlformats-package.relationships+xml"/>
  <Override PartName="/ppt/slides/_rels/slide1123.xml.rels" ContentType="application/vnd.openxmlformats-package.relationships+xml"/>
  <Override PartName="/ppt/slides/_rels/slide195.xml.rels" ContentType="application/vnd.openxmlformats-package.relationships+xml"/>
  <Override PartName="/ppt/slides/_rels/slide555.xml.rels" ContentType="application/vnd.openxmlformats-package.relationships+xml"/>
  <Override PartName="/ppt/slides/_rels/slide133.xml.rels" ContentType="application/vnd.openxmlformats-package.relationships+xml"/>
  <Override PartName="/ppt/slides/_rels/slide633.xml.rels" ContentType="application/vnd.openxmlformats-package.relationships+xml"/>
  <Override PartName="/ppt/slides/_rels/slide426.xml.rels" ContentType="application/vnd.openxmlformats-package.relationships+xml"/>
  <Override PartName="/ppt/slides/_rels/slide998.xml.rels" ContentType="application/vnd.openxmlformats-package.relationships+xml"/>
  <Override PartName="/ppt/slides/_rels/slide153.xml.rels" ContentType="application/vnd.openxmlformats-package.relationships+xml"/>
  <Override PartName="/ppt/slides/_rels/slide1190.xml.rels" ContentType="application/vnd.openxmlformats-package.relationships+xml"/>
  <Override PartName="/ppt/slides/_rels/slide1425.xml.rels" ContentType="application/vnd.openxmlformats-package.relationships+xml"/>
  <Override PartName="/ppt/slides/_rels/slide1192.xml.rels" ContentType="application/vnd.openxmlformats-package.relationships+xml"/>
  <Override PartName="/ppt/slides/_rels/slide170.xml.rels" ContentType="application/vnd.openxmlformats-package.relationships+xml"/>
  <Override PartName="/ppt/slides/_rels/slide87.xml.rels" ContentType="application/vnd.openxmlformats-package.relationships+xml"/>
  <Override PartName="/ppt/slides/_rels/slide1275.xml.rels" ContentType="application/vnd.openxmlformats-package.relationships+xml"/>
  <Override PartName="/ppt/slides/_rels/slide89.xml.rels" ContentType="application/vnd.openxmlformats-package.relationships+xml"/>
  <Override PartName="/ppt/slides/_rels/slide229.xml.rels" ContentType="application/vnd.openxmlformats-package.relationships+xml"/>
  <Override PartName="/ppt/slides/_rels/slide997.xml.rels" ContentType="application/vnd.openxmlformats-package.relationships+xml"/>
  <Override PartName="/ppt/slides/_rels/slide831.xml.rels" ContentType="application/vnd.openxmlformats-package.relationships+xml"/>
  <Override PartName="/ppt/slides/_rels/slide1004.xml.rels" ContentType="application/vnd.openxmlformats-package.relationships+xml"/>
  <Override PartName="/ppt/slides/_rels/slide833.xml.rels" ContentType="application/vnd.openxmlformats-package.relationships+xml"/>
  <Override PartName="/ppt/slides/_rels/slide134.xml.rels" ContentType="application/vnd.openxmlformats-package.relationships+xml"/>
  <Override PartName="/ppt/slides/_rels/slide131.xml.rels" ContentType="application/vnd.openxmlformats-package.relationships+xml"/>
  <Override PartName="/ppt/slides/_rels/slide41.xml.rels" ContentType="application/vnd.openxmlformats-package.relationships+xml"/>
  <Override PartName="/ppt/slides/_rels/slide1187.xml.rels" ContentType="application/vnd.openxmlformats-package.relationships+xml"/>
  <Override PartName="/ppt/slides/_rels/slide291.xml.rels" ContentType="application/vnd.openxmlformats-package.relationships+xml"/>
  <Override PartName="/ppt/slides/_rels/slide557.xml.rels" ContentType="application/vnd.openxmlformats-package.relationships+xml"/>
  <Override PartName="/ppt/slides/_rels/slide1299.xml.rels" ContentType="application/vnd.openxmlformats-package.relationships+xml"/>
  <Override PartName="/ppt/slides/_rels/slide1235.xml.rels" ContentType="application/vnd.openxmlformats-package.relationships+xml"/>
  <Override PartName="/ppt/slides/_rels/slide132.xml.rels" ContentType="application/vnd.openxmlformats-package.relationships+xml"/>
  <Override PartName="/ppt/slides/_rels/slide1417.xml.rels" ContentType="application/vnd.openxmlformats-package.relationships+xml"/>
  <Override PartName="/ppt/slides/_rels/slide996.xml.rels" ContentType="application/vnd.openxmlformats-package.relationships+xml"/>
  <Override PartName="/ppt/slides/_rels/slide24.xml.rels" ContentType="application/vnd.openxmlformats-package.relationships+xml"/>
  <Override PartName="/ppt/slides/_rels/slide451.xml.rels" ContentType="application/vnd.openxmlformats-package.relationships+xml"/>
  <Override PartName="/ppt/slides/_rels/slide123.xml.rels" ContentType="application/vnd.openxmlformats-package.relationships+xml"/>
  <Override PartName="/ppt/slides/_rels/slide728.xml.rels" ContentType="application/vnd.openxmlformats-package.relationships+xml"/>
  <Override PartName="/ppt/slides/_rels/slide824.xml.rels" ContentType="application/vnd.openxmlformats-package.relationships+xml"/>
  <Override PartName="/ppt/slides/_rels/slide1182.xml.rels" ContentType="application/vnd.openxmlformats-package.relationships+xml"/>
  <Override PartName="/ppt/slides/_rels/slide71.xml.rels" ContentType="application/vnd.openxmlformats-package.relationships+xml"/>
  <Override PartName="/ppt/slides/_rels/slide821.xml.rels" ContentType="application/vnd.openxmlformats-package.relationships+xml"/>
  <Override PartName="/ppt/slides/_rels/slide595.xml.rels" ContentType="application/vnd.openxmlformats-package.relationships+xml"/>
  <Override PartName="/ppt/slides/_rels/slide1105.xml.rels" ContentType="application/vnd.openxmlformats-package.relationships+xml"/>
  <Override PartName="/ppt/slides/_rels/slide681.xml.rels" ContentType="application/vnd.openxmlformats-package.relationships+xml"/>
  <Override PartName="/ppt/slides/_rels/slide124.xml.rels" ContentType="application/vnd.openxmlformats-package.relationships+xml"/>
  <Override PartName="/ppt/slides/_rels/slide373.xml.rels" ContentType="application/vnd.openxmlformats-package.relationships+xml"/>
  <Override PartName="/ppt/slides/_rels/slide565.xml.rels" ContentType="application/vnd.openxmlformats-package.relationships+xml"/>
  <Override PartName="/ppt/slides/_rels/slide1412.xml.rels" ContentType="application/vnd.openxmlformats-package.relationships+xml"/>
  <Override PartName="/ppt/slides/_rels/slide823.xml.rels" ContentType="application/vnd.openxmlformats-package.relationships+xml"/>
  <Override PartName="/ppt/slides/_rels/slide1365.xml.rels" ContentType="application/vnd.openxmlformats-package.relationships+xml"/>
  <Override PartName="/ppt/slides/_rels/slide1326.xml.rels" ContentType="application/vnd.openxmlformats-package.relationships+xml"/>
  <Override PartName="/ppt/slides/_rels/slide358.xml.rels" ContentType="application/vnd.openxmlformats-package.relationships+xml"/>
  <Override PartName="/ppt/slides/_rels/slide989.xml.rels" ContentType="application/vnd.openxmlformats-package.relationships+xml"/>
  <Override PartName="/ppt/slides/_rels/slide121.xml.rels" ContentType="application/vnd.openxmlformats-package.relationships+xml"/>
  <Override PartName="/ppt/slides/_rels/slide135.xml.rels" ContentType="application/vnd.openxmlformats-package.relationships+xml"/>
  <Override PartName="/ppt/slides/_rels/slide986.xml.rels" ContentType="application/vnd.openxmlformats-package.relationships+xml"/>
  <Override PartName="/ppt/slides/_rels/slide15.xml.rels" ContentType="application/vnd.openxmlformats-package.relationships+xml"/>
  <Override PartName="/ppt/slides/_rels/slide288.xml.rels" ContentType="application/vnd.openxmlformats-package.relationships+xml"/>
  <Override PartName="/ppt/slides/_rels/slide820.xml.rels" ContentType="application/vnd.openxmlformats-package.relationships+xml"/>
  <Override PartName="/ppt/slides/_rels/slide1337.xml.rels" ContentType="application/vnd.openxmlformats-package.relationships+xml"/>
  <Override PartName="/ppt/slides/_rels/slide815.xml.rels" ContentType="application/vnd.openxmlformats-package.relationships+xml"/>
  <Override PartName="/ppt/slides/_rels/slide1173.xml.rels" ContentType="application/vnd.openxmlformats-package.relationships+xml"/>
  <Override PartName="/ppt/slides/_rels/slide1051.xml.rels" ContentType="application/vnd.openxmlformats-package.relationships+xml"/>
  <Override PartName="/ppt/slides/_rels/slide1117.xml.rels" ContentType="application/vnd.openxmlformats-package.relationships+xml"/>
  <Override PartName="/ppt/slides/_rels/slide637.xml.rels" ContentType="application/vnd.openxmlformats-package.relationships+xml"/>
  <Override PartName="/ppt/slides/_rels/slide333.xml.rels" ContentType="application/vnd.openxmlformats-package.relationships+xml"/>
  <Override PartName="/ppt/slides/_rels/slide29.xml.rels" ContentType="application/vnd.openxmlformats-package.relationships+xml"/>
  <Override PartName="/ppt/slides/_rels/slide113.xml.rels" ContentType="application/vnd.openxmlformats-package.relationships+xml"/>
  <Override PartName="/ppt/slides/_rels/slide409.xml.rels" ContentType="application/vnd.openxmlformats-package.relationships+xml"/>
  <Override PartName="/ppt/slides/_rels/slide1007.xml.rels" ContentType="application/vnd.openxmlformats-package.relationships+xml"/>
  <Override PartName="/ppt/slides/_rels/slide1170.xml.rels" ContentType="application/vnd.openxmlformats-package.relationships+xml"/>
  <Override PartName="/ppt/slides/_rels/slide961.xml.rels" ContentType="application/vnd.openxmlformats-package.relationships+xml"/>
  <Override PartName="/ppt/slides/_rels/slide1183.xml.rels" ContentType="application/vnd.openxmlformats-package.relationships+xml"/>
  <Override PartName="/ppt/slides/_rels/slide753.xml.rels" ContentType="application/vnd.openxmlformats-package.relationships+xml"/>
  <Override PartName="/ppt/slides/_rels/slide115.xml.rels" ContentType="application/vnd.openxmlformats-package.relationships+xml"/>
  <Override PartName="/ppt/slides/_rels/slide1159.xml.rels" ContentType="application/vnd.openxmlformats-package.relationships+xml"/>
  <Override PartName="/ppt/slides/_rels/slide1172.xml.rels" ContentType="application/vnd.openxmlformats-package.relationships+xml"/>
  <Override PartName="/ppt/slides/_rels/slide1087.xml.rels" ContentType="application/vnd.openxmlformats-package.relationships+xml"/>
  <Override PartName="/ppt/slides/_rels/slide1108.xml.rels" ContentType="application/vnd.openxmlformats-package.relationships+xml"/>
  <Override PartName="/ppt/slides/_rels/slide814.xml.rels" ContentType="application/vnd.openxmlformats-package.relationships+xml"/>
  <Override PartName="/ppt/slides/_rels/slide66.xml.rels" ContentType="application/vnd.openxmlformats-package.relationships+xml"/>
  <Override PartName="/ppt/slides/_rels/slide114.xml.rels" ContentType="application/vnd.openxmlformats-package.relationships+xml"/>
  <Override PartName="/ppt/slides/_rels/slide202.xml.rels" ContentType="application/vnd.openxmlformats-package.relationships+xml"/>
  <Override PartName="/ppt/slides/_rels/slide142.xml.rels" ContentType="application/vnd.openxmlformats-package.relationships+xml"/>
  <Override PartName="/ppt/slides/_rels/slide813.xml.rels" ContentType="application/vnd.openxmlformats-package.relationships+xml"/>
  <Override PartName="/ppt/slides/_rels/slide1181.xml.rels" ContentType="application/vnd.openxmlformats-package.relationships+xml"/>
  <Override PartName="/ppt/slides/_rels/slide111.xml.rels" ContentType="application/vnd.openxmlformats-package.relationships+xml"/>
  <Override PartName="/ppt/slides/_rels/slide956.xml.rels" ContentType="application/vnd.openxmlformats-package.relationships+xml"/>
  <Override PartName="/ppt/slides/_rels/slide519.xml.rels" ContentType="application/vnd.openxmlformats-package.relationships+xml"/>
  <Override PartName="/ppt/slides/_rels/slide317.xml.rels" ContentType="application/vnd.openxmlformats-package.relationships+xml"/>
  <Override PartName="/ppt/slides/_rels/slide159.xml.rels" ContentType="application/vnd.openxmlformats-package.relationships+xml"/>
  <Override PartName="/ppt/slides/_rels/slide691.xml.rels" ContentType="application/vnd.openxmlformats-package.relationships+xml"/>
  <Override PartName="/ppt/slides/_rels/slide416.xml.rels" ContentType="application/vnd.openxmlformats-package.relationships+xml"/>
  <Override PartName="/ppt/slides/_rels/slide321.xml.rels" ContentType="application/vnd.openxmlformats-package.relationships+xml"/>
  <Override PartName="/ppt/slides/_rels/slide1243.xml.rels" ContentType="application/vnd.openxmlformats-package.relationships+xml"/>
  <Override PartName="/ppt/slides/_rels/slide106.xml.rels" ContentType="application/vnd.openxmlformats-package.relationships+xml"/>
  <Override PartName="/ppt/slides/_rels/slide968.xml.rels" ContentType="application/vnd.openxmlformats-package.relationships+xml"/>
  <Override PartName="/ppt/slides/_rels/slide927.xml.rels" ContentType="application/vnd.openxmlformats-package.relationships+xml"/>
  <Override PartName="/ppt/slides/_rels/slide935.xml.rels" ContentType="application/vnd.openxmlformats-package.relationships+xml"/>
  <Override PartName="/ppt/slides/_rels/slide1160.xml.rels" ContentType="application/vnd.openxmlformats-package.relationships+xml"/>
  <Override PartName="/ppt/slides/_rels/slide122.xml.rels" ContentType="application/vnd.openxmlformats-package.relationships+xml"/>
  <Override PartName="/ppt/slides/_rels/slide316.xml.rels" ContentType="application/vnd.openxmlformats-package.relationships+xml"/>
  <Override PartName="/ppt/slides/_rels/slide1102.xml.rels" ContentType="application/vnd.openxmlformats-package.relationships+xml"/>
  <Override PartName="/ppt/slides/_rels/slide377.xml.rels" ContentType="application/vnd.openxmlformats-package.relationships+xml"/>
  <Override PartName="/ppt/slides/_rels/slide1162.xml.rels" ContentType="application/vnd.openxmlformats-package.relationships+xml"/>
  <Override PartName="/ppt/slides/_rels/slide642.xml.rels" ContentType="application/vnd.openxmlformats-package.relationships+xml"/>
  <Override PartName="/ppt/slides/_rels/slide1277.xml.rels" ContentType="application/vnd.openxmlformats-package.relationships+xml"/>
  <Override PartName="/ppt/slides/_rels/slide768.xml.rels" ContentType="application/vnd.openxmlformats-package.relationships+xml"/>
  <Override PartName="/ppt/slides/_rels/slide967.xml.rels" ContentType="application/vnd.openxmlformats-package.relationships+xml"/>
  <Override PartName="/ppt/slides/_rels/slide104.xml.rels" ContentType="application/vnd.openxmlformats-package.relationships+xml"/>
  <Override PartName="/ppt/slides/_rels/slide694.xml.rels" ContentType="application/vnd.openxmlformats-package.relationships+xml"/>
  <Override PartName="/ppt/slides/_rels/slide1227.xml.rels" ContentType="application/vnd.openxmlformats-package.relationships+xml"/>
  <Override PartName="/ppt/slides/_rels/slide1266.xml.rels" ContentType="application/vnd.openxmlformats-package.relationships+xml"/>
  <Override PartName="/ppt/slides/_rels/slide803.xml.rels" ContentType="application/vnd.openxmlformats-package.relationships+xml"/>
  <Override PartName="/ppt/slides/_rels/slide181.xml.rels" ContentType="application/vnd.openxmlformats-package.relationships+xml"/>
  <Override PartName="/ppt/slides/_rels/slide35.xml.rels" ContentType="application/vnd.openxmlformats-package.relationships+xml"/>
  <Override PartName="/ppt/slides/_rels/slide1282.xml.rels" ContentType="application/vnd.openxmlformats-package.relationships+xml"/>
  <Override PartName="/ppt/slides/_rels/slide969.xml.rels" ContentType="application/vnd.openxmlformats-package.relationships+xml"/>
  <Override PartName="/ppt/slides/_rels/slide481.xml.rels" ContentType="application/vnd.openxmlformats-package.relationships+xml"/>
  <Override PartName="/ppt/slides/_rels/slide785.xml.rels" ContentType="application/vnd.openxmlformats-package.relationships+xml"/>
  <Override PartName="/ppt/slides/_rels/slide390.xml.rels" ContentType="application/vnd.openxmlformats-package.relationships+xml"/>
  <Override PartName="/ppt/slides/_rels/slide267.xml.rels" ContentType="application/vnd.openxmlformats-package.relationships+xml"/>
  <Override PartName="/ppt/slides/_rels/slide797.xml.rels" ContentType="application/vnd.openxmlformats-package.relationships+xml"/>
  <Override PartName="/ppt/slides/_rels/slide800.xml.rels" ContentType="application/vnd.openxmlformats-package.relationships+xml"/>
  <Override PartName="/ppt/slides/_rels/slide810.xml.rels" ContentType="application/vnd.openxmlformats-package.relationships+xml"/>
  <Override PartName="/ppt/slides/_rels/slide701.xml.rels" ContentType="application/vnd.openxmlformats-package.relationships+xml"/>
  <Override PartName="/ppt/slides/_rels/slide680.xml.rels" ContentType="application/vnd.openxmlformats-package.relationships+xml"/>
  <Override PartName="/ppt/slides/_rels/slide1149.xml.rels" ContentType="application/vnd.openxmlformats-package.relationships+xml"/>
  <Override PartName="/ppt/slides/_rels/slide258.xml.rels" ContentType="application/vnd.openxmlformats-package.relationships+xml"/>
  <Override PartName="/ppt/slides/_rels/slide589.xml.rels" ContentType="application/vnd.openxmlformats-package.relationships+xml"/>
  <Override PartName="/ppt/slides/_rels/slide957.xml.rels" ContentType="application/vnd.openxmlformats-package.relationships+xml"/>
  <Override PartName="/ppt/slides/_rels/slide269.xml.rels" ContentType="application/vnd.openxmlformats-package.relationships+xml"/>
  <Override PartName="/ppt/slides/_rels/slide290.xml.rels" ContentType="application/vnd.openxmlformats-package.relationships+xml"/>
  <Override PartName="/ppt/slides/_rels/slide257.xml.rels" ContentType="application/vnd.openxmlformats-package.relationships+xml"/>
  <Override PartName="/ppt/slides/_rels/slide1176.xml.rels" ContentType="application/vnd.openxmlformats-package.relationships+xml"/>
  <Override PartName="/ppt/slides/_rels/slide1414.xml.rels" ContentType="application/vnd.openxmlformats-package.relationships+xml"/>
  <Override PartName="/ppt/slides/_rels/slide1304.xml.rels" ContentType="application/vnd.openxmlformats-package.relationships+xml"/>
  <Override PartName="/ppt/slides/_rels/slide897.xml.rels" ContentType="application/vnd.openxmlformats-package.relationships+xml"/>
  <Override PartName="/ppt/slides/_rels/slide252.xml.rels" ContentType="application/vnd.openxmlformats-package.relationships+xml"/>
  <Override PartName="/ppt/slides/_rels/slide788.xml.rels" ContentType="application/vnd.openxmlformats-package.relationships+xml"/>
  <Override PartName="/ppt/slides/_rels/slide1413.xml.rels" ContentType="application/vnd.openxmlformats-package.relationships+xml"/>
  <Override PartName="/ppt/slides/_rels/slide251.xml.rels" ContentType="application/vnd.openxmlformats-package.relationships+xml"/>
  <Override PartName="/ppt/slides/_rels/slide485.xml.rels" ContentType="application/vnd.openxmlformats-package.relationships+xml"/>
  <Override PartName="/ppt/slides/_rels/slide945.xml.rels" ContentType="application/vnd.openxmlformats-package.relationships+xml"/>
  <Override PartName="/ppt/slides/_rels/slide965.xml.rels" ContentType="application/vnd.openxmlformats-package.relationships+xml"/>
  <Override PartName="/ppt/slides/_rels/slide246.xml.rels" ContentType="application/vnd.openxmlformats-package.relationships+xml"/>
  <Override PartName="/ppt/slides/_rels/slide1155.xml.rels" ContentType="application/vnd.openxmlformats-package.relationships+xml"/>
  <Override PartName="/ppt/slides/_rels/slide54.xml.rels" ContentType="application/vnd.openxmlformats-package.relationships+xml"/>
  <Override PartName="/ppt/slides/_rels/slide899.xml.rels" ContentType="application/vnd.openxmlformats-package.relationships+xml"/>
  <Override PartName="/ppt/slides/_rels/slide1028.xml.rels" ContentType="application/vnd.openxmlformats-package.relationships+xml"/>
  <Override PartName="/ppt/slides/_rels/slide244.xml.rels" ContentType="application/vnd.openxmlformats-package.relationships+xml"/>
  <Override PartName="/ppt/slides/_rels/slide942.xml.rels" ContentType="application/vnd.openxmlformats-package.relationships+xml"/>
  <Override PartName="/ppt/slides/_rels/slide941.xml.rels" ContentType="application/vnd.openxmlformats-package.relationships+xml"/>
  <Override PartName="/ppt/slides/_rels/slide230.xml.rels" ContentType="application/vnd.openxmlformats-package.relationships+xml"/>
  <Override PartName="/ppt/slides/_rels/slide474.xml.rels" ContentType="application/vnd.openxmlformats-package.relationships+xml"/>
  <Override PartName="/ppt/slides/_rels/slide864.xml.rels" ContentType="application/vnd.openxmlformats-package.relationships+xml"/>
  <Override PartName="/ppt/slides/_rels/slide233.xml.rels" ContentType="application/vnd.openxmlformats-package.relationships+xml"/>
  <Override PartName="/ppt/slides/_rels/slide635.xml.rels" ContentType="application/vnd.openxmlformats-package.relationships+xml"/>
  <Override PartName="/ppt/slides/_rels/slide1178.xml.rels" ContentType="application/vnd.openxmlformats-package.relationships+xml"/>
  <Override PartName="/ppt/slides/_rels/slide1290.xml.rels" ContentType="application/vnd.openxmlformats-package.relationships+xml"/>
  <Override PartName="/ppt/slides/_rels/slide1116.xml.rels" ContentType="application/vnd.openxmlformats-package.relationships+xml"/>
  <Override PartName="/ppt/slides/_rels/slide805.xml.rels" ContentType="application/vnd.openxmlformats-package.relationships+xml"/>
  <Override PartName="/ppt/slides/_rels/slide236.xml.rels" ContentType="application/vnd.openxmlformats-package.relationships+xml"/>
  <Override PartName="/ppt/slides/_rels/slide1091.xml.rels" ContentType="application/vnd.openxmlformats-package.relationships+xml"/>
  <Override PartName="/ppt/slides/_rels/slide119.xml.rels" ContentType="application/vnd.openxmlformats-package.relationships+xml"/>
  <Override PartName="/ppt/slides/_rels/slide1293.xml.rels" ContentType="application/vnd.openxmlformats-package.relationships+xml"/>
  <Override PartName="/ppt/slides/_rels/slide567.xml.rels" ContentType="application/vnd.openxmlformats-package.relationships+xml"/>
  <Override PartName="/ppt/slides/_rels/slide392.xml.rels" ContentType="application/vnd.openxmlformats-package.relationships+xml"/>
  <Override PartName="/ppt/slides/_rels/slide621.xml.rels" ContentType="application/vnd.openxmlformats-package.relationships+xml"/>
  <Override PartName="/ppt/slides/_rels/slide235.xml.rels" ContentType="application/vnd.openxmlformats-package.relationships+xml"/>
  <Override PartName="/ppt/slides/_rels/slide81.xml.rels" ContentType="application/vnd.openxmlformats-package.relationships+xml"/>
  <Override PartName="/ppt/slides/_rels/slide1292.xml.rels" ContentType="application/vnd.openxmlformats-package.relationships+xml"/>
  <Override PartName="/ppt/slides/_rels/slide868.xml.rels" ContentType="application/vnd.openxmlformats-package.relationships+xml"/>
  <Override PartName="/ppt/slides/_rels/slide391.xml.rels" ContentType="application/vnd.openxmlformats-package.relationships+xml"/>
  <Override PartName="/ppt/slides/_rels/slide394.xml.rels" ContentType="application/vnd.openxmlformats-package.relationships+xml"/>
  <Override PartName="/ppt/slides/_rels/slide407.xml.rels" ContentType="application/vnd.openxmlformats-package.relationships+xml"/>
  <Override PartName="/ppt/slides/_rels/slide725.xml.rels" ContentType="application/vnd.openxmlformats-package.relationships+xml"/>
  <Override PartName="/ppt/slides/_rels/slide245.xml.rels" ContentType="application/vnd.openxmlformats-package.relationships+xml"/>
  <Override PartName="/ppt/slides/_rels/slide231.xml.rels" ContentType="application/vnd.openxmlformats-package.relationships+xml"/>
  <Override PartName="/ppt/slides/_rels/slide806.xml.rels" ContentType="application/vnd.openxmlformats-package.relationships+xml"/>
  <Override PartName="/ppt/slides/_rels/slide933.xml.rels" ContentType="application/vnd.openxmlformats-package.relationships+xml"/>
  <Override PartName="/ppt/slides/_rels/slide1291.xml.rels" ContentType="application/vnd.openxmlformats-package.relationships+xml"/>
  <Override PartName="/ppt/slides/_rels/slide1398.xml.rels" ContentType="application/vnd.openxmlformats-package.relationships+xml"/>
  <Override PartName="/ppt/slides/_rels/slide988.xml.rels" ContentType="application/vnd.openxmlformats-package.relationships+xml"/>
  <Override PartName="/ppt/slides/_rels/slide1348.xml.rels" ContentType="application/vnd.openxmlformats-package.relationships+xml"/>
  <Override PartName="/ppt/slides/_rels/slide140.xml.rels" ContentType="application/vnd.openxmlformats-package.relationships+xml"/>
  <Override PartName="/ppt/slides/_rels/slide382.xml.rels" ContentType="application/vnd.openxmlformats-package.relationships+xml"/>
  <Override PartName="/ppt/slides/_rels/slide36.xml.rels" ContentType="application/vnd.openxmlformats-package.relationships+xml"/>
  <Override PartName="/ppt/slides/_rels/slide512.xml.rels" ContentType="application/vnd.openxmlformats-package.relationships+xml"/>
  <Override PartName="/ppt/slides/_rels/slide835.xml.rels" ContentType="application/vnd.openxmlformats-package.relationships+xml"/>
  <Override PartName="/ppt/slides/_rels/slide921.xml.rels" ContentType="application/vnd.openxmlformats-package.relationships+xml"/>
  <Override PartName="/ppt/slides/_rels/slide859.xml.rels" ContentType="application/vnd.openxmlformats-package.relationships+xml"/>
  <Override PartName="/ppt/slides/_rels/slide222.xml.rels" ContentType="application/vnd.openxmlformats-package.relationships+xml"/>
  <Override PartName="/ppt/slides/_rels/slide101.xml.rels" ContentType="application/vnd.openxmlformats-package.relationships+xml"/>
  <Override PartName="/ppt/slides/_rels/slide210.xml.rels" ContentType="application/vnd.openxmlformats-package.relationships+xml"/>
  <Override PartName="/ppt/slides/_rels/slide915.xml.rels" ContentType="application/vnd.openxmlformats-package.relationships+xml"/>
  <Override PartName="/ppt/slides/_rels/slide315.xml.rels" ContentType="application/vnd.openxmlformats-package.relationships+xml"/>
  <Override PartName="/ppt/slides/_rels/slide491.xml.rels" ContentType="application/vnd.openxmlformats-package.relationships+xml"/>
  <Override PartName="/ppt/slides/_rels/slide934.xml.rels" ContentType="application/vnd.openxmlformats-package.relationships+xml"/>
  <Override PartName="/ppt/slides/_rels/slide366.xml.rels" ContentType="application/vnd.openxmlformats-package.relationships+xml"/>
  <Override PartName="/ppt/slides/_rels/slide825.xml.rels" ContentType="application/vnd.openxmlformats-package.relationships+xml"/>
  <Override PartName="/ppt/slides/_rels/slide911.xml.rels" ContentType="application/vnd.openxmlformats-package.relationships+xml"/>
  <Override PartName="/ppt/slides/_rels/slide212.xml.rels" ContentType="application/vnd.openxmlformats-package.relationships+xml"/>
  <Override PartName="/ppt/slides/_rels/slide1180.xml.rels" ContentType="application/vnd.openxmlformats-package.relationships+xml"/>
  <Override PartName="/ppt/slides/_rels/slide943.xml.rels" ContentType="application/vnd.openxmlformats-package.relationships+xml"/>
  <Override PartName="/ppt/slides/_rels/slide1349.xml.rels" ContentType="application/vnd.openxmlformats-package.relationships+xml"/>
  <Override PartName="/ppt/slides/_rels/slide378.xml.rels" ContentType="application/vnd.openxmlformats-package.relationships+xml"/>
  <Override PartName="/ppt/slides/_rels/slide888.xml.rels" ContentType="application/vnd.openxmlformats-package.relationships+xml"/>
  <Override PartName="/ppt/slides/_rels/slide1049.xml.rels" ContentType="application/vnd.openxmlformats-package.relationships+xml"/>
  <Override PartName="/ppt/slides/_rels/slide200.xml.rels" ContentType="application/vnd.openxmlformats-package.relationships+xml"/>
  <Override PartName="/ppt/slides/_rels/slide363.xml.rels" ContentType="application/vnd.openxmlformats-package.relationships+xml"/>
  <Override PartName="/ppt/slides/_rels/slide216.xml.rels" ContentType="application/vnd.openxmlformats-package.relationships+xml"/>
  <Override PartName="/ppt/slides/_rels/slide791.xml.rels" ContentType="application/vnd.openxmlformats-package.relationships+xml"/>
  <Override PartName="/ppt/slides/_rels/slide336.xml.rels" ContentType="application/vnd.openxmlformats-package.relationships+xml"/>
  <Override PartName="/ppt/slides/_rels/slide1238.xml.rels" ContentType="application/vnd.openxmlformats-package.relationships+xml"/>
  <Override PartName="/ppt/slides/_rels/slide905.xml.rels" ContentType="application/vnd.openxmlformats-package.relationships+xml"/>
  <Override PartName="/ppt/slides/_rels/slide1263.xml.rels" ContentType="application/vnd.openxmlformats-package.relationships+xml"/>
  <Override PartName="/ppt/slides/_rels/slide541.xml.rels" ContentType="application/vnd.openxmlformats-package.relationships+xml"/>
  <Override PartName="/ppt/slides/_rels/slide1054.xml.rels" ContentType="application/vnd.openxmlformats-package.relationships+xml"/>
  <Override PartName="/ppt/slides/_rels/slide1045.xml.rels" ContentType="application/vnd.openxmlformats-package.relationships+xml"/>
  <Override PartName="/ppt/slides/_rels/slide1128.xml.rels" ContentType="application/vnd.openxmlformats-package.relationships+xml"/>
  <Override PartName="/ppt/slides/_rels/slide362.xml.rels" ContentType="application/vnd.openxmlformats-package.relationships+xml"/>
  <Override PartName="/ppt/slides/_rels/slide901.xml.rels" ContentType="application/vnd.openxmlformats-package.relationships+xml"/>
  <Override PartName="/ppt/slides/_rels/slide196.xml.rels" ContentType="application/vnd.openxmlformats-package.relationships+xml"/>
  <Override PartName="/ppt/slides/_rels/slide533.xml.rels" ContentType="application/vnd.openxmlformats-package.relationships+xml"/>
  <Override PartName="/ppt/slides/_rels/slide429.xml.rels" ContentType="application/vnd.openxmlformats-package.relationships+xml"/>
  <Override PartName="/ppt/slides/_rels/slide1063.xml.rels" ContentType="application/vnd.openxmlformats-package.relationships+xml"/>
  <Override PartName="/ppt/slides/_rels/slide894.xml.rels" ContentType="application/vnd.openxmlformats-package.relationships+xml"/>
  <Override PartName="/ppt/slides/_rels/slide840.xml.rels" ContentType="application/vnd.openxmlformats-package.relationships+xml"/>
  <Override PartName="/ppt/slides/_rels/slide893.xml.rels" ContentType="application/vnd.openxmlformats-package.relationships+xml"/>
  <Override PartName="/ppt/slides/_rels/slide1382.xml.rels" ContentType="application/vnd.openxmlformats-package.relationships+xml"/>
  <Override PartName="/ppt/slides/_rels/slide450.xml.rels" ContentType="application/vnd.openxmlformats-package.relationships+xml"/>
  <Override PartName="/ppt/slides/_rels/slide194.xml.rels" ContentType="application/vnd.openxmlformats-package.relationships+xml"/>
  <Override PartName="/ppt/slides/_rels/slide112.xml.rels" ContentType="application/vnd.openxmlformats-package.relationships+xml"/>
  <Override PartName="/ppt/slides/_rels/slide193.xml.rels" ContentType="application/vnd.openxmlformats-package.relationships+xml"/>
  <Override PartName="/ppt/slides/_rels/slide1354.xml.rels" ContentType="application/vnd.openxmlformats-package.relationships+xml"/>
  <Override PartName="/ppt/slides/_rels/slide343.xml.rels" ContentType="application/vnd.openxmlformats-package.relationships+xml"/>
  <Override PartName="/ppt/slides/_rels/slide198.xml.rels" ContentType="application/vnd.openxmlformats-package.relationships+xml"/>
  <Override PartName="/ppt/slides/_rels/slide515.xml.rels" ContentType="application/vnd.openxmlformats-package.relationships+xml"/>
  <Override PartName="/ppt/slides/_rels/slide98.xml.rels" ContentType="application/vnd.openxmlformats-package.relationships+xml"/>
  <Override PartName="/ppt/slides/_rels/slide671.xml.rels" ContentType="application/vnd.openxmlformats-package.relationships+xml"/>
  <Override PartName="/ppt/slides/_rels/slide411.xml.rels" ContentType="application/vnd.openxmlformats-package.relationships+xml"/>
  <Override PartName="/ppt/slides/_rels/slide1055.xml.rels" ContentType="application/vnd.openxmlformats-package.relationships+xml"/>
  <Override PartName="/ppt/slides/_rels/slide577.xml.rels" ContentType="application/vnd.openxmlformats-package.relationships+xml"/>
  <Override PartName="/ppt/slides/_rels/slide30.xml.rels" ContentType="application/vnd.openxmlformats-package.relationships+xml"/>
  <Override PartName="/ppt/slides/_rels/slide1104.xml.rels" ContentType="application/vnd.openxmlformats-package.relationships+xml"/>
  <Override PartName="/ppt/slides/_rels/slide641.xml.rels" ContentType="application/vnd.openxmlformats-package.relationships+xml"/>
  <Override PartName="/ppt/slides/_rels/slide501.xml.rels" ContentType="application/vnd.openxmlformats-package.relationships+xml"/>
  <Override PartName="/ppt/slides/_rels/slide891.xml.rels" ContentType="application/vnd.openxmlformats-package.relationships+xml"/>
  <Override PartName="/ppt/slides/_rels/slide583.xml.rels" ContentType="application/vnd.openxmlformats-package.relationships+xml"/>
  <Override PartName="/ppt/slides/_rels/slide495.xml.rels" ContentType="application/vnd.openxmlformats-package.relationships+xml"/>
  <Override PartName="/ppt/slides/_rels/slide822.xml.rels" ContentType="application/vnd.openxmlformats-package.relationships+xml"/>
  <Override PartName="/ppt/slides/_rels/slide1215.xml.rels" ContentType="application/vnd.openxmlformats-package.relationships+xml"/>
  <Override PartName="/ppt/slides/_rels/slide1148.xml.rels" ContentType="application/vnd.openxmlformats-package.relationships+xml"/>
  <Override PartName="/ppt/slides/_rels/slide192.xml.rels" ContentType="application/vnd.openxmlformats-package.relationships+xml"/>
  <Override PartName="/ppt/slides/_rels/slide43.xml.rels" ContentType="application/vnd.openxmlformats-package.relationships+xml"/>
  <Override PartName="/ppt/slides/_rels/slide191.xml.rels" ContentType="application/vnd.openxmlformats-package.relationships+xml"/>
  <Override PartName="/ppt/slides/_rels/slide946.xml.rels" ContentType="application/vnd.openxmlformats-package.relationships+xml"/>
  <Override PartName="/ppt/slides/_rels/slide393.xml.rels" ContentType="application/vnd.openxmlformats-package.relationships+xml"/>
  <Override PartName="/ppt/slides/_rels/slide920.xml.rels" ContentType="application/vnd.openxmlformats-package.relationships+xml"/>
  <Override PartName="/ppt/slides/_rels/slide387.xml.rels" ContentType="application/vnd.openxmlformats-package.relationships+xml"/>
  <Override PartName="/ppt/slides/_rels/slide227.xml.rels" ContentType="application/vnd.openxmlformats-package.relationships+xml"/>
  <Override PartName="/ppt/slides/_rels/slide504.xml.rels" ContentType="application/vnd.openxmlformats-package.relationships+xml"/>
  <Override PartName="/ppt/slides/_rels/slide263.xml.rels" ContentType="application/vnd.openxmlformats-package.relationships+xml"/>
  <Override PartName="/ppt/slides/_rels/slide618.xml.rels" ContentType="application/vnd.openxmlformats-package.relationships+xml"/>
  <Override PartName="/ppt/slides/_rels/slide410.xml.rels" ContentType="application/vnd.openxmlformats-package.relationships+xml"/>
  <Override PartName="/ppt/slides/_rels/slide88.xml.rels" ContentType="application/vnd.openxmlformats-package.relationships+xml"/>
  <Override PartName="/ppt/slides/_rels/slide875.xml.rels" ContentType="application/vnd.openxmlformats-package.relationships+xml"/>
  <Override PartName="/ppt/slides/_rels/slide1053.xml.rels" ContentType="application/vnd.openxmlformats-package.relationships+xml"/>
  <Override PartName="/ppt/slides/_rels/slide461.xml.rels" ContentType="application/vnd.openxmlformats-package.relationships+xml"/>
  <Override PartName="/ppt/slides/_rels/slide1249.xml.rels" ContentType="application/vnd.openxmlformats-package.relationships+xml"/>
  <Override PartName="/ppt/slides/_rels/slide208.xml.rels" ContentType="application/vnd.openxmlformats-package.relationships+xml"/>
  <Override PartName="/ppt/slides/_rels/slide1357.xml.rels" ContentType="application/vnd.openxmlformats-package.relationships+xml"/>
  <Override PartName="/ppt/slides/_rels/slide76.xml.rels" ContentType="application/vnd.openxmlformats-package.relationships+xml"/>
  <Override PartName="/ppt/slides/_rels/slide176.xml.rels" ContentType="application/vnd.openxmlformats-package.relationships+xml"/>
  <Override PartName="/ppt/slides/_rels/slide1350.xml.rels" ContentType="application/vnd.openxmlformats-package.relationships+xml"/>
  <Override PartName="/ppt/slides/_rels/slide952.xml.rels" ContentType="application/vnd.openxmlformats-package.relationships+xml"/>
  <Override PartName="/ppt/slides/_rels/slide1207.xml.rels" ContentType="application/vnd.openxmlformats-package.relationships+xml"/>
  <Override PartName="/ppt/slides/_rels/slide1253.xml.rels" ContentType="application/vnd.openxmlformats-package.relationships+xml"/>
  <Override PartName="/ppt/slides/_rels/slide871.xml.rels" ContentType="application/vnd.openxmlformats-package.relationships+xml"/>
  <Override PartName="/ppt/slides/_rels/slide1288.xml.rels" ContentType="application/vnd.openxmlformats-package.relationships+xml"/>
  <Override PartName="/ppt/slides/_rels/slide1057.xml.rels" ContentType="application/vnd.openxmlformats-package.relationships+xml"/>
  <Override PartName="/ppt/slides/_rels/slide6.xml.rels" ContentType="application/vnd.openxmlformats-package.relationships+xml"/>
  <Override PartName="/ppt/slides/_rels/slide719.xml.rels" ContentType="application/vnd.openxmlformats-package.relationships+xml"/>
  <Override PartName="/ppt/slides/_rels/slide666.xml.rels" ContentType="application/vnd.openxmlformats-package.relationships+xml"/>
  <Override PartName="/ppt/slides/_rels/slide990.xml.rels" ContentType="application/vnd.openxmlformats-package.relationships+xml"/>
  <Override PartName="/ppt/slides/_rels/slide374.xml.rels" ContentType="application/vnd.openxmlformats-package.relationships+xml"/>
  <Override PartName="/ppt/slides/_rels/slide730.xml.rels" ContentType="application/vnd.openxmlformats-package.relationships+xml"/>
  <Override PartName="/ppt/slides/_rels/slide93.xml.rels" ContentType="application/vnd.openxmlformats-package.relationships+xml"/>
  <Override PartName="/ppt/slides/_rels/slide689.xml.rels" ContentType="application/vnd.openxmlformats-package.relationships+xml"/>
  <Override PartName="/ppt/slides/_rels/slide676.xml.rels" ContentType="application/vnd.openxmlformats-package.relationships+xml"/>
  <Override PartName="/ppt/slides/_rels/slide679.xml.rels" ContentType="application/vnd.openxmlformats-package.relationships+xml"/>
  <Override PartName="/ppt/slides/_rels/slide604.xml.rels" ContentType="application/vnd.openxmlformats-package.relationships+xml"/>
  <Override PartName="/ppt/slides/_rels/slide20.xml.rels" ContentType="application/vnd.openxmlformats-package.relationships+xml"/>
  <Override PartName="/ppt/slides/_rels/slide826.xml.rels" ContentType="application/vnd.openxmlformats-package.relationships+xml"/>
  <Override PartName="/ppt/slides/_rels/slide1278.xml.rels" ContentType="application/vnd.openxmlformats-package.relationships+xml"/>
  <Override PartName="/ppt/slides/_rels/slide980.xml.rels" ContentType="application/vnd.openxmlformats-package.relationships+xml"/>
  <Override PartName="/ppt/slides/_rels/slide632.xml.rels" ContentType="application/vnd.openxmlformats-package.relationships+xml"/>
  <Override PartName="/ppt/slides/_rels/slide96.xml.rels" ContentType="application/vnd.openxmlformats-package.relationships+xml"/>
  <Override PartName="/ppt/slides/_rels/slide224.xml.rels" ContentType="application/vnd.openxmlformats-package.relationships+xml"/>
  <Override PartName="/ppt/slides/_rels/slide1379.xml.rels" ContentType="application/vnd.openxmlformats-package.relationships+xml"/>
  <Override PartName="/ppt/slides/_rels/slide910.xml.rels" ContentType="application/vnd.openxmlformats-package.relationships+xml"/>
  <Override PartName="/ppt/slides/_rels/slide1321.xml.rels" ContentType="application/vnd.openxmlformats-package.relationships+xml"/>
  <Override PartName="/ppt/slides/_rels/slide1027.xml.rels" ContentType="application/vnd.openxmlformats-package.relationships+xml"/>
  <Override PartName="/ppt/slides/_rels/slide318.xml.rels" ContentType="application/vnd.openxmlformats-package.relationships+xml"/>
  <Override PartName="/ppt/slides/_rels/slide1244.xml.rels" ContentType="application/vnd.openxmlformats-package.relationships+xml"/>
  <Override PartName="/ppt/slides/_rels/slide841.xml.rels" ContentType="application/vnd.openxmlformats-package.relationships+xml"/>
  <Override PartName="/ppt/slides/_rels/slide563.xml.rels" ContentType="application/vnd.openxmlformats-package.relationships+xml"/>
  <Override PartName="/ppt/slides/_rels/slide619.xml.rels" ContentType="application/vnd.openxmlformats-package.relationships+xml"/>
  <Override PartName="/ppt/slides/_rels/slide1353.xml.rels" ContentType="application/vnd.openxmlformats-package.relationships+xml"/>
  <Override PartName="/ppt/slides/_rels/slide1146.xml.rels" ContentType="application/vnd.openxmlformats-package.relationships+xml"/>
  <Override PartName="/ppt/slides/_rels/slide1272.xml.rels" ContentType="application/vnd.openxmlformats-package.relationships+xml"/>
  <Override PartName="/ppt/slides/_rels/slide92.xml.rels" ContentType="application/vnd.openxmlformats-package.relationships+xml"/>
  <Override PartName="/ppt/slides/_rels/slide1158.xml.rels" ContentType="application/vnd.openxmlformats-package.relationships+xml"/>
  <Override PartName="/ppt/slides/_rels/slide634.xml.rels" ContentType="application/vnd.openxmlformats-package.relationships+xml"/>
  <Override PartName="/ppt/slides/_rels/slide1008.xml.rels" ContentType="application/vnd.openxmlformats-package.relationships+xml"/>
  <Override PartName="/ppt/slides/_rels/slide614.xml.rels" ContentType="application/vnd.openxmlformats-package.relationships+xml"/>
  <Override PartName="/ppt/slides/_rels/slide574.xml.rels" ContentType="application/vnd.openxmlformats-package.relationships+xml"/>
  <Override PartName="/ppt/slides/_rels/slide1147.xml.rels" ContentType="application/vnd.openxmlformats-package.relationships+xml"/>
  <Override PartName="/ppt/slides/_rels/slide395.xml.rels" ContentType="application/vnd.openxmlformats-package.relationships+xml"/>
  <Override PartName="/ppt/slides/_rels/slide1048.xml.rels" ContentType="application/vnd.openxmlformats-package.relationships+xml"/>
  <Override PartName="/ppt/slides/_rels/slide464.xml.rels" ContentType="application/vnd.openxmlformats-package.relationships+xml"/>
  <Override PartName="/ppt/slides/_rels/slide1378.xml.rels" ContentType="application/vnd.openxmlformats-package.relationships+xml"/>
  <Override PartName="/ppt/slides/_rels/slide375.xml.rels" ContentType="application/vnd.openxmlformats-package.relationships+xml"/>
  <Override PartName="/ppt/slides/_rels/slide591.xml.rels" ContentType="application/vnd.openxmlformats-package.relationships+xml"/>
  <Override PartName="/ppt/slides/_rels/slide560.xml.rels" ContentType="application/vnd.openxmlformats-package.relationships+xml"/>
  <Override PartName="/ppt/slides/_rels/slide1167.xml.rels" ContentType="application/vnd.openxmlformats-package.relationships+xml"/>
  <Override PartName="/ppt/slides/_rels/slide708.xml.rels" ContentType="application/vnd.openxmlformats-package.relationships+xml"/>
  <Override PartName="/ppt/slides/_rels/slide105.xml.rels" ContentType="application/vnd.openxmlformats-package.relationships+xml"/>
  <Override PartName="/ppt/slides/_rels/slide463.xml.rels" ContentType="application/vnd.openxmlformats-package.relationships+xml"/>
  <Override PartName="/ppt/slides/_rels/slide385.xml.rels" ContentType="application/vnd.openxmlformats-package.relationships+xml"/>
  <Override PartName="/ppt/slides/_rels/slide1352.xml.rels" ContentType="application/vnd.openxmlformats-package.relationships+xml"/>
  <Override PartName="/ppt/slides/_rels/slide650.xml.rels" ContentType="application/vnd.openxmlformats-package.relationships+xml"/>
  <Override PartName="/ppt/slides/_rels/slide1143.xml.rels" ContentType="application/vnd.openxmlformats-package.relationships+xml"/>
  <Override PartName="/ppt/slides/_rels/slide1010.xml.rels" ContentType="application/vnd.openxmlformats-package.relationships+xml"/>
  <Override PartName="/ppt/slides/_rels/slide455.xml.rels" ContentType="application/vnd.openxmlformats-package.relationships+xml"/>
  <Override PartName="/ppt/slides/_rels/slide1423.xml.rels" ContentType="application/vnd.openxmlformats-package.relationships+xml"/>
  <Override PartName="/ppt/slides/_rels/slide870.xml.rels" ContentType="application/vnd.openxmlformats-package.relationships+xml"/>
  <Override PartName="/ppt/slides/_rels/slide1034.xml.rels" ContentType="application/vnd.openxmlformats-package.relationships+xml"/>
  <Override PartName="/ppt/slides/_rels/slide944.xml.rels" ContentType="application/vnd.openxmlformats-package.relationships+xml"/>
  <Override PartName="/ppt/slides/_rels/slide1043.xml.rels" ContentType="application/vnd.openxmlformats-package.relationships+xml"/>
  <Override PartName="/ppt/slides/_rels/slide360.xml.rels" ContentType="application/vnd.openxmlformats-package.relationships+xml"/>
  <Override PartName="/ppt/slides/_rels/slide786.xml.rels" ContentType="application/vnd.openxmlformats-package.relationships+xml"/>
  <Override PartName="/ppt/slides/_rels/slide1161.xml.rels" ContentType="application/vnd.openxmlformats-package.relationships+xml"/>
  <Override PartName="/ppt/slides/_rels/slide31.xml.rels" ContentType="application/vnd.openxmlformats-package.relationships+xml"/>
  <Override PartName="/ppt/slides/_rels/slide365.xml.rels" ContentType="application/vnd.openxmlformats-package.relationships+xml"/>
  <Override PartName="/ppt/slides/_rels/slide166.xml.rels" ContentType="application/vnd.openxmlformats-package.relationships+xml"/>
  <Override PartName="/ppt/slides/_rels/slide483.xml.rels" ContentType="application/vnd.openxmlformats-package.relationships+xml"/>
  <Override PartName="/ppt/slides/_rels/slide1369.xml.rels" ContentType="application/vnd.openxmlformats-package.relationships+xml"/>
  <Override PartName="/ppt/slides/_rels/slide770.xml.rels" ContentType="application/vnd.openxmlformats-package.relationships+xml"/>
  <Override PartName="/ppt/slides/_rels/slide364.xml.rels" ContentType="application/vnd.openxmlformats-package.relationships+xml"/>
  <Override PartName="/ppt/slides/_rels/slide702.xml.rels" ContentType="application/vnd.openxmlformats-package.relationships+xml"/>
  <Override PartName="/ppt/slides/_rels/slide978.xml.rels" ContentType="application/vnd.openxmlformats-package.relationships+xml"/>
  <Override PartName="/ppt/slides/_rels/slide401.xml.rels" ContentType="application/vnd.openxmlformats-package.relationships+xml"/>
  <Override PartName="/ppt/slides/_rels/slide1237.xml.rels" ContentType="application/vnd.openxmlformats-package.relationships+xml"/>
  <Override PartName="/ppt/slides/_rels/slide587.xml.rels" ContentType="application/vnd.openxmlformats-package.relationships+xml"/>
  <Override PartName="/ppt/slides/_rels/slide985.xml.rels" ContentType="application/vnd.openxmlformats-package.relationships+xml"/>
  <Override PartName="/ppt/slides/_rels/slide1284.xml.rels" ContentType="application/vnd.openxmlformats-package.relationships+xml"/>
  <Override PartName="/ppt/slides/_rels/slide163.xml.rels" ContentType="application/vnd.openxmlformats-package.relationships+xml"/>
  <Override PartName="/ppt/slides/_rels/slide1234.xml.rels" ContentType="application/vnd.openxmlformats-package.relationships+xml"/>
  <Override PartName="/ppt/slides/_rels/slide1258.xml.rels" ContentType="application/vnd.openxmlformats-package.relationships+xml"/>
  <Override PartName="/ppt/slides/_rels/slide1424.xml.rels" ContentType="application/vnd.openxmlformats-package.relationships+xml"/>
  <Override PartName="/ppt/slides/_rels/slide162.xml.rels" ContentType="application/vnd.openxmlformats-package.relationships+xml"/>
  <Override PartName="/ppt/slides/_rels/slide1323.xml.rels" ContentType="application/vnd.openxmlformats-package.relationships+xml"/>
  <Override PartName="/ppt/slides/_rels/slide242.xml.rels" ContentType="application/vnd.openxmlformats-package.relationships+xml"/>
  <Override PartName="/ppt/slides/_rels/slide261.xml.rels" ContentType="application/vnd.openxmlformats-package.relationships+xml"/>
  <Override PartName="/ppt/slides/_rels/slide651.xml.rels" ContentType="application/vnd.openxmlformats-package.relationships+xml"/>
  <Override PartName="/ppt/slides/_rels/slide327.xml.rels" ContentType="application/vnd.openxmlformats-package.relationships+xml"/>
  <Override PartName="/ppt/slides/_rels/slide816.xml.rels" ContentType="application/vnd.openxmlformats-package.relationships+xml"/>
  <Override PartName="/ppt/slides/_rels/slide693.xml.rels" ContentType="application/vnd.openxmlformats-package.relationships+xml"/>
  <Override PartName="/ppt/slides/_rels/slide1226.xml.rels" ContentType="application/vnd.openxmlformats-package.relationships+xml"/>
  <Override PartName="/ppt/slides/_rels/slide64.xml.rels" ContentType="application/vnd.openxmlformats-package.relationships+xml"/>
  <Override PartName="/ppt/slides/_rels/slide640.xml.rels" ContentType="application/vnd.openxmlformats-package.relationships+xml"/>
  <Override PartName="/ppt/slides/_rels/slide662.xml.rels" ContentType="application/vnd.openxmlformats-package.relationships+xml"/>
  <Override PartName="/ppt/slides/_rels/slide1247.xml.rels" ContentType="application/vnd.openxmlformats-package.relationships+xml"/>
  <Override PartName="/ppt/slides/_rels/slide1217.xml.rels" ContentType="application/vnd.openxmlformats-package.relationships+xml"/>
  <Override PartName="/ppt/slides/_rels/slide412.xml.rels" ContentType="application/vnd.openxmlformats-package.relationships+xml"/>
  <Override PartName="/ppt/slides/_rels/slide857.xml.rels" ContentType="application/vnd.openxmlformats-package.relationships+xml"/>
  <Override PartName="/ppt/slides/_rels/slide1033.xml.rels" ContentType="application/vnd.openxmlformats-package.relationships+xml"/>
  <Override PartName="/ppt/slides/_rels/slide1405.xml.rels" ContentType="application/vnd.openxmlformats-package.relationships+xml"/>
  <Override PartName="/ppt/slides/_rels/slide275.xml.rels" ContentType="application/vnd.openxmlformats-package.relationships+xml"/>
  <Override PartName="/ppt/slides/_rels/slide350.xml.rels" ContentType="application/vnd.openxmlformats-package.relationships+xml"/>
  <Override PartName="/ppt/slides/_rels/slide1260.xml.rels" ContentType="application/vnd.openxmlformats-package.relationships+xml"/>
  <Override PartName="/ppt/slides/_rels/slide456.xml.rels" ContentType="application/vnd.openxmlformats-package.relationships+xml"/>
  <Override PartName="/ppt/slides/_rels/slide683.xml.rels" ContentType="application/vnd.openxmlformats-package.relationships+xml"/>
  <Override PartName="/ppt/slides/_rels/slide1229.xml.rels" ContentType="application/vnd.openxmlformats-package.relationships+xml"/>
  <Override PartName="/ppt/slides/_rels/slide516.xml.rels" ContentType="application/vnd.openxmlformats-package.relationships+xml"/>
  <Override PartName="/ppt/slides/_rels/slide855.xml.rels" ContentType="application/vnd.openxmlformats-package.relationships+xml"/>
  <Override PartName="/ppt/slides/_rels/slide298.xml.rels" ContentType="application/vnd.openxmlformats-package.relationships+xml"/>
  <Override PartName="/ppt/slides/_rels/slide553.xml.rels" ContentType="application/vnd.openxmlformats-package.relationships+xml"/>
  <Override PartName="/ppt/slides/_rels/slide862.xml.rels" ContentType="application/vnd.openxmlformats-package.relationships+xml"/>
  <Override PartName="/ppt/slides/_rels/slide940.xml.rels" ContentType="application/vnd.openxmlformats-package.relationships+xml"/>
  <Override PartName="/ppt/slides/_rels/slide854.xml.rels" ContentType="application/vnd.openxmlformats-package.relationships+xml"/>
  <Override PartName="/ppt/slides/_rels/slide297.xml.rels" ContentType="application/vnd.openxmlformats-package.relationships+xml"/>
  <Override PartName="/ppt/slides/_rels/slide1225.xml.rels" ContentType="application/vnd.openxmlformats-package.relationships+xml"/>
  <Override PartName="/ppt/slides/_rels/slide628.xml.rels" ContentType="application/vnd.openxmlformats-package.relationships+xml"/>
  <Override PartName="/ppt/slides/_rels/slide852.xml.rels" ContentType="application/vnd.openxmlformats-package.relationships+xml"/>
  <Override PartName="/ppt/slides/_rels/slide1399.xml.rels" ContentType="application/vnd.openxmlformats-package.relationships+xml"/>
  <Override PartName="/ppt/slides/_rels/slide860.xml.rels" ContentType="application/vnd.openxmlformats-package.relationships+xml"/>
  <Override PartName="/ppt/slides/_rels/slide851.xml.rels" ContentType="application/vnd.openxmlformats-package.relationships+xml"/>
  <Override PartName="/ppt/slides/_rels/slide1242.xml.rels" ContentType="application/vnd.openxmlformats-package.relationships+xml"/>
  <Override PartName="/ppt/slides/_rels/slide479.xml.rels" ContentType="application/vnd.openxmlformats-package.relationships+xml"/>
  <Override PartName="/ppt/slides/_rels/slide253.xml.rels" ContentType="application/vnd.openxmlformats-package.relationships+xml"/>
  <Override PartName="/ppt/slides/_rels/slide1156.xml.rels" ContentType="application/vnd.openxmlformats-package.relationships+xml"/>
  <Override PartName="/ppt/slides/_rels/slide152.xml.rels" ContentType="application/vnd.openxmlformats-package.relationships+xml"/>
  <Override PartName="/ppt/slides/_rels/slide736.xml.rels" ContentType="application/vnd.openxmlformats-package.relationships+xml"/>
  <Override PartName="/ppt/slides/_rels/slide528.xml.rels" ContentType="application/vnd.openxmlformats-package.relationships+xml"/>
  <Override PartName="/ppt/slides/_rels/slide1224.xml.rels" ContentType="application/vnd.openxmlformats-package.relationships+xml"/>
  <Override PartName="/ppt/slides/_rels/slide1251.xml.rels" ContentType="application/vnd.openxmlformats-package.relationships+xml"/>
  <Override PartName="/ppt/slides/_rels/slide398.xml.rels" ContentType="application/vnd.openxmlformats-package.relationships+xml"/>
  <Override PartName="/ppt/slides/_rels/slide1389.xml.rels" ContentType="application/vnd.openxmlformats-package.relationships+xml"/>
  <Override PartName="/ppt/slides/_rels/slide59.xml.rels" ContentType="application/vnd.openxmlformats-package.relationships+xml"/>
  <Override PartName="/ppt/slides/_rels/slide240.xml.rels" ContentType="application/vnd.openxmlformats-package.relationships+xml"/>
  <Override PartName="/ppt/slides/_rels/slide1223.xml.rels" ContentType="application/vnd.openxmlformats-package.relationships+xml"/>
  <Override PartName="/ppt/slides/_rels/slide1138.xml.rels" ContentType="application/vnd.openxmlformats-package.relationships+xml"/>
  <Override PartName="/ppt/slides/_rels/slide399.xml.rels" ContentType="application/vnd.openxmlformats-package.relationships+xml"/>
  <Override PartName="/ppt/slides/_rels/slide1255.xml.rels" ContentType="application/vnd.openxmlformats-package.relationships+xml"/>
  <Override PartName="/ppt/slides/_rels/slide874.xml.rels" ContentType="application/vnd.openxmlformats-package.relationships+xml"/>
  <Override PartName="/ppt/slides/_rels/slide793.xml.rels" ContentType="application/vnd.openxmlformats-package.relationships+xml"/>
  <Override PartName="/ppt/slides/_rels/slide1388.xml.rels" ContentType="application/vnd.openxmlformats-package.relationships+xml"/>
  <Override PartName="/ppt/slides/_rels/slide1035.xml.rels" ContentType="application/vnd.openxmlformats-package.relationships+xml"/>
  <Override PartName="/ppt/slides/_rels/slide850.xml.rels" ContentType="application/vnd.openxmlformats-package.relationships+xml"/>
  <Override PartName="/ppt/slides/_rels/slide876.xml.rels" ContentType="application/vnd.openxmlformats-package.relationships+xml"/>
  <Override PartName="/ppt/slides/_rels/slide832.xml.rels" ContentType="application/vnd.openxmlformats-package.relationships+xml"/>
  <Override PartName="/ppt/slides/_rels/slide471.xml.rels" ContentType="application/vnd.openxmlformats-package.relationships+xml"/>
  <Override PartName="/ppt/slides/_rels/slide792.xml.rels" ContentType="application/vnd.openxmlformats-package.relationships+xml"/>
  <Override PartName="/ppt/slides/_rels/slide1069.xml.rels" ContentType="application/vnd.openxmlformats-package.relationships+xml"/>
  <Override PartName="/ppt/slides/_rels/slide953.xml.rels" ContentType="application/vnd.openxmlformats-package.relationships+xml"/>
  <Override PartName="/ppt/slides/_rels/slide367.xml.rels" ContentType="application/vnd.openxmlformats-package.relationships+xml"/>
  <Override PartName="/ppt/slides/_rels/slide303.xml.rels" ContentType="application/vnd.openxmlformats-package.relationships+xml"/>
  <Override PartName="/ppt/slides/_rels/slide789.xml.rels" ContentType="application/vnd.openxmlformats-package.relationships+xml"/>
  <Override PartName="/ppt/slides/_rels/slide150.xml.rels" ContentType="application/vnd.openxmlformats-package.relationships+xml"/>
  <Override PartName="/ppt/slides/_rels/slide1024.xml.rels" ContentType="application/vnd.openxmlformats-package.relationships+xml"/>
  <Override PartName="/ppt/slides/_rels/slide341.xml.rels" ContentType="application/vnd.openxmlformats-package.relationships+xml"/>
  <Override PartName="/ppt/slides/_rels/slide380.xml.rels" ContentType="application/vnd.openxmlformats-package.relationships+xml"/>
  <Override PartName="/ppt/slides/_rels/slide975.xml.rels" ContentType="application/vnd.openxmlformats-package.relationships+xml"/>
  <Override PartName="/ppt/slides/_rels/slide155.xml.rels" ContentType="application/vnd.openxmlformats-package.relationships+xml"/>
  <Override PartName="/ppt/slides/_rels/slide1426.xml.rels" ContentType="application/vnd.openxmlformats-package.relationships+xml"/>
  <Override PartName="/ppt/slides/_rels/slide916.xml.rels" ContentType="application/vnd.openxmlformats-package.relationships+xml"/>
  <Override PartName="/ppt/slides/_rels/slide270.xml.rels" ContentType="application/vnd.openxmlformats-package.relationships+xml"/>
  <Override PartName="/ppt/slides/_rels/slide207.xml.rels" ContentType="application/vnd.openxmlformats-package.relationships+xml"/>
  <Override PartName="/ppt/slides/_rels/slide289.xml.rels" ContentType="application/vnd.openxmlformats-package.relationships+xml"/>
  <Override PartName="/ppt/slides/_rels/slide627.xml.rels" ContentType="application/vnd.openxmlformats-package.relationships+xml"/>
  <Override PartName="/ppt/slides/_rels/slide473.xml.rels" ContentType="application/vnd.openxmlformats-package.relationships+xml"/>
  <Override PartName="/ppt/slides/_rels/slide16.xml.rels" ContentType="application/vnd.openxmlformats-package.relationships+xml"/>
  <Override PartName="/ppt/slides/_rels/slide993.xml.rels" ContentType="application/vnd.openxmlformats-package.relationships+xml"/>
  <Override PartName="/ppt/slides/_rels/slide847.xml.rels" ContentType="application/vnd.openxmlformats-package.relationships+xml"/>
  <Override PartName="/ppt/slides/_rels/slide525.xml.rels" ContentType="application/vnd.openxmlformats-package.relationships+xml"/>
  <Override PartName="/ppt/slides/_rels/slide1113.xml.rels" ContentType="application/vnd.openxmlformats-package.relationships+xml"/>
  <Override PartName="/ppt/slides/_rels/slide1189.xml.rels" ContentType="application/vnd.openxmlformats-package.relationships+xml"/>
  <Override PartName="/ppt/slides/_rels/slide1219.xml.rels" ContentType="application/vnd.openxmlformats-package.relationships+xml"/>
  <Override PartName="/ppt/slides/_rels/slide281.xml.rels" ContentType="application/vnd.openxmlformats-package.relationships+xml"/>
  <Override PartName="/ppt/slides/_rels/slide294.xml.rels" ContentType="application/vnd.openxmlformats-package.relationships+xml"/>
  <Override PartName="/ppt/slides/_rels/slide846.xml.rels" ContentType="application/vnd.openxmlformats-package.relationships+xml"/>
  <Override PartName="/ppt/slides/_rels/slide796.xml.rels" ContentType="application/vnd.openxmlformats-package.relationships+xml"/>
  <Override PartName="/ppt/slides/_rels/slide477.xml.rels" ContentType="application/vnd.openxmlformats-package.relationships+xml"/>
  <Override PartName="/ppt/slides/_rels/slide979.xml.rels" ContentType="application/vnd.openxmlformats-package.relationships+xml"/>
  <Override PartName="/ppt/slides/_rels/slide1083.xml.rels" ContentType="application/vnd.openxmlformats-package.relationships+xml"/>
  <Override PartName="/ppt/slides/_rels/slide673.xml.rels" ContentType="application/vnd.openxmlformats-package.relationships+xml"/>
  <Override PartName="/ppt/slides/_rels/slide161.xml.rels" ContentType="application/vnd.openxmlformats-package.relationships+xml"/>
  <Override PartName="/ppt/slides/_rels/slide698.xml.rels" ContentType="application/vnd.openxmlformats-package.relationships+xml"/>
  <Override PartName="/ppt/slides/_rels/slide47.xml.rels" ContentType="application/vnd.openxmlformats-package.relationships+xml"/>
  <Override PartName="/ppt/slides/_rels/slide1218.xml.rels" ContentType="application/vnd.openxmlformats-package.relationships+xml"/>
  <Override PartName="/ppt/slides/_rels/slide845.xml.rels" ContentType="application/vnd.openxmlformats-package.relationships+xml"/>
  <Override PartName="/ppt/slides/_rels/slide190.xml.rels" ContentType="application/vnd.openxmlformats-package.relationships+xml"/>
  <Override PartName="/ppt/slides/_rels/slide1009.xml.rels" ContentType="application/vnd.openxmlformats-package.relationships+xml"/>
  <Override PartName="/ppt/slides/_rels/slide948.xml.rels" ContentType="application/vnd.openxmlformats-package.relationships+xml"/>
  <Override PartName="/ppt/slides/_rels/slide781.xml.rels" ContentType="application/vnd.openxmlformats-package.relationships+xml"/>
  <Override PartName="/ppt/slides/_rels/slide926.xml.rels" ContentType="application/vnd.openxmlformats-package.relationships+xml"/>
  <Override PartName="/ppt/slides/_rels/slide918.xml.rels" ContentType="application/vnd.openxmlformats-package.relationships+xml"/>
  <Override PartName="/ppt/slides/_rels/slide3.xml.rels" ContentType="application/vnd.openxmlformats-package.relationships+xml"/>
  <Override PartName="/ppt/slides/_rels/slide844.xml.rels" ContentType="application/vnd.openxmlformats-package.relationships+xml"/>
  <Override PartName="/ppt/slides/_rels/slide1333.xml.rels" ContentType="application/vnd.openxmlformats-package.relationships+xml"/>
  <Override PartName="/ppt/slides/_rels/slide981.xml.rels" ContentType="application/vnd.openxmlformats-package.relationships+xml"/>
  <Override PartName="/ppt/slides/_rels/slide145.xml.rels" ContentType="application/vnd.openxmlformats-package.relationships+xml"/>
  <Override PartName="/ppt/slides/_rels/slide752.xml.rels" ContentType="application/vnd.openxmlformats-package.relationships+xml"/>
  <Override PartName="/ppt/slides/_rels/slide507.xml.rels" ContentType="application/vnd.openxmlformats-package.relationships+xml"/>
  <Override PartName="/ppt/slides/_rels/slide172.xml.rels" ContentType="application/vnd.openxmlformats-package.relationships+xml"/>
  <Override PartName="/ppt/slides/_rels/slide880.xml.rels" ContentType="application/vnd.openxmlformats-package.relationships+xml"/>
  <Override PartName="/ppt/slides/_rels/slide1301.xml.rels" ContentType="application/vnd.openxmlformats-package.relationships+xml"/>
  <Override PartName="/ppt/slides/_rels/slide295.xml.rels" ContentType="application/vnd.openxmlformats-package.relationships+xml"/>
  <Override PartName="/ppt/slides/_rels/slide1213.xml.rels" ContentType="application/vnd.openxmlformats-package.relationships+xml"/>
  <Override PartName="/ppt/slides/_rels/slide1279.xml.rels" ContentType="application/vnd.openxmlformats-package.relationships+xml"/>
  <Override PartName="/ppt/slides/_rels/slide586.xml.rels" ContentType="application/vnd.openxmlformats-package.relationships+xml"/>
  <Override PartName="/ppt/slides/_rels/slide605.xml.rels" ContentType="application/vnd.openxmlformats-package.relationships+xml"/>
  <Override PartName="/ppt/slides/_rels/slide1370.xml.rels" ContentType="application/vnd.openxmlformats-package.relationships+xml"/>
  <Override PartName="/ppt/slides/_rels/slide843.xml.rels" ContentType="application/vnd.openxmlformats-package.relationships+xml"/>
  <Override PartName="/ppt/slides/_rels/slide1212.xml.rels" ContentType="application/vnd.openxmlformats-package.relationships+xml"/>
  <Override PartName="/ppt/slides/_rels/slide804.xml.rels" ContentType="application/vnd.openxmlformats-package.relationships+xml"/>
  <Override PartName="/ppt/slides/_rels/slide695.xml.rels" ContentType="application/vnd.openxmlformats-package.relationships+xml"/>
  <Override PartName="/ppt/slides/_rels/slide204.xml.rels" ContentType="application/vnd.openxmlformats-package.relationships+xml"/>
  <Override PartName="/ppt/slides/_rels/slide892.xml.rels" ContentType="application/vnd.openxmlformats-package.relationships+xml"/>
  <Override PartName="/ppt/slides/_rels/slide938.xml.rels" ContentType="application/vnd.openxmlformats-package.relationships+xml"/>
  <Override PartName="/ppt/slides/_rels/slide1194.xml.rels" ContentType="application/vnd.openxmlformats-package.relationships+xml"/>
  <Override PartName="/ppt/slides/_rels/slide842.xml.rels" ContentType="application/vnd.openxmlformats-package.relationships+xml"/>
  <Override PartName="/ppt/slides/_rels/slide144.xml.rels" ContentType="application/vnd.openxmlformats-package.relationships+xml"/>
  <Override PartName="/ppt/slides/_rels/slide143.xml.rels" ContentType="application/vnd.openxmlformats-package.relationships+xml"/>
  <Override PartName="/ppt/slides/_rels/slide1360.xml.rels" ContentType="application/vnd.openxmlformats-package.relationships+xml"/>
  <Override PartName="/ppt/slides/_rels/slide165.xml.rels" ContentType="application/vnd.openxmlformats-package.relationships+xml"/>
  <Override PartName="/ppt/slides/_rels/slide564.xml.rels" ContentType="application/vnd.openxmlformats-package.relationships+xml"/>
  <Override PartName="/ppt/slides/_rels/slide1068.xml.rels" ContentType="application/vnd.openxmlformats-package.relationships+xml"/>
  <Override PartName="/ppt/slides/_rels/slide1377.xml.rels" ContentType="application/vnd.openxmlformats-package.relationships+xml"/>
  <Override PartName="/ppt/slides/_rels/slide1368.xml.rels" ContentType="application/vnd.openxmlformats-package.relationships+xml"/>
  <Override PartName="/ppt/slides/_rels/slide959.xml.rels" ContentType="application/vnd.openxmlformats-package.relationships+xml"/>
  <Override PartName="/ppt/slides/_rels/slide1211.xml.rels" ContentType="application/vnd.openxmlformats-package.relationships+xml"/>
  <Override PartName="/ppt/slides/_rels/slide930.xml.rels" ContentType="application/vnd.openxmlformats-package.relationships+xml"/>
  <Override PartName="/ppt/slides/_rels/slide780.xml.rels" ContentType="application/vnd.openxmlformats-package.relationships+xml"/>
  <Override PartName="/ppt/slides/_rels/slide682.xml.rels" ContentType="application/vnd.openxmlformats-package.relationships+xml"/>
  <Override PartName="/ppt/slides/_rels/slide157.xml.rels" ContentType="application/vnd.openxmlformats-package.relationships+xml"/>
  <Override PartName="/ppt/slides/_rels/slide293.xml.rels" ContentType="application/vnd.openxmlformats-package.relationships+xml"/>
  <Override PartName="/ppt/slides/_rels/slide511.xml.rels" ContentType="application/vnd.openxmlformats-package.relationships+xml"/>
  <Override PartName="/ppt/slides/_rels/slide576.xml.rels" ContentType="application/vnd.openxmlformats-package.relationships+xml"/>
  <Override PartName="/ppt/slides/_rels/slide278.xml.rels" ContentType="application/vnd.openxmlformats-package.relationships+xml"/>
  <Override PartName="/ppt/slides/_rels/slide686.xml.rels" ContentType="application/vnd.openxmlformats-package.relationships+xml"/>
  <Override PartName="/ppt/slides/_rels/slide102.xml.rels" ContentType="application/vnd.openxmlformats-package.relationships+xml"/>
  <Override PartName="/ppt/slides/_rels/slide808.xml.rels" ContentType="application/vnd.openxmlformats-package.relationships+xml"/>
  <Override PartName="/ppt/slides/_rels/slide1112.xml.rels" ContentType="application/vnd.openxmlformats-package.relationships+xml"/>
  <Override PartName="/ppt/slides/_rels/slide716.xml.rels" ContentType="application/vnd.openxmlformats-package.relationships+xml"/>
  <Override PartName="/ppt/slides/_rels/slide340.xml.rels" ContentType="application/vnd.openxmlformats-package.relationships+xml"/>
  <Override PartName="/ppt/slides/_rels/slide109.xml.rels" ContentType="application/vnd.openxmlformats-package.relationships+xml"/>
  <Override PartName="/ppt/slides/_rels/slide404.xml.rels" ContentType="application/vnd.openxmlformats-package.relationships+xml"/>
  <Override PartName="/ppt/slides/_rels/slide90.xml.rels" ContentType="application/vnd.openxmlformats-package.relationships+xml"/>
  <Override PartName="/ppt/slides/_rels/slide1166.xml.rels" ContentType="application/vnd.openxmlformats-package.relationships+xml"/>
  <Override PartName="/ppt/slides/_rels/slide1127.xml.rels" ContentType="application/vnd.openxmlformats-package.relationships+xml"/>
  <Override PartName="/ppt/slides/_rels/slide1163.xml.rels" ContentType="application/vnd.openxmlformats-package.relationships+xml"/>
  <Override PartName="/ppt/slides/_rels/slide848.xml.rels" ContentType="application/vnd.openxmlformats-package.relationships+xml"/>
  <Override PartName="/ppt/slides/_rels/slide1082.xml.rels" ContentType="application/vnd.openxmlformats-package.relationships+xml"/>
  <Override PartName="/ppt/slides/_rels/slide1000.xml.rels" ContentType="application/vnd.openxmlformats-package.relationships+xml"/>
  <Override PartName="/ppt/slides/_rels/slide356.xml.rels" ContentType="application/vnd.openxmlformats-package.relationships+xml"/>
  <Override PartName="/ppt/slides/_rels/slide547.xml.rels" ContentType="application/vnd.openxmlformats-package.relationships+xml"/>
  <Override PartName="/ppt/slides/_rels/slide234.xml.rels" ContentType="application/vnd.openxmlformats-package.relationships+xml"/>
  <Override PartName="/ppt/slides/_rels/slide256.xml.rels" ContentType="application/vnd.openxmlformats-package.relationships+xml"/>
  <Override PartName="/ppt/slides/_rels/slide1411.xml.rels" ContentType="application/vnd.openxmlformats-package.relationships+xml"/>
  <Override PartName="/ppt/slides/_rels/slide1410.xml.rels" ContentType="application/vnd.openxmlformats-package.relationships+xml"/>
  <Override PartName="/ppt/slides/_rels/slide311.xml.rels" ContentType="application/vnd.openxmlformats-package.relationships+xml"/>
  <Override PartName="/ppt/slides/_rels/slide1376.xml.rels" ContentType="application/vnd.openxmlformats-package.relationships+xml"/>
  <Override PartName="/ppt/slides/_rels/slide299.xml.rels" ContentType="application/vnd.openxmlformats-package.relationships+xml"/>
  <Override PartName="/ppt/slides/_rels/slide63.xml.rels" ContentType="application/vnd.openxmlformats-package.relationships+xml"/>
  <Override PartName="/ppt/slides/_rels/slide1210.xml.rels" ContentType="application/vnd.openxmlformats-package.relationships+xml"/>
  <Override PartName="/ppt/slides/_rels/slide319.xml.rels" ContentType="application/vnd.openxmlformats-package.relationships+xml"/>
  <Override PartName="/ppt/slides/_rels/slide1374.xml.rels" ContentType="application/vnd.openxmlformats-package.relationships+xml"/>
  <Override PartName="/ppt/slides/_rels/slide160.xml.rels" ContentType="application/vnd.openxmlformats-package.relationships+xml"/>
  <Override PartName="/ppt/slides/_rels/slide1201.xml.rels" ContentType="application/vnd.openxmlformats-package.relationships+xml"/>
  <Override PartName="/ppt/slides/_rels/slide1268.xml.rels" ContentType="application/vnd.openxmlformats-package.relationships+xml"/>
  <Override PartName="/ppt/slides/_rels/slide1157.xml.rels" ContentType="application/vnd.openxmlformats-package.relationships+xml"/>
  <Override PartName="/ppt/slides/_rels/slide241.xml.rels" ContentType="application/vnd.openxmlformats-package.relationships+xml"/>
  <Override PartName="/ppt/slides/_rels/slide1038.xml.rels" ContentType="application/vnd.openxmlformats-package.relationships+xml"/>
  <Override PartName="/ppt/slides/_rels/slide1073.xml.rels" ContentType="application/vnd.openxmlformats-package.relationships+xml"/>
  <Override PartName="/ppt/slides/_rels/slide535.xml.rels" ContentType="application/vnd.openxmlformats-package.relationships+xml"/>
  <Override PartName="/ppt/slides/_rels/slide355.xml.rels" ContentType="application/vnd.openxmlformats-package.relationships+xml"/>
  <Override PartName="/ppt/slides/_rels/slide215.xml.rels" ContentType="application/vnd.openxmlformats-package.relationships+xml"/>
  <Override PartName="/ppt/slides/_rels/slide33.xml.rels" ContentType="application/vnd.openxmlformats-package.relationships+xml"/>
  <Override PartName="/ppt/slides/_rels/slide1248.xml.rels" ContentType="application/vnd.openxmlformats-package.relationships+xml"/>
  <Override PartName="/ppt/slides/_rels/slide372.xml.rels" ContentType="application/vnd.openxmlformats-package.relationships+xml"/>
  <Override PartName="/ppt/slides/_rels/slide158.xml.rels" ContentType="application/vnd.openxmlformats-package.relationships+xml"/>
  <Override PartName="/ppt/slides/_rels/slide502.xml.rels" ContentType="application/vnd.openxmlformats-package.relationships+xml"/>
  <Override PartName="/ppt/slides/_rels/slide590.xml.rels" ContentType="application/vnd.openxmlformats-package.relationships+xml"/>
  <Override PartName="/ppt/slides/_rels/slide895.xml.rels" ContentType="application/vnd.openxmlformats-package.relationships+xml"/>
  <Override PartName="/ppt/slides/_rels/slide801.xml.rels" ContentType="application/vnd.openxmlformats-package.relationships+xml"/>
  <Override PartName="/ppt/slides/_rels/slide130.xml.rels" ContentType="application/vnd.openxmlformats-package.relationships+xml"/>
  <Override PartName="/ppt/slides/_rels/slide529.xml.rels" ContentType="application/vnd.openxmlformats-package.relationships+xml"/>
  <Override PartName="/ppt/slides/_rels/slide1202.xml.rels" ContentType="application/vnd.openxmlformats-package.relationships+xml"/>
  <Override PartName="/ppt/slides/_rels/slide865.xml.rels" ContentType="application/vnd.openxmlformats-package.relationships+xml"/>
  <Override PartName="/ppt/slides/_rels/slide211.xml.rels" ContentType="application/vnd.openxmlformats-package.relationships+xml"/>
  <Override PartName="/ppt/slides/_rels/slide1245.xml.rels" ContentType="application/vnd.openxmlformats-package.relationships+xml"/>
  <Override PartName="/ppt/slides/_rels/slide749.xml.rels" ContentType="application/vnd.openxmlformats-package.relationships+xml"/>
  <Override PartName="/ppt/slides/_rels/slide296.xml.rels" ContentType="application/vnd.openxmlformats-package.relationships+xml"/>
  <Override PartName="/ppt/slides/_rels/slide1011.xml.rels" ContentType="application/vnd.openxmlformats-package.relationships+xml"/>
  <Override PartName="/ppt/slides/_rels/slide710.xml.rels" ContentType="application/vnd.openxmlformats-package.relationships+xml"/>
  <Override PartName="/ppt/slides/_rels/slide1259.xml.rels" ContentType="application/vnd.openxmlformats-package.relationships+xml"/>
  <Override PartName="/ppt/slides/_rels/slide812.xml.rels" ContentType="application/vnd.openxmlformats-package.relationships+xml"/>
  <Override PartName="/ppt/slides/_rels/slide283.xml.rels" ContentType="application/vnd.openxmlformats-package.relationships+xml"/>
  <Override PartName="/ppt/slides/_rels/slide1324.xml.rels" ContentType="application/vnd.openxmlformats-package.relationships+xml"/>
  <Override PartName="/ppt/slides/_rels/slide1257.xml.rels" ContentType="application/vnd.openxmlformats-package.relationships+xml"/>
  <Override PartName="/ppt/slides/_rels/slide277.xml.rels" ContentType="application/vnd.openxmlformats-package.relationships+xml"/>
  <Override PartName="/ppt/slides/_rels/slide1014.xml.rels" ContentType="application/vnd.openxmlformats-package.relationships+xml"/>
  <Override PartName="/ppt/slides/_rels/slide1046.xml.rels" ContentType="application/vnd.openxmlformats-package.relationships+xml"/>
  <Override PartName="/ppt/slides/_rels/slide751.xml.rels" ContentType="application/vnd.openxmlformats-package.relationships+xml"/>
  <Override PartName="/ppt/slides/_rels/slide540.xml.rels" ContentType="application/vnd.openxmlformats-package.relationships+xml"/>
  <Override PartName="/ppt/slides/_rels/slide1151.xml.rels" ContentType="application/vnd.openxmlformats-package.relationships+xml"/>
  <Override PartName="/ppt/slides/_rels/slide1362.xml.rels" ContentType="application/vnd.openxmlformats-package.relationships+xml"/>
  <Override PartName="/ppt/slides/_rels/slide467.xml.rels" ContentType="application/vnd.openxmlformats-package.relationships+xml"/>
  <Override PartName="/ppt/slides/_rels/slide1209.xml.rels" ContentType="application/vnd.openxmlformats-package.relationships+xml"/>
  <Override PartName="/ppt/slides/_rels/slide999.xml.rels" ContentType="application/vnd.openxmlformats-package.relationships+xml"/>
  <Override PartName="/ppt/slides/_rels/slide346.xml.rels" ContentType="application/vnd.openxmlformats-package.relationships+xml"/>
  <Override PartName="/ppt/slides/_rels/slide497.xml.rels" ContentType="application/vnd.openxmlformats-package.relationships+xml"/>
  <Override PartName="/ppt/slides/_rels/slide331.xml.rels" ContentType="application/vnd.openxmlformats-package.relationships+xml"/>
  <Override PartName="/ppt/slides/_rels/slide1152.xml.rels" ContentType="application/vnd.openxmlformats-package.relationships+xml"/>
  <Override PartName="/ppt/slides/_rels/slide1205.xml.rels" ContentType="application/vnd.openxmlformats-package.relationships+xml"/>
  <Override PartName="/ppt/slides/_rels/slide904.xml.rels" ContentType="application/vnd.openxmlformats-package.relationships+xml"/>
  <Override PartName="/ppt/slides/_rels/slide1319.xml.rels" ContentType="application/vnd.openxmlformats-package.relationships+xml"/>
  <Override PartName="/ppt/slides/_rels/slide444.xml.rels" ContentType="application/vnd.openxmlformats-package.relationships+xml"/>
  <Override PartName="/ppt/slides/_rels/slide771.xml.rels" ContentType="application/vnd.openxmlformats-package.relationships+xml"/>
  <Override PartName="/ppt/slides/_rels/slide900.xml.rels" ContentType="application/vnd.openxmlformats-package.relationships+xml"/>
  <Override PartName="/ppt/slides/_rels/slide521.xml.rels" ContentType="application/vnd.openxmlformats-package.relationships+xml"/>
  <Override PartName="/ppt/slides/_rels/slide517.xml.rels" ContentType="application/vnd.openxmlformats-package.relationships+xml"/>
  <Override PartName="/ppt/slides/_rels/slide147.xml.rels" ContentType="application/vnd.openxmlformats-package.relationships+xml"/>
  <Override PartName="/ppt/slides/_rels/slide402.xml.rels" ContentType="application/vnd.openxmlformats-package.relationships+xml"/>
  <Override PartName="/ppt/slides/_rels/slide292.xml.rels" ContentType="application/vnd.openxmlformats-package.relationships+xml"/>
  <Override PartName="/ppt/slides/_rels/slide1203.xml.rels" ContentType="application/vnd.openxmlformats-package.relationships+xml"/>
  <Override PartName="/ppt/slides/_rels/slide443.xml.rels" ContentType="application/vnd.openxmlformats-package.relationships+xml"/>
  <Override PartName="/ppt/slides/_rels/slide57.xml.rels" ContentType="application/vnd.openxmlformats-package.relationships+xml"/>
  <Override PartName="/ppt/slides/_rels/slide955.xml.rels" ContentType="application/vnd.openxmlformats-package.relationships+xml"/>
  <Override PartName="/ppt/slides/_rels/slide1216.xml.rels" ContentType="application/vnd.openxmlformats-package.relationships+xml"/>
  <Override PartName="/ppt/slides/_rels/slide987.xml.rels" ContentType="application/vnd.openxmlformats-package.relationships+xml"/>
  <Override PartName="/ppt/slides/_rels/slide731.xml.rels" ContentType="application/vnd.openxmlformats-package.relationships+xml"/>
  <Override PartName="/ppt/slides/_rels/slide995.xml.rels" ContentType="application/vnd.openxmlformats-package.relationships+xml"/>
  <Override PartName="/ppt/slides/_rels/slide991.xml.rels" ContentType="application/vnd.openxmlformats-package.relationships+xml"/>
  <Override PartName="/ppt/slides/_rels/slide349.xml.rels" ContentType="application/vnd.openxmlformats-package.relationships+xml"/>
  <Override PartName="/ppt/slides/_rels/slide779.xml.rels" ContentType="application/vnd.openxmlformats-package.relationships+xml"/>
  <Override PartName="/ppt/slides/_rels/slide82.xml.rels" ContentType="application/vnd.openxmlformats-package.relationships+xml"/>
  <Override PartName="/ppt/slides/_rels/slide62.xml.rels" ContentType="application/vnd.openxmlformats-package.relationships+xml"/>
  <Override PartName="/ppt/slides/_rels/slide1056.xml.rels" ContentType="application/vnd.openxmlformats-package.relationships+xml"/>
  <Override PartName="/ppt/slides/_rels/slide906.xml.rels" ContentType="application/vnd.openxmlformats-package.relationships+xml"/>
  <Override PartName="/ppt/slides/_rels/slide1372.xml.rels" ContentType="application/vnd.openxmlformats-package.relationships+xml"/>
  <Override PartName="/ppt/slides/_rels/slide506.xml.rels" ContentType="application/vnd.openxmlformats-package.relationships+xml"/>
  <Override PartName="/ppt/slides/_rels/slide873.xml.rels" ContentType="application/vnd.openxmlformats-package.relationships+xml"/>
  <Override PartName="/ppt/slides/_rels/slide685.xml.rels" ContentType="application/vnd.openxmlformats-package.relationships+xml"/>
  <Override PartName="/ppt/slides/_rels/slide724.xml.rels" ContentType="application/vnd.openxmlformats-package.relationships+xml"/>
  <Override PartName="/ppt/slides/_rels/slide1347.xml.rels" ContentType="application/vnd.openxmlformats-package.relationships+xml"/>
  <Override PartName="/ppt/slides/_rels/slide1177.xml.rels" ContentType="application/vnd.openxmlformats-package.relationships+xml"/>
  <Override PartName="/ppt/slides/_rels/slide347.xml.rels" ContentType="application/vnd.openxmlformats-package.relationships+xml"/>
  <Override PartName="/ppt/slides/_rels/slide1305.xml.rels" ContentType="application/vnd.openxmlformats-package.relationships+xml"/>
  <Override PartName="/ppt/slides/_rels/slide39.xml.rels" ContentType="application/vnd.openxmlformats-package.relationships+xml"/>
  <Override PartName="/ppt/slides/_rels/slide755.xml.rels" ContentType="application/vnd.openxmlformats-package.relationships+xml"/>
  <Override PartName="/ppt/slides/_rels/slide28.xml.rels" ContentType="application/vnd.openxmlformats-package.relationships+xml"/>
  <Override PartName="/ppt/slides/_rels/slide1367.xml.rels" ContentType="application/vnd.openxmlformats-package.relationships+xml"/>
  <Override PartName="/ppt/slides/_rels/slide1310.xml.rels" ContentType="application/vnd.openxmlformats-package.relationships+xml"/>
  <Override PartName="/ppt/slides/_rels/slide913.xml.rels" ContentType="application/vnd.openxmlformats-package.relationships+xml"/>
  <Override PartName="/ppt/slides/_rels/slide206.xml.rels" ContentType="application/vnd.openxmlformats-package.relationships+xml"/>
  <Override PartName="/ppt/slides/_rels/slide11.xml.rels" ContentType="application/vnd.openxmlformats-package.relationships+xml"/>
  <Override PartName="/ppt/slides/_rels/slide266.xml.rels" ContentType="application/vnd.openxmlformats-package.relationships+xml"/>
  <Override PartName="/ppt/slides/_rels/slide18.xml.rels" ContentType="application/vnd.openxmlformats-package.relationships+xml"/>
  <Override PartName="/ppt/slides/_rels/slide1134.xml.rels" ContentType="application/vnd.openxmlformats-package.relationships+xml"/>
  <Override PartName="/ppt/slides/_rels/slide974.xml.rels" ContentType="application/vnd.openxmlformats-package.relationships+xml"/>
  <Override PartName="/ppt/slides/_rels/slide914.xml.rels" ContentType="application/vnd.openxmlformats-package.relationships+xml"/>
  <Override PartName="/ppt/slides/_rels/slide887.xml.rels" ContentType="application/vnd.openxmlformats-package.relationships+xml"/>
  <Override PartName="/ppt/slides/_rels/slide1239.xml.rels" ContentType="application/vnd.openxmlformats-package.relationships+xml"/>
  <Override PartName="/ppt/slides/_rels/slide646.xml.rels" ContentType="application/vnd.openxmlformats-package.relationships+xml"/>
  <Override PartName="/ppt/slides/_rels/slide201.xml.rels" ContentType="application/vnd.openxmlformats-package.relationships+xml"/>
  <Override PartName="/ppt/slides/_rels/slide1386.xml.rels" ContentType="application/vnd.openxmlformats-package.relationships+xml"/>
  <Override PartName="/ppt/slides/_rels/slide110.xml.rels" ContentType="application/vnd.openxmlformats-package.relationships+xml"/>
  <Override PartName="/ppt/slides/_rels/slide1246.xml.rels" ContentType="application/vnd.openxmlformats-package.relationships+xml"/>
  <Override PartName="/ppt/slides/_rels/slide345.xml.rels" ContentType="application/vnd.openxmlformats-package.relationships+xml"/>
  <Override PartName="/ppt/slides/_rels/slide1355.xml.rels" ContentType="application/vnd.openxmlformats-package.relationships+xml"/>
  <Override PartName="/ppt/slides/_rels/slide561.xml.rels" ContentType="application/vnd.openxmlformats-package.relationships+xml"/>
  <Override PartName="/ppt/slides/_rels/slide558.xml.rels" ContentType="application/vnd.openxmlformats-package.relationships+xml"/>
  <Override PartName="/ppt/slides/_rels/slide199.xml.rels" ContentType="application/vnd.openxmlformats-package.relationships+xml"/>
  <Override PartName="/ppt/slides/_rels/slide344.xml.rels" ContentType="application/vnd.openxmlformats-package.relationships+xml"/>
  <Override PartName="/ppt/slides/_rels/slide585.xml.rels" ContentType="application/vnd.openxmlformats-package.relationships+xml"/>
  <Override PartName="/ppt/slides/_rels/slide156.xml.rels" ContentType="application/vnd.openxmlformats-package.relationships+xml"/>
  <Override PartName="/ppt/slides/_rels/slide896.xml.rels" ContentType="application/vnd.openxmlformats-package.relationships+xml"/>
  <Override PartName="/ppt/slides/_rels/slide247.xml.rels" ContentType="application/vnd.openxmlformats-package.relationships+xml"/>
  <Override PartName="/ppt/slides/_rels/slide811.xml.rels" ContentType="application/vnd.openxmlformats-package.relationships+xml"/>
  <Override PartName="/ppt/slides/_rels/slide286.xml.rels" ContentType="application/vnd.openxmlformats-package.relationships+xml"/>
  <Override PartName="/ppt/slides/_rels/slide268.xml.rels" ContentType="application/vnd.openxmlformats-package.relationships+xml"/>
  <Override PartName="/ppt/slides/_rels/slide947.xml.rels" ContentType="application/vnd.openxmlformats-package.relationships+xml"/>
  <Override PartName="/ppt/slides/_rels/slide484.xml.rels" ContentType="application/vnd.openxmlformats-package.relationships+xml"/>
  <Override PartName="/ppt/slides/_rels/slide1002.xml.rels" ContentType="application/vnd.openxmlformats-package.relationships+xml"/>
  <Override PartName="/ppt/slides/_rels/slide279.xml.rels" ContentType="application/vnd.openxmlformats-package.relationships+xml"/>
  <Override PartName="/ppt/slides/_rels/slide1346.xml.rels" ContentType="application/vnd.openxmlformats-package.relationships+xml"/>
  <Override PartName="/ppt/slides/_rels/slide537.xml.rels" ContentType="application/vnd.openxmlformats-package.relationships+xml"/>
  <Override PartName="/ppt/slides/_rels/slide370.xml.rels" ContentType="application/vnd.openxmlformats-package.relationships+xml"/>
  <Override PartName="/ppt/slides/_rels/slide274.xml.rels" ContentType="application/vnd.openxmlformats-package.relationships+xml"/>
  <Override PartName="/ppt/slides/_rels/slide1029.xml.rels" ContentType="application/vnd.openxmlformats-package.relationships+xml"/>
  <Override PartName="/ppt/slides/_rels/slide750.xml.rels" ContentType="application/vnd.openxmlformats-package.relationships+xml"/>
  <Override PartName="/ppt/slides/_rels/slide351.xml.rels" ContentType="application/vnd.openxmlformats-package.relationships+xml"/>
  <Override PartName="/ppt/slides/_rels/slide885.xml.rels" ContentType="application/vnd.openxmlformats-package.relationships+xml"/>
  <Override PartName="/ppt/slides/_rels/slide1075.xml.rels" ContentType="application/vnd.openxmlformats-package.relationships+xml"/>
  <Override PartName="/ppt/slides/_rels/slide445.xml.rels" ContentType="application/vnd.openxmlformats-package.relationships+xml"/>
  <Override PartName="/ppt/slides/_rels/slide219.xml.rels" ContentType="application/vnd.openxmlformats-package.relationships+xml"/>
  <Override PartName="/ppt/slides/_rels/slide154.xml.rels" ContentType="application/vnd.openxmlformats-package.relationships+xml"/>
  <Override PartName="/ppt/slides/_rels/slide9.xml.rels" ContentType="application/vnd.openxmlformats-package.relationships+xml"/>
  <Override PartName="/ppt/slides/_rels/slide1336.xml.rels" ContentType="application/vnd.openxmlformats-package.relationships+xml"/>
  <Override PartName="/ppt/slides/_rels/slide1023.xml.rels" ContentType="application/vnd.openxmlformats-package.relationships+xml"/>
  <Override PartName="/ppt/slides/_rels/slide80.xml.rels" ContentType="application/vnd.openxmlformats-package.relationships+xml"/>
  <Override PartName="/ppt/slides/_rels/slide1079.xml.rels" ContentType="application/vnd.openxmlformats-package.relationships+xml"/>
  <Override PartName="/ppt/slides/_rels/slide220.xml.rels" ContentType="application/vnd.openxmlformats-package.relationships+xml"/>
  <Override PartName="/ppt/slides/_rels/slide1101.xml.rels" ContentType="application/vnd.openxmlformats-package.relationships+xml"/>
  <Override PartName="/ppt/slides/_rels/slide1204.xml.rels" ContentType="application/vnd.openxmlformats-package.relationships+xml"/>
  <Override PartName="/ppt/slides/_rels/slide1273.xml.rels" ContentType="application/vnd.openxmlformats-package.relationships+xml"/>
  <Override PartName="/ppt/slides/_rels/slide357.xml.rels" ContentType="application/vnd.openxmlformats-package.relationships+xml"/>
  <Override PartName="/ppt/slides/_rels/slide1345.xml.rels" ContentType="application/vnd.openxmlformats-package.relationships+xml"/>
  <Override PartName="/ppt/slides/_rels/slide572.xml.rels" ContentType="application/vnd.openxmlformats-package.relationships+xml"/>
  <Override PartName="/ppt/slides/_rels/slide313.xml.rels" ContentType="application/vnd.openxmlformats-package.relationships+xml"/>
  <Override PartName="/ppt/slides/_rels/slide388.xml.rels" ContentType="application/vnd.openxmlformats-package.relationships+xml"/>
  <Override PartName="/ppt/slides/_rels/slide384.xml.rels" ContentType="application/vnd.openxmlformats-package.relationships+xml"/>
  <Override PartName="/ppt/slides/_rels/slide284.xml.rels" ContentType="application/vnd.openxmlformats-package.relationships+xml"/>
  <Override PartName="/ppt/slides/_rels/slide884.xml.rels" ContentType="application/vnd.openxmlformats-package.relationships+xml"/>
  <Override PartName="/ppt/slides/_rels/slide966.xml.rels" ContentType="application/vnd.openxmlformats-package.relationships+xml"/>
  <Override PartName="/ppt/slides/_rels/slide1047.xml.rels" ContentType="application/vnd.openxmlformats-package.relationships+xml"/>
  <Override PartName="/ppt/slides/_rels/slide217.xml.rels" ContentType="application/vnd.openxmlformats-package.relationships+xml"/>
  <Override PartName="/ppt/slides/_rels/slide834.xml.rels" ContentType="application/vnd.openxmlformats-package.relationships+xml"/>
  <Override PartName="/ppt/slides/_rels/slide185.xml.rels" ContentType="application/vnd.openxmlformats-package.relationships+xml"/>
  <Override PartName="/ppt/slides/_rels/slide613.xml.rels" ContentType="application/vnd.openxmlformats-package.relationships+xml"/>
  <Override PartName="/ppt/slides/_rels/slide1118.xml.rels" ContentType="application/vnd.openxmlformats-package.relationships+xml"/>
  <Override PartName="/ppt/slides/_rels/slide1142.xml.rels" ContentType="application/vnd.openxmlformats-package.relationships+xml"/>
  <Override PartName="/ppt/slides/_rels/slide182.xml.rels" ContentType="application/vnd.openxmlformats-package.relationships+xml"/>
  <Override PartName="/ppt/slides/_rels/slide171.xml.rels" ContentType="application/vnd.openxmlformats-package.relationships+xml"/>
  <Override PartName="/ppt/slides/_rels/slide697.xml.rels" ContentType="application/vnd.openxmlformats-package.relationships+xml"/>
  <Override PartName="/ppt/slides/_rels/slide151.xml.rels" ContentType="application/vnd.openxmlformats-package.relationships+xml"/>
  <Override PartName="/ppt/slides/_rels/slide655.xml.rels" ContentType="application/vnd.openxmlformats-package.relationships+xml"/>
  <Override PartName="/ppt/slides/_rels/slide1106.xml.rels" ContentType="application/vnd.openxmlformats-package.relationships+xml"/>
  <Override PartName="/ppt/slides/_rels/slide428.xml.rels" ContentType="application/vnd.openxmlformats-package.relationships+xml"/>
  <Override PartName="/ppt/slides/_rels/slide243.xml.rels" ContentType="application/vnd.openxmlformats-package.relationships+xml"/>
  <Override PartName="/ppt/slides/_rels/slide125.xml.rels" ContentType="application/vnd.openxmlformats-package.relationships+xml"/>
  <Override PartName="/ppt/slides/_rels/slide992.xml.rels" ContentType="application/vnd.openxmlformats-package.relationships+xml"/>
  <Override PartName="/ppt/slides/_rels/slide794.xml.rels" ContentType="application/vnd.openxmlformats-package.relationships+xml"/>
  <Override PartName="/ppt/slides/_rels/slide197.xml.rels" ContentType="application/vnd.openxmlformats-package.relationships+xml"/>
  <Override PartName="/ppt/slides/_rels/slide285.xml.rels" ContentType="application/vnd.openxmlformats-package.relationships+xml"/>
  <Override PartName="/ppt/slides/_rels/slide663.xml.rels" ContentType="application/vnd.openxmlformats-package.relationships+xml"/>
  <Override PartName="/ppt/slides/_rels/slide1359.xml.rels" ContentType="application/vnd.openxmlformats-package.relationships+xml"/>
  <Override PartName="/ppt/slides/_rels/slide136.xml.rels" ContentType="application/vnd.openxmlformats-package.relationships+xml"/>
  <Override PartName="/ppt/slides/_rels/slide970.xml.rels" ContentType="application/vnd.openxmlformats-package.relationships+xml"/>
  <Override PartName="/ppt/slides/_rels/slide1032.xml.rels" ContentType="application/vnd.openxmlformats-package.relationships+xml"/>
  <Override PartName="/ppt/slides/_rels/slide1030.xml.rels" ContentType="application/vnd.openxmlformats-package.relationships+xml"/>
  <Override PartName="/ppt/slides/_rels/slide761.xml.rels" ContentType="application/vnd.openxmlformats-package.relationships+xml"/>
  <Override PartName="/ppt/slides/_rels/slide1400.xml.rels" ContentType="application/vnd.openxmlformats-package.relationships+xml"/>
  <Override PartName="/ppt/slides/_rels/slide1214.xml.rels" ContentType="application/vnd.openxmlformats-package.relationships+xml"/>
  <Override PartName="/ppt/slides/_rels/slide1375.xml.rels" ContentType="application/vnd.openxmlformats-package.relationships+xml"/>
  <Override PartName="/ppt/slides/_rels/slide1120.xml.rels" ContentType="application/vnd.openxmlformats-package.relationships+xml"/>
  <Override PartName="/ppt/slides/_rels/slide722.xml.rels" ContentType="application/vnd.openxmlformats-package.relationships+xml"/>
  <Override PartName="/ppt/slides/_rels/slide962.xml.rels" ContentType="application/vnd.openxmlformats-package.relationships+xml"/>
  <Override PartName="/ppt/slides/_rels/slide982.xml.rels" ContentType="application/vnd.openxmlformats-package.relationships+xml"/>
  <Override PartName="/ppt/slides/_rels/slide271.xml.rels" ContentType="application/vnd.openxmlformats-package.relationships+xml"/>
  <Override PartName="/ppt/slides/_rels/slide559.xml.rels" ContentType="application/vnd.openxmlformats-package.relationships+xml"/>
  <Override PartName="/ppt/slides/_rels/slide1363.xml.rels" ContentType="application/vnd.openxmlformats-package.relationships+xml"/>
  <Override PartName="/ppt/slides/_rels/slide1136.xml.rels" ContentType="application/vnd.openxmlformats-package.relationships+xml"/>
  <Override PartName="/ppt/slides/_rels/slide1109.xml.rels" ContentType="application/vnd.openxmlformats-package.relationships+xml"/>
  <Override PartName="/ppt/slides/_rels/slide221.xml.rels" ContentType="application/vnd.openxmlformats-package.relationships+xml"/>
  <Override PartName="/ppt/slides/_rels/slide672.xml.rels" ContentType="application/vnd.openxmlformats-package.relationships+xml"/>
  <Override PartName="/ppt/slides/_rels/slide1185.xml.rels" ContentType="application/vnd.openxmlformats-package.relationships+xml"/>
  <Override PartName="/ppt/slides/_rels/slide1358.xml.rels" ContentType="application/vnd.openxmlformats-package.relationships+xml"/>
  <Override PartName="/ppt/slides/_rels/slide273.xml.rels" ContentType="application/vnd.openxmlformats-package.relationships+xml"/>
  <Override PartName="/ppt/slides/_rels/slide1256.xml.rels" ContentType="application/vnd.openxmlformats-package.relationships+xml"/>
  <Override PartName="/ppt/slides/_rels/slide532.xml.rels" ContentType="application/vnd.openxmlformats-package.relationships+xml"/>
  <Override PartName="/ppt/slides/_rels/slide1206.xml.rels" ContentType="application/vnd.openxmlformats-package.relationships+xml"/>
  <Override PartName="/ppt/slides/_rels/slide19.xml.rels" ContentType="application/vnd.openxmlformats-package.relationships+xml"/>
  <Override PartName="/ppt/slides/_rels/slide120.xml.rels" ContentType="application/vnd.openxmlformats-package.relationships+xml"/>
  <Override PartName="/ppt/slides/_rels/slide720.xml.rels" ContentType="application/vnd.openxmlformats-package.relationships+xml"/>
  <Override PartName="/ppt/slides/_rels/slide1019.xml.rels" ContentType="application/vnd.openxmlformats-package.relationships+xml"/>
  <Override PartName="/ppt/slides/_rels/slide539.xml.rels" ContentType="application/vnd.openxmlformats-package.relationships+xml"/>
  <Override PartName="/ppt/slides/_rels/slide180.xml.rels" ContentType="application/vnd.openxmlformats-package.relationships+xml"/>
  <Override PartName="/ppt/slides/_rels/slide1018.xml.rels" ContentType="application/vnd.openxmlformats-package.relationships+xml"/>
  <Override PartName="/ppt/slides/_rels/slide744.xml.rels" ContentType="application/vnd.openxmlformats-package.relationships+xml"/>
  <Override PartName="/ppt/slides/_rels/slide1406.xml.rels" ContentType="application/vnd.openxmlformats-package.relationships+xml"/>
  <Override PartName="/ppt/slides/_rels/slide1065.xml.rels" ContentType="application/vnd.openxmlformats-package.relationships+xml"/>
  <Override PartName="/ppt/slides/_rels/slide371.xml.rels" ContentType="application/vnd.openxmlformats-package.relationships+xml"/>
  <Override PartName="/ppt/slides/_rels/slide330.xml.rels" ContentType="application/vnd.openxmlformats-package.relationships+xml"/>
  <Override PartName="/ppt/slides/_rels/slide7.xml.rels" ContentType="application/vnd.openxmlformats-package.relationships+xml"/>
  <Override PartName="/ppt/slides/_rels/slide486.xml.rels" ContentType="application/vnd.openxmlformats-package.relationships+xml"/>
  <Override PartName="/ppt/slides/_rels/slide912.xml.rels" ContentType="application/vnd.openxmlformats-package.relationships+xml"/>
  <Override PartName="/ppt/slides/_rels/slide994.xml.rels" ContentType="application/vnd.openxmlformats-package.relationships+xml"/>
  <Override PartName="/ppt/slides/_rels/slide958.xml.rels" ContentType="application/vnd.openxmlformats-package.relationships+xml"/>
  <Override PartName="/ppt/slides/_rels/slide23.xml.rels" ContentType="application/vnd.openxmlformats-package.relationships+xml"/>
  <Override PartName="/ppt/slides/_rels/slide828.xml.rels" ContentType="application/vnd.openxmlformats-package.relationships+xml"/>
  <Override PartName="/ppt/slides/_rels/slide707.xml.rels" ContentType="application/vnd.openxmlformats-package.relationships+xml"/>
  <Override PartName="/ppt/slides/_rels/slide1402.xml.rels" ContentType="application/vnd.openxmlformats-package.relationships+xml"/>
  <Override PartName="/ppt/slides/_rels/slide667.xml.rels" ContentType="application/vnd.openxmlformats-package.relationships+xml"/>
  <Override PartName="/ppt/slides/_rels/slide1084.xml.rels" ContentType="application/vnd.openxmlformats-package.relationships+xml"/>
  <Override PartName="/ppt/slides/_rels/slide1017.xml.rels" ContentType="application/vnd.openxmlformats-package.relationships+xml"/>
  <Override PartName="/ppt/slides/_rels/slide489.xml.rels" ContentType="application/vnd.openxmlformats-package.relationships+xml"/>
  <Override PartName="/ppt/slides/_rels/slide1364.xml.rels" ContentType="application/vnd.openxmlformats-package.relationships+xml"/>
  <Override PartName="/ppt/slides/_rels/slide1311.xml.rels" ContentType="application/vnd.openxmlformats-package.relationships+xml"/>
  <Override PartName="/ppt/slides/_rels/slide1385.xml.rels" ContentType="application/vnd.openxmlformats-package.relationships+xml"/>
  <Override PartName="/ppt/slides/_rels/slide1133.xml.rels" ContentType="application/vnd.openxmlformats-package.relationships+xml"/>
  <Override PartName="/ppt/slides/_rels/slide1199.xml.rels" ContentType="application/vnd.openxmlformats-package.relationships+xml"/>
  <Override PartName="/ppt/slides/_rels/slide544.xml.rels" ContentType="application/vnd.openxmlformats-package.relationships+xml"/>
  <Override PartName="/ppt/slides/_rels/slide964.xml.rels" ContentType="application/vnd.openxmlformats-package.relationships+xml"/>
  <Override PartName="/ppt/slides/_rels/slide312.xml.rels" ContentType="application/vnd.openxmlformats-package.relationships+xml"/>
  <Override PartName="/ppt/slides/_rels/slide1344.xml.rels" ContentType="application/vnd.openxmlformats-package.relationships+xml"/>
  <Override PartName="/ppt/slides/_rels/slide276.xml.rels" ContentType="application/vnd.openxmlformats-package.relationships+xml"/>
  <Override PartName="/ppt/slides/_rels/slide764.xml.rels" ContentType="application/vnd.openxmlformats-package.relationships+xml"/>
  <Override PartName="/ppt/slides/_rels/slide354.xml.rels" ContentType="application/vnd.openxmlformats-package.relationships+xml"/>
  <Override PartName="/ppt/slides/_rels/slide1297.xml.rels" ContentType="application/vnd.openxmlformats-package.relationships+xml"/>
  <Override PartName="/ppt/slides/_rels/slide418.xml.rels" ContentType="application/vnd.openxmlformats-package.relationships+xml"/>
  <Override PartName="/ppt/slides/_rels/slide1039.xml.rels" ContentType="application/vnd.openxmlformats-package.relationships+xml"/>
  <Override PartName="/ppt/slides/_rels/slide465.xml.rels" ContentType="application/vnd.openxmlformats-package.relationships+xml"/>
  <Override PartName="/ppt/slides/_rels/slide103.xml.rels" ContentType="application/vnd.openxmlformats-package.relationships+xml"/>
  <Override PartName="/ppt/slides/_rels/slide183.xml.rels" ContentType="application/vnd.openxmlformats-package.relationships+xml"/>
  <Override PartName="/ppt/slides/_rels/slide963.xml.rels" ContentType="application/vnd.openxmlformats-package.relationships+xml"/>
  <Override PartName="/ppt/slides/_rels/slide280.xml.rels" ContentType="application/vnd.openxmlformats-package.relationships+xml"/>
  <Override PartName="/ppt/slides/_rels/slide973.xml.rels" ContentType="application/vnd.openxmlformats-package.relationships+xml"/>
  <Override PartName="/ppt/slides/_rels/slide684.xml.rels" ContentType="application/vnd.openxmlformats-package.relationships+xml"/>
  <Override PartName="/ppt/slides/_rels/slide1088.xml.rels" ContentType="application/vnd.openxmlformats-package.relationships+xml"/>
  <Override PartName="/ppt/slides/_rels/slide262.xml.rels" ContentType="application/vnd.openxmlformats-package.relationships+xml"/>
  <Override PartName="/ppt/slides/_rels/slide446.xml.rels" ContentType="application/vnd.openxmlformats-package.relationships+xml"/>
  <Override PartName="/ppt/slides/_rels/slide566.xml.rels" ContentType="application/vnd.openxmlformats-package.relationships+xml"/>
  <Override PartName="/ppt/slides/_rels/slide1317.xml.rels" ContentType="application/vnd.openxmlformats-package.relationships+xml"/>
  <Override PartName="/ppt/slides/_rels/slide936.xml.rels" ContentType="application/vnd.openxmlformats-package.relationships+xml"/>
  <Override PartName="/ppt/slides/_rels/slide476.xml.rels" ContentType="application/vnd.openxmlformats-package.relationships+xml"/>
  <Override PartName="/ppt/slides/_rels/slide1130.xml.rels" ContentType="application/vnd.openxmlformats-package.relationships+xml"/>
  <Override PartName="/ppt/slides/_rels/slide173.xml.rels" ContentType="application/vnd.openxmlformats-package.relationships+xml"/>
  <Override PartName="/ppt/slides/_rels/slide971.xml.rels" ContentType="application/vnd.openxmlformats-package.relationships+xml"/>
  <Override PartName="/ppt/slides/_rels/slide177.xml.rels" ContentType="application/vnd.openxmlformats-package.relationships+xml"/>
  <Override PartName="/ppt/slides/_rels/slide571.xml.rels" ContentType="application/vnd.openxmlformats-package.relationships+xml"/>
  <Override PartName="/ppt/slides/_rels/slide272.xml.rels" ContentType="application/vnd.openxmlformats-package.relationships+xml"/>
  <Override PartName="/ppt/slides/_rels/slide861.xml.rels" ContentType="application/vnd.openxmlformats-package.relationships+xml"/>
  <Override PartName="/ppt/slides/_rels/slide790.xml.rels" ContentType="application/vnd.openxmlformats-package.relationships+xml"/>
  <Override PartName="/ppt/slides/_rels/slide580.xml.rels" ContentType="application/vnd.openxmlformats-package.relationships+xml"/>
  <Override PartName="/ppt/slides/_rels/slide1338.xml.rels" ContentType="application/vnd.openxmlformats-package.relationships+xml"/>
  <Override PartName="/ppt/slides/_rels/slide578.xml.rels" ContentType="application/vnd.openxmlformats-package.relationships+xml"/>
  <Override PartName="/ppt/slides/_rels/slide116.xml.rels" ContentType="application/vnd.openxmlformats-package.relationships+xml"/>
  <Override PartName="/ppt/slides/_rels/slide856.xml.rels" ContentType="application/vnd.openxmlformats-package.relationships+xml"/>
  <Override PartName="/ppt/slides/_rels/slide1188.xml.rels" ContentType="application/vnd.openxmlformats-package.relationships+xml"/>
  <Override PartName="/ppt/slides/_rels/slide652.xml.rels" ContentType="application/vnd.openxmlformats-package.relationships+xml"/>
  <Override PartName="/ppt/slides/_rels/slide259.xml.rels" ContentType="application/vnd.openxmlformats-package.relationships+xml"/>
  <Override PartName="/ppt/slides/_rels/slide1169.xml.rels" ContentType="application/vnd.openxmlformats-package.relationships+xml"/>
  <Override PartName="/ppt/slides/_rels/slide1264.xml.rels" ContentType="application/vnd.openxmlformats-package.relationships+xml"/>
  <Override PartName="/ppt/slides/_rels/slide664.xml.rels" ContentType="application/vnd.openxmlformats-package.relationships+xml"/>
  <Override PartName="/ppt/slides/_rels/slide260.xml.rels" ContentType="application/vnd.openxmlformats-package.relationships+xml"/>
  <Override PartName="/ppt/slides/_rels/slide306.xml.rels" ContentType="application/vnd.openxmlformats-package.relationships+xml"/>
  <Override PartName="/ppt/slides/_rels/slide550.xml.rels" ContentType="application/vnd.openxmlformats-package.relationships+xml"/>
  <Override PartName="/ppt/slides/_rels/slide381.xml.rels" ContentType="application/vnd.openxmlformats-package.relationships+xml"/>
  <Override PartName="/ppt/slides/_rels/slide984.xml.rels" ContentType="application/vnd.openxmlformats-package.relationships+xml"/>
  <Override PartName="/ppt/slides/_rels/slide1343.xml.rels" ContentType="application/vnd.openxmlformats-package.relationships+xml"/>
  <Override PartName="/ppt/slides/_rels/slide1307.xml.rels" ContentType="application/vnd.openxmlformats-package.relationships+xml"/>
  <Override PartName="/ppt/slides/_rels/slide1254.xml.rels" ContentType="application/vnd.openxmlformats-package.relationships+xml"/>
  <Override PartName="/ppt/slides/_rels/slide164.xml.rels" ContentType="application/vnd.openxmlformats-package.relationships+xml"/>
  <Override PartName="/ppt/slides/_rels/slide86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487.xml.rels" ContentType="application/vnd.openxmlformats-package.relationships+xml"/>
  <Override PartName="/ppt/slides/_rels/slide1313.xml.rels" ContentType="application/vnd.openxmlformats-package.relationships+xml"/>
  <Override PartName="/ppt/slides/_rels/slide83.xml.rels" ContentType="application/vnd.openxmlformats-package.relationships+xml"/>
  <Override PartName="/ppt/slides/_rels/slide1016.xml.rels" ContentType="application/vnd.openxmlformats-package.relationships+xml"/>
  <Override PartName="/ppt/slides/_rels/slide368.xml.rels" ContentType="application/vnd.openxmlformats-package.relationships+xml"/>
  <Override PartName="/ppt/slides/_rels/slide597.xml.rels" ContentType="application/vnd.openxmlformats-package.relationships+xml"/>
  <Override PartName="/ppt/slides/_rels/slide1351.xml.rels" ContentType="application/vnd.openxmlformats-package.relationships+xml"/>
  <Override PartName="/ppt/slides/_rels/slide740.xml.rels" ContentType="application/vnd.openxmlformats-package.relationships+xml"/>
  <Override PartName="/ppt/slides/_rels/slide1097.xml.rels" ContentType="application/vnd.openxmlformats-package.relationships+xml"/>
  <Override PartName="/ppt/slides/_rels/slide581.xml.rels" ContentType="application/vnd.openxmlformats-package.relationships+xml"/>
  <Override PartName="/ppt/slides/_rels/slide741.xml.rels" ContentType="application/vnd.openxmlformats-package.relationships+xml"/>
  <Override PartName="/ppt/slides/_rels/slide348.xml.rels" ContentType="application/vnd.openxmlformats-package.relationships+xml"/>
  <Override PartName="/ppt/slides/_rels/slide976.xml.rels" ContentType="application/vnd.openxmlformats-package.relationships+xml"/>
  <Override PartName="/ppt/slides/_rels/slide254.xml.rels" ContentType="application/vnd.openxmlformats-package.relationships+xml"/>
  <Override PartName="/ppt/slides/_rels/slide1396.xml.rels" ContentType="application/vnd.openxmlformats-package.relationships+xml"/>
  <Override PartName="/ppt/slides/_rels/slide712.xml.rels" ContentType="application/vnd.openxmlformats-package.relationships+xml"/>
  <Override PartName="/ppt/slides/_rels/slide630.xml.rels" ContentType="application/vnd.openxmlformats-package.relationships+xml"/>
  <Override PartName="/ppt/slides/_rels/slide1139.xml.rels" ContentType="application/vnd.openxmlformats-package.relationships+xml"/>
  <Override PartName="/ppt/slides/_rels/slide960.xml.rels" ContentType="application/vnd.openxmlformats-package.relationships+xml"/>
  <Override PartName="/ppt/slides/_rels/slide1228.xml.rels" ContentType="application/vnd.openxmlformats-package.relationships+xml"/>
  <Override PartName="/ppt/slides/_rels/slide1428.xml.rels" ContentType="application/vnd.openxmlformats-package.relationships+xml"/>
  <Override PartName="/ppt/slides/_rels/slide459.xml.rels" ContentType="application/vnd.openxmlformats-package.relationships+xml"/>
  <Override PartName="/ppt/slides/_rels/slide524.xml.rels" ContentType="application/vnd.openxmlformats-package.relationships+xml"/>
  <Override PartName="/ppt/slides/_rels/slide148.xml.rels" ContentType="application/vnd.openxmlformats-package.relationships+xml"/>
  <Override PartName="/ppt/slides/_rels/slide575.xml.rels" ContentType="application/vnd.openxmlformats-package.relationships+xml"/>
  <Override PartName="/ppt/slides/_rels/slide175.xml.rels" ContentType="application/vnd.openxmlformats-package.relationships+xml"/>
  <Override PartName="/ppt/slides/_rels/slide91.xml.rels" ContentType="application/vnd.openxmlformats-package.relationships+xml"/>
  <Override PartName="/ppt/slides/_rels/slide493.xml.rels" ContentType="application/vnd.openxmlformats-package.relationships+xml"/>
  <Override PartName="/ppt/slides/_rels/slide951.xml.rels" ContentType="application/vnd.openxmlformats-package.relationships+xml"/>
  <Override PartName="/ppt/slides/_rels/slide1339.xml.rels" ContentType="application/vnd.openxmlformats-package.relationships+xml"/>
  <Override PartName="/ppt/slides/_rels/slide931.xml.rels" ContentType="application/vnd.openxmlformats-package.relationships+xml"/>
  <Override PartName="/ppt/slides/_rels/slide1318.xml.rels" ContentType="application/vnd.openxmlformats-package.relationships+xml"/>
  <Override PartName="/ppt/slides/_rels/slide500.xml.rels" ContentType="application/vnd.openxmlformats-package.relationships+xml"/>
  <Override PartName="/ppt/slides/_rels/slide304.xml.rels" ContentType="application/vnd.openxmlformats-package.relationships+xml"/>
  <Override PartName="/ppt/slides/_rels/slide282.xml.rels" ContentType="application/vnd.openxmlformats-package.relationships+xml"/>
  <Override PartName="/ppt/slides/_rels/slide954.xml.rels" ContentType="application/vnd.openxmlformats-package.relationships+xml"/>
  <Override PartName="/ppt/slides/_rels/slide482.xml.rels" ContentType="application/vnd.openxmlformats-package.relationships+xml"/>
  <Override PartName="/ppt/slides/_rels/slide1107.xml.rels" ContentType="application/vnd.openxmlformats-package.relationships+xml"/>
  <Override PartName="/ppt/slides/_rels/slide265.xml.rels" ContentType="application/vnd.openxmlformats-package.relationships+xml"/>
  <Override PartName="/ppt/slides/_rels/slide1074.xml.rels" ContentType="application/vnd.openxmlformats-package.relationships+xml"/>
  <Override PartName="/ppt/slides/_rels/slide100.xml.rels" ContentType="application/vnd.openxmlformats-package.relationships+xml"/>
  <Override PartName="/ppt/slides/_rels/slide1356.xml.rels" ContentType="application/vnd.openxmlformats-package.relationships+xml"/>
  <Override PartName="/ppt/slides/_rels/slide760.xml.rels" ContentType="application/vnd.openxmlformats-package.relationships+xml"/>
  <Override PartName="/ppt/slides/_rels/slide442.xml.rels" ContentType="application/vnd.openxmlformats-package.relationships+xml"/>
  <Override PartName="/ppt/slides/_rels/slide573.xml.rels" ContentType="application/vnd.openxmlformats-package.relationships+xml"/>
  <Override PartName="/ppt/slides/_rels/slide414.xml.rels" ContentType="application/vnd.openxmlformats-package.relationships+xml"/>
  <Override PartName="/ppt/slides/_rels/slide305.xml.rels" ContentType="application/vnd.openxmlformats-package.relationships+xml"/>
  <Override PartName="/ppt/slides/_rels/slide1037.xml.rels" ContentType="application/vnd.openxmlformats-package.relationships+xml"/>
  <Override PartName="/ppt/slides/_rels/slide625.xml.rels" ContentType="application/vnd.openxmlformats-package.relationships+xml"/>
  <Override PartName="/ppt/slides/_rels/slide14.xml.rels" ContentType="application/vnd.openxmlformats-package.relationships+xml"/>
  <Override PartName="/ppt/slides/_rels/slide386.xml.rels" ContentType="application/vnd.openxmlformats-package.relationships+xml"/>
  <Override PartName="/ppt/slides/_rels/slide1086.xml.rels" ContentType="application/vnd.openxmlformats-package.relationships+xml"/>
  <Override PartName="/ppt/slides/_rels/slide711.xml.rels" ContentType="application/vnd.openxmlformats-package.relationships+xml"/>
  <Override PartName="/ppt/slides/_rels/slide184.xml.rels" ContentType="application/vnd.openxmlformats-package.relationships+xml"/>
  <Override PartName="/ppt/slides/_rels/slide653.xml.rels" ContentType="application/vnd.openxmlformats-package.relationships+xml"/>
  <Override PartName="/ppt/slides/_rels/slide654.xml.rels" ContentType="application/vnd.openxmlformats-package.relationships+xml"/>
  <Override PartName="/ppt/slides/_rels/slide287.xml.rels" ContentType="application/vnd.openxmlformats-package.relationships+xml"/>
  <Override PartName="/ppt/slides/_rels/slide423.xml.rels" ContentType="application/vnd.openxmlformats-package.relationships+xml"/>
  <Override PartName="/ppt/slides/_rels/slide643.xml.rels" ContentType="application/vnd.openxmlformats-package.relationships+xml"/>
  <Override PartName="/ppt/slides/_rels/slide1103.xml.rels" ContentType="application/vnd.openxmlformats-package.relationships+xml"/>
  <Override PartName="/ppt/slides/_rels/slide932.xml.rels" ContentType="application/vnd.openxmlformats-package.relationships+xml"/>
  <Override PartName="/ppt/slides/_rels/slide13.xml.rels" ContentType="application/vnd.openxmlformats-package.relationships+xml"/>
  <Override PartName="/ppt/slides/_rels/slide1042.xml.rels" ContentType="application/vnd.openxmlformats-package.relationships+xml"/>
  <Override PartName="/ppt/slides/_rels/slide422.xml.rels" ContentType="application/vnd.openxmlformats-package.relationships+xml"/>
  <Override PartName="/ppt/slides/_rels/slide1171.xml.rels" ContentType="application/vnd.openxmlformats-package.relationships+xml"/>
  <Override PartName="/ppt/slides/_rels/slide1236.xml.rels" ContentType="application/vnd.openxmlformats-package.relationships+xml"/>
  <Override PartName="/ppt/slides/_rels/slide830.xml.rels" ContentType="application/vnd.openxmlformats-package.relationships+xml"/>
  <Override PartName="/ppt/slides/_rels/slide264.xml.rels" ContentType="application/vnd.openxmlformats-package.relationships+xml"/>
  <Override PartName="/ppt/slides/_rels/slide661.xml.rels" ContentType="application/vnd.openxmlformats-package.relationships+xml"/>
  <Override PartName="/ppt/slides/_rels/slide665.xml.rels" ContentType="application/vnd.openxmlformats-package.relationships+xml"/>
  <Override PartName="/ppt/slides/_rels/slide203.xml.rels" ContentType="application/vnd.openxmlformats-package.relationships+xml"/>
  <Override PartName="/ppt/slides/_rels/slide890.xml.rels" ContentType="application/vnd.openxmlformats-package.relationships+xml"/>
  <Override PartName="/ppt/slides/_rels/slide949.xml.rels" ContentType="application/vnd.openxmlformats-package.relationships+xml"/>
  <Override PartName="/ppt/slides/_rels/slide361.xml.rels" ContentType="application/vnd.openxmlformats-package.relationships+xml"/>
  <Override PartName="/ppt/slides/_rels/slide883.xml.rels" ContentType="application/vnd.openxmlformats-package.relationships+xml"/>
  <Override PartName="/ppt/slides/_rels/slide699.xml.rels" ContentType="application/vnd.openxmlformats-package.relationships+xml"/>
  <Override PartName="/ppt/slides/_rels/slide983.xml.rels" ContentType="application/vnd.openxmlformats-package.relationships+xml"/>
  <Override PartName="/ppt/slides/_rels/slide554.xml.rels" ContentType="application/vnd.openxmlformats-package.relationships+xml"/>
  <Override PartName="/ppt/slides/_rels/slide300.xml.rels" ContentType="application/vnd.openxmlformats-package.relationships+xml"/>
  <Override PartName="/ppt/slides/_rels/slide902.xml.rels" ContentType="application/vnd.openxmlformats-package.relationships+xml"/>
  <Override PartName="/ppt/slides/_rels/slide69.xml.rels" ContentType="application/vnd.openxmlformats-package.relationships+xml"/>
  <Override PartName="/ppt/slides/_rels/slide469.xml.rels" ContentType="application/vnd.openxmlformats-package.relationships+xml"/>
  <Override PartName="/ppt/slides/_rels/slide466.xml.rels" ContentType="application/vnd.openxmlformats-package.relationships+xml"/>
  <Override PartName="/ppt/slides/_rels/slide1058.xml.rels" ContentType="application/vnd.openxmlformats-package.relationships+xml"/>
  <Override PartName="/ppt/slides/_rels/slide232.xml.rels" ContentType="application/vnd.openxmlformats-package.relationships+xml"/>
  <Override PartName="/ppt/slides/_rels/slide447.xml.rels" ContentType="application/vnd.openxmlformats-package.relationships+xml"/>
  <Override PartName="/ppt/slides/_rels/slide1044.xml.rels" ContentType="application/vnd.openxmlformats-package.relationships+xml"/>
  <Override PartName="/ppt/slides/_rels/slide939.xml.rels" ContentType="application/vnd.openxmlformats-package.relationships+xml"/>
  <Override PartName="/ppt/slides/_rels/slide174.xml.rels" ContentType="application/vnd.openxmlformats-package.relationships+xml"/>
  <Override PartName="/ppt/slides/_rels/slide882.xml.rels" ContentType="application/vnd.openxmlformats-package.relationships+xml"/>
  <Override PartName="/ppt/slides/_rels/slide1298.xml.rels" ContentType="application/vnd.openxmlformats-package.relationships+xml"/>
  <Override PartName="/ppt/slides/_rels/slide622.xml.rels" ContentType="application/vnd.openxmlformats-package.relationships+xml"/>
  <Override PartName="/ppt/slides/_rels/slide250.xml.rels" ContentType="application/vnd.openxmlformats-package.relationships+xml"/>
  <Override PartName="/ppt/slides/_rels/slide433.xml.rels" ContentType="application/vnd.openxmlformats-package.relationships+xml"/>
  <Override PartName="/ppt/slides/_rels/slide1208.xml.rels" ContentType="application/vnd.openxmlformats-package.relationships+xml"/>
  <Override PartName="/ppt/slides/_rels/slide881.xml.rels" ContentType="application/vnd.openxmlformats-package.relationships+xml"/>
  <Override PartName="/ppt/slides/_rels/slide523.xml.rels" ContentType="application/vnd.openxmlformats-package.relationships+xml"/>
  <Override PartName="/ppt/slides/_rels/slide1334.xml.rels" ContentType="application/vnd.openxmlformats-package.relationships+xml"/>
  <Override PartName="/ppt/slides/_rels/slide631.xml.rels" ContentType="application/vnd.openxmlformats-package.relationships+xml"/>
  <Override PartName="/ppt/slides/_rels/slide440.xml.rels" ContentType="application/vnd.openxmlformats-package.relationships+xml"/>
  <Override PartName="/ppt/slides/_rels/slide1373.xml.rels" ContentType="application/vnd.openxmlformats-package.relationships+xml"/>
  <Override PartName="/ppt/slides/_rels/slide1059.xml.rels" ContentType="application/vnd.openxmlformats-package.relationships+xml"/>
  <Override PartName="/ppt/slides/_rels/slide692.xml.rels" ContentType="application/vnd.openxmlformats-package.relationships+xml"/>
  <Override PartName="/ppt/slides/_rels/slide670.xml.rels" ContentType="application/vnd.openxmlformats-package.relationships+xml"/>
  <Override PartName="/ppt/slides/_rels/slide408.xml.rels" ContentType="application/vnd.openxmlformats-package.relationships+xml"/>
  <Override PartName="/ppt/slides/_rels/slide829.xml.rels" ContentType="application/vnd.openxmlformats-package.relationships+xml"/>
  <Override PartName="/ppt/slides/_rels/slide1380.xml.rels" ContentType="application/vnd.openxmlformats-package.relationships+xml"/>
  <Override PartName="/ppt/slides/_rels/slide872.xml.rels" ContentType="application/vnd.openxmlformats-package.relationships+xml"/>
  <Override PartName="/ppt/slides/_rels/slide61.xml.rels" ContentType="application/vnd.openxmlformats-package.relationships+xml"/>
  <Override PartName="/ppt/slides/_rels/slide1335.xml.rels" ContentType="application/vnd.openxmlformats-package.relationships+xml"/>
  <Override PartName="/ppt/slides/_rels/slide1371.xml.rels" ContentType="application/vnd.openxmlformats-package.relationships+xml"/>
  <Override PartName="/ppt/slides/_rels/slide802.xml.rels" ContentType="application/vnd.openxmlformats-package.relationships+xml"/>
  <Override PartName="/ppt/slides/_rels/slide79.xml.rels" ContentType="application/vnd.openxmlformats-package.relationships+xml"/>
  <Override PartName="/ppt/slides/_rels/slide656.xml.rels" ContentType="application/vnd.openxmlformats-package.relationships+xml"/>
  <Override PartName="/ppt/slides/slide1381.xml" ContentType="application/vnd.openxmlformats-officedocument.presentationml.slide+xml"/>
  <Override PartName="/ppt/slides/slide391.xml" ContentType="application/vnd.openxmlformats-officedocument.presentationml.slide+xml"/>
  <Override PartName="/ppt/slides/slide363.xml" ContentType="application/vnd.openxmlformats-officedocument.presentationml.slide+xml"/>
  <Override PartName="/ppt/slides/slide235.xml" ContentType="application/vnd.openxmlformats-officedocument.presentationml.slide+xml"/>
  <Override PartName="/ppt/slides/slide934.xml" ContentType="application/vnd.openxmlformats-officedocument.presentationml.slide+xml"/>
  <Override PartName="/ppt/slides/slide392.xml" ContentType="application/vnd.openxmlformats-officedocument.presentationml.slide+xml"/>
  <Override PartName="/ppt/slides/slide1299.xml" ContentType="application/vnd.openxmlformats-officedocument.presentationml.slide+xml"/>
  <Override PartName="/ppt/slides/slide1075.xml" ContentType="application/vnd.openxmlformats-officedocument.presentationml.slide+xml"/>
  <Override PartName="/ppt/slides/slide233.xml" ContentType="application/vnd.openxmlformats-officedocument.presentationml.slide+xml"/>
  <Override PartName="/ppt/slides/slide537.xml" ContentType="application/vnd.openxmlformats-officedocument.presentationml.slide+xml"/>
  <Override PartName="/ppt/slides/slide932.xml" ContentType="application/vnd.openxmlformats-officedocument.presentationml.slide+xml"/>
  <Override PartName="/ppt/slides/slide1331.xml" ContentType="application/vnd.openxmlformats-officedocument.presentationml.slide+xml"/>
  <Override PartName="/ppt/slides/slide393.xml" ContentType="application/vnd.openxmlformats-officedocument.presentationml.slide+xml"/>
  <Override PartName="/ppt/slides/slide858.xml" ContentType="application/vnd.openxmlformats-officedocument.presentationml.slide+xml"/>
  <Override PartName="/ppt/slides/slide1234.xml" ContentType="application/vnd.openxmlformats-officedocument.presentationml.slide+xml"/>
  <Override PartName="/ppt/slides/slide799.xml" ContentType="application/vnd.openxmlformats-officedocument.presentationml.slide+xml"/>
  <Override PartName="/ppt/slides/slide1079.xml" ContentType="application/vnd.openxmlformats-officedocument.presentationml.slide+xml"/>
  <Override PartName="/ppt/slides/slide1064.xml" ContentType="application/vnd.openxmlformats-officedocument.presentationml.slide+xml"/>
  <Override PartName="/ppt/slides/slide240.xml" ContentType="application/vnd.openxmlformats-officedocument.presentationml.slide+xml"/>
  <Override PartName="/ppt/slides/slide1089.xml" ContentType="application/vnd.openxmlformats-officedocument.presentationml.slide+xml"/>
  <Override PartName="/ppt/slides/slide1408.xml" ContentType="application/vnd.openxmlformats-officedocument.presentationml.slide+xml"/>
  <Override PartName="/ppt/slides/slide241.xml" ContentType="application/vnd.openxmlformats-officedocument.presentationml.slide+xml"/>
  <Override PartName="/ppt/slides/slide1196.xml" ContentType="application/vnd.openxmlformats-officedocument.presentationml.slide+xml"/>
  <Override PartName="/ppt/slides/slide940.xml" ContentType="application/vnd.openxmlformats-officedocument.presentationml.slide+xml"/>
  <Override PartName="/ppt/slides/slide242.xml" ContentType="application/vnd.openxmlformats-officedocument.presentationml.slide+xml"/>
  <Override PartName="/ppt/slides/slide942.xml" ContentType="application/vnd.openxmlformats-officedocument.presentationml.slide+xml"/>
  <Override PartName="/ppt/slides/slide535.xml" ContentType="application/vnd.openxmlformats-officedocument.presentationml.slide+xml"/>
  <Override PartName="/ppt/slides/slide1113.xml" ContentType="application/vnd.openxmlformats-officedocument.presentationml.slide+xml"/>
  <Override PartName="/ppt/slides/slide943.xml" ContentType="application/vnd.openxmlformats-officedocument.presentationml.slide+xml"/>
  <Override PartName="/ppt/slides/slide248.xml" ContentType="application/vnd.openxmlformats-officedocument.presentationml.slide+xml"/>
  <Override PartName="/ppt/slides/slide1168.xml" ContentType="application/vnd.openxmlformats-officedocument.presentationml.slide+xml"/>
  <Override PartName="/ppt/slides/slide245.xml" ContentType="application/vnd.openxmlformats-officedocument.presentationml.slide+xml"/>
  <Override PartName="/ppt/slides/slide944.xml" ContentType="application/vnd.openxmlformats-officedocument.presentationml.slide+xml"/>
  <Override PartName="/ppt/slides/slide271.xml" ContentType="application/vnd.openxmlformats-officedocument.presentationml.slide+xml"/>
  <Override PartName="/ppt/slides/slide309.xml" ContentType="application/vnd.openxmlformats-officedocument.presentationml.slide+xml"/>
  <Override PartName="/ppt/slides/slide307.xml" ContentType="application/vnd.openxmlformats-officedocument.presentationml.slide+xml"/>
  <Override PartName="/ppt/slides/slide251.xml" ContentType="application/vnd.openxmlformats-officedocument.presentationml.slide+xml"/>
  <Override PartName="/ppt/slides/slide308.xml" ContentType="application/vnd.openxmlformats-officedocument.presentationml.slide+xml"/>
  <Override PartName="/ppt/slides/slide1317.xml" ContentType="application/vnd.openxmlformats-officedocument.presentationml.slide+xml"/>
  <Override PartName="/ppt/slides/slide730.xml" ContentType="application/vnd.openxmlformats-officedocument.presentationml.slide+xml"/>
  <Override PartName="/ppt/slides/slide415.xml" ContentType="application/vnd.openxmlformats-officedocument.presentationml.slide+xml"/>
  <Override PartName="/ppt/slides/slide941.xml" ContentType="application/vnd.openxmlformats-officedocument.presentationml.slide+xml"/>
  <Override PartName="/ppt/slides/slide183.xml" ContentType="application/vnd.openxmlformats-officedocument.presentationml.slide+xml"/>
  <Override PartName="/ppt/slides/slide1215.xml" ContentType="application/vnd.openxmlformats-officedocument.presentationml.slide+xml"/>
  <Override PartName="/ppt/slides/slide1295.xml" ContentType="application/vnd.openxmlformats-officedocument.presentationml.slide+xml"/>
  <Override PartName="/ppt/slides/slide1413.xml" ContentType="application/vnd.openxmlformats-officedocument.presentationml.slide+xml"/>
  <Override PartName="/ppt/slides/slide982.xml" ContentType="application/vnd.openxmlformats-officedocument.presentationml.slide+xml"/>
  <Override PartName="/ppt/slides/slide979.xml" ContentType="application/vnd.openxmlformats-officedocument.presentationml.slide+xml"/>
  <Override PartName="/ppt/slides/slide897.xml" ContentType="application/vnd.openxmlformats-officedocument.presentationml.slide+xml"/>
  <Override PartName="/ppt/slides/slide1289.xml" ContentType="application/vnd.openxmlformats-officedocument.presentationml.slide+xml"/>
  <Override PartName="/ppt/slides/slide1313.xml" ContentType="application/vnd.openxmlformats-officedocument.presentationml.slide+xml"/>
  <Override PartName="/ppt/slides/slide255.xml" ContentType="application/vnd.openxmlformats-officedocument.presentationml.slide+xml"/>
  <Override PartName="/ppt/slides/slide956.xml" ContentType="application/vnd.openxmlformats-officedocument.presentationml.slide+xml"/>
  <Override PartName="/ppt/slides/slide6.xml" ContentType="application/vnd.openxmlformats-officedocument.presentationml.slide+xml"/>
  <Override PartName="/ppt/slides/slide661.xml" ContentType="application/vnd.openxmlformats-officedocument.presentationml.slide+xml"/>
  <Override PartName="/ppt/slides/slide236.xml" ContentType="application/vnd.openxmlformats-officedocument.presentationml.slide+xml"/>
  <Override PartName="/ppt/slides/slide663.xml" ContentType="application/vnd.openxmlformats-officedocument.presentationml.slide+xml"/>
  <Override PartName="/ppt/slides/slide258.xml" ContentType="application/vnd.openxmlformats-officedocument.presentationml.slide+xml"/>
  <Override PartName="/ppt/slides/slide725.xml" ContentType="application/vnd.openxmlformats-officedocument.presentationml.slide+xml"/>
  <Override PartName="/ppt/slides/slide1363.xml" ContentType="application/vnd.openxmlformats-officedocument.presentationml.slide+xml"/>
  <Override PartName="/ppt/slides/slide720.xml" ContentType="application/vnd.openxmlformats-officedocument.presentationml.slide+xml"/>
  <Override PartName="/ppt/slides/slide433.xml" ContentType="application/vnd.openxmlformats-officedocument.presentationml.slide+xml"/>
  <Override PartName="/ppt/slides/slide681.xml" ContentType="application/vnd.openxmlformats-officedocument.presentationml.slide+xml"/>
  <Override PartName="/ppt/slides/slide396.xml" ContentType="application/vnd.openxmlformats-officedocument.presentationml.slide+xml"/>
  <Override PartName="/ppt/slides/slide101.xml" ContentType="application/vnd.openxmlformats-officedocument.presentationml.slide+xml"/>
  <Override PartName="/ppt/slides/slide851.xml" ContentType="application/vnd.openxmlformats-officedocument.presentationml.slide+xml"/>
  <Override PartName="/ppt/slides/slide1350.xml" ContentType="application/vnd.openxmlformats-officedocument.presentationml.slide+xml"/>
  <Override PartName="/ppt/slides/slide800.xml" ContentType="application/vnd.openxmlformats-officedocument.presentationml.slide+xml"/>
  <Override PartName="/ppt/slides/slide432.xml" ContentType="application/vnd.openxmlformats-officedocument.presentationml.slide+xml"/>
  <Override PartName="/ppt/slides/slide930.xml" ContentType="application/vnd.openxmlformats-officedocument.presentationml.slide+xml"/>
  <Override PartName="/ppt/slides/slide958.xml" ContentType="application/vnd.openxmlformats-officedocument.presentationml.slide+xml"/>
  <Override PartName="/ppt/slides/slide1419.xml" ContentType="application/vnd.openxmlformats-officedocument.presentationml.slide+xml"/>
  <Override PartName="/ppt/slides/slide430.xml" ContentType="application/vnd.openxmlformats-officedocument.presentationml.slide+xml"/>
  <Override PartName="/ppt/slides/slide967.xml" ContentType="application/vnd.openxmlformats-officedocument.presentationml.slide+xml"/>
  <Override PartName="/ppt/slides/slide961.xml" ContentType="application/vnd.openxmlformats-officedocument.presentationml.slide+xml"/>
  <Override PartName="/ppt/slides/slide984.xml" ContentType="application/vnd.openxmlformats-officedocument.presentationml.slide+xml"/>
  <Override PartName="/ppt/slides/slide1051.xml" ContentType="application/vnd.openxmlformats-officedocument.presentationml.slide+xml"/>
  <Override PartName="/ppt/slides/slide103.xml" ContentType="application/vnd.openxmlformats-officedocument.presentationml.slide+xml"/>
  <Override PartName="/ppt/slides/slide106.xml" ContentType="application/vnd.openxmlformats-officedocument.presentationml.slide+xml"/>
  <Override PartName="/ppt/slides/slide928.xml" ContentType="application/vnd.openxmlformats-officedocument.presentationml.slide+xml"/>
  <Override PartName="/ppt/slides/slide811.xml" ContentType="application/vnd.openxmlformats-officedocument.presentationml.slide+xml"/>
  <Override PartName="/ppt/slides/slide115.xml" ContentType="application/vnd.openxmlformats-officedocument.presentationml.slide+xml"/>
  <Override PartName="/ppt/slides/slide156.xml" ContentType="application/vnd.openxmlformats-officedocument.presentationml.slide+xml"/>
  <Override PartName="/ppt/slides/slide744.xml" ContentType="application/vnd.openxmlformats-officedocument.presentationml.slide+xml"/>
  <Override PartName="/ppt/slides/slide812.xml" ContentType="application/vnd.openxmlformats-officedocument.presentationml.slide+xml"/>
  <Override PartName="/ppt/slides/slide978.xml" ContentType="application/vnd.openxmlformats-officedocument.presentationml.slide+xml"/>
  <Override PartName="/ppt/slides/slide1311.xml" ContentType="application/vnd.openxmlformats-officedocument.presentationml.slide+xml"/>
  <Override PartName="/ppt/slides/slide116.xml" ContentType="application/vnd.openxmlformats-officedocument.presentationml.slide+xml"/>
  <Override PartName="/ppt/slides/slide452.xml" ContentType="application/vnd.openxmlformats-officedocument.presentationml.slide+xml"/>
  <Override PartName="/ppt/slides/slide177.xml" ContentType="application/vnd.openxmlformats-officedocument.presentationml.slide+xml"/>
  <Override PartName="/ppt/slides/slide815.xml" ContentType="application/vnd.openxmlformats-officedocument.presentationml.slide+xml"/>
  <Override PartName="/ppt/slides/slide893.xml" ContentType="application/vnd.openxmlformats-officedocument.presentationml.slide+xml"/>
  <Override PartName="/ppt/slides/slide754.xml" ContentType="application/vnd.openxmlformats-officedocument.presentationml.slide+xml"/>
  <Override PartName="/ppt/slides/slide121.xml" ContentType="application/vnd.openxmlformats-officedocument.presentationml.slide+xml"/>
  <Override PartName="/ppt/slides/slide986.xml" ContentType="application/vnd.openxmlformats-officedocument.presentationml.slide+xml"/>
  <Override PartName="/ppt/slides/slide522.xml" ContentType="application/vnd.openxmlformats-officedocument.presentationml.slide+xml"/>
  <Override PartName="/ppt/slides/slide124.xml" ContentType="application/vnd.openxmlformats-officedocument.presentationml.slide+xml"/>
  <Override PartName="/ppt/slides/slide1411.xml" ContentType="application/vnd.openxmlformats-officedocument.presentationml.slide+xml"/>
  <Override PartName="/ppt/slides/slide1076.xml" ContentType="application/vnd.openxmlformats-officedocument.presentationml.slide+xml"/>
  <Override PartName="/ppt/slides/slide1150.xml" ContentType="application/vnd.openxmlformats-officedocument.presentationml.slide+xml"/>
  <Override PartName="/ppt/slides/slide823.xml" ContentType="application/vnd.openxmlformats-officedocument.presentationml.slide+xml"/>
  <Override PartName="/ppt/slides/slide989.xml" ContentType="application/vnd.openxmlformats-officedocument.presentationml.slide+xml"/>
  <Override PartName="/ppt/slides/slide288.xml" ContentType="application/vnd.openxmlformats-officedocument.presentationml.slide+xml"/>
  <Override PartName="/ppt/slides/slide1122.xml" ContentType="application/vnd.openxmlformats-officedocument.presentationml.slide+xml"/>
  <Override PartName="/ppt/slides/slide824.xml" ContentType="application/vnd.openxmlformats-officedocument.presentationml.slide+xml"/>
  <Override PartName="/ppt/slides/slide123.xml" ContentType="application/vnd.openxmlformats-officedocument.presentationml.slide+xml"/>
  <Override PartName="/ppt/slides/slide296.xml" ContentType="application/vnd.openxmlformats-officedocument.presentationml.slide+xml"/>
  <Override PartName="/ppt/slides/slide959.xml" ContentType="application/vnd.openxmlformats-officedocument.presentationml.slide+xml"/>
  <Override PartName="/ppt/slides/slide733.xml" ContentType="application/vnd.openxmlformats-officedocument.presentationml.slide+xml"/>
  <Override PartName="/ppt/slides/slide831.xml" ContentType="application/vnd.openxmlformats-officedocument.presentationml.slide+xml"/>
  <Override PartName="/ppt/slides/slide988.xml" ContentType="application/vnd.openxmlformats-officedocument.presentationml.slide+xml"/>
  <Override PartName="/ppt/slides/slide803.xml" ContentType="application/vnd.openxmlformats-officedocument.presentationml.slide+xml"/>
  <Override PartName="/ppt/slides/slide431.xml" ContentType="application/vnd.openxmlformats-officedocument.presentationml.slide+xml"/>
  <Override PartName="/ppt/slides/slide125.xml" ContentType="application/vnd.openxmlformats-officedocument.presentationml.slide+xml"/>
  <Override PartName="/ppt/slides/slide825.xml" ContentType="application/vnd.openxmlformats-officedocument.presentationml.slide+xml"/>
  <Override PartName="/ppt/slides/slide297.xml" ContentType="application/vnd.openxmlformats-officedocument.presentationml.slide+xml"/>
  <Override PartName="/ppt/slides/slide1365.xml" ContentType="application/vnd.openxmlformats-officedocument.presentationml.slide+xml"/>
  <Override PartName="/ppt/slides/slide830.xml" ContentType="application/vnd.openxmlformats-officedocument.presentationml.slide+xml"/>
  <Override PartName="/ppt/slides/slide760.xml" ContentType="application/vnd.openxmlformats-officedocument.presentationml.slide+xml"/>
  <Override PartName="/ppt/slides/slide996.xml" ContentType="application/vnd.openxmlformats-officedocument.presentationml.slide+xml"/>
  <Override PartName="/ppt/slides/slide1410.xml" ContentType="application/vnd.openxmlformats-officedocument.presentationml.slide+xml"/>
  <Override PartName="/ppt/slides/slide1340.xml" ContentType="application/vnd.openxmlformats-officedocument.presentationml.slide+xml"/>
  <Override PartName="/ppt/slides/slide833.xml" ContentType="application/vnd.openxmlformats-officedocument.presentationml.slide+xml"/>
  <Override PartName="/ppt/slides/slide818.xml" ContentType="application/vnd.openxmlformats-officedocument.presentationml.slide+xml"/>
  <Override PartName="/ppt/slides/slide112.xml" ContentType="application/vnd.openxmlformats-officedocument.presentationml.slide+xml"/>
  <Override PartName="/ppt/slides/slide1097.xml" ContentType="application/vnd.openxmlformats-officedocument.presentationml.slide+xml"/>
  <Override PartName="/ppt/slides/slide1373.xml" ContentType="application/vnd.openxmlformats-officedocument.presentationml.slide+xml"/>
  <Override PartName="/ppt/slides/slide298.xml" ContentType="application/vnd.openxmlformats-officedocument.presentationml.slide+xml"/>
  <Override PartName="/ppt/slides/slide205.xml" ContentType="application/vnd.openxmlformats-officedocument.presentationml.slide+xml"/>
  <Override PartName="/ppt/slides/slide132.xml" ContentType="application/vnd.openxmlformats-officedocument.presentationml.slide+xml"/>
  <Override PartName="/ppt/slides/slide834.xml" ContentType="application/vnd.openxmlformats-officedocument.presentationml.slide+xml"/>
  <Override PartName="/ppt/slides/slide104.xml" ContentType="application/vnd.openxmlformats-officedocument.presentationml.slide+xml"/>
  <Override PartName="/ppt/slides/slide617.xml" ContentType="application/vnd.openxmlformats-officedocument.presentationml.slide+xml"/>
  <Override PartName="/ppt/slides/slide998.xml" ContentType="application/vnd.openxmlformats-officedocument.presentationml.slide+xml"/>
  <Override PartName="/ppt/slides/slide136.xml" ContentType="application/vnd.openxmlformats-officedocument.presentationml.slide+xml"/>
  <Override PartName="/ppt/slides/slide1148.xml" ContentType="application/vnd.openxmlformats-officedocument.presentationml.slide+xml"/>
  <Override PartName="/ppt/slides/slide300.xml" ContentType="application/vnd.openxmlformats-officedocument.presentationml.slide+xml"/>
  <Override PartName="/ppt/slides/slide304.xml" ContentType="application/vnd.openxmlformats-officedocument.presentationml.slide+xml"/>
  <Override PartName="/ppt/slides/slide1001.xml" ContentType="application/vnd.openxmlformats-officedocument.presentationml.slide+xml"/>
  <Override PartName="/ppt/slides/slide305.xml" ContentType="application/vnd.openxmlformats-officedocument.presentationml.slide+xml"/>
  <Override PartName="/ppt/slides/slide481.xml" ContentType="application/vnd.openxmlformats-officedocument.presentationml.slide+xml"/>
  <Override PartName="/ppt/slides/slide111.xml" ContentType="application/vnd.openxmlformats-officedocument.presentationml.slide+xml"/>
  <Override PartName="/ppt/slides/slide87.xml" ContentType="application/vnd.openxmlformats-officedocument.presentationml.slide+xml"/>
  <Override PartName="/ppt/slides/slide534.xml" ContentType="application/vnd.openxmlformats-officedocument.presentationml.slide+xml"/>
  <Override PartName="/ppt/slides/slide706.xml" ContentType="application/vnd.openxmlformats-officedocument.presentationml.slide+xml"/>
  <Override PartName="/ppt/slides/slide306.xml" ContentType="application/vnd.openxmlformats-officedocument.presentationml.slide+xml"/>
  <Override PartName="/ppt/slides/slide1279.xml" ContentType="application/vnd.openxmlformats-officedocument.presentationml.slide+xml"/>
  <Override PartName="/ppt/slides/slide469.xml" ContentType="application/vnd.openxmlformats-officedocument.presentationml.slide+xml"/>
  <Override PartName="/ppt/slides/slide556.xml" ContentType="application/vnd.openxmlformats-officedocument.presentationml.slide+xml"/>
  <Override PartName="/ppt/slides/slide1372.xml" ContentType="application/vnd.openxmlformats-officedocument.presentationml.slide+xml"/>
  <Override PartName="/ppt/slides/slide88.xml" ContentType="application/vnd.openxmlformats-officedocument.presentationml.slide+xml"/>
  <Override PartName="/ppt/slides/slide96.xml" ContentType="application/vnd.openxmlformats-officedocument.presentationml.slide+xml"/>
  <Override PartName="/ppt/slides/slide137.xml" ContentType="application/vnd.openxmlformats-officedocument.presentationml.slide+xml"/>
  <Override PartName="/ppt/slides/slide376.xml" ContentType="application/vnd.openxmlformats-officedocument.presentationml.slide+xml"/>
  <Override PartName="/ppt/slides/slide742.xml" ContentType="application/vnd.openxmlformats-officedocument.presentationml.slide+xml"/>
  <Override PartName="/ppt/slides/slide299.xml" ContentType="application/vnd.openxmlformats-officedocument.presentationml.slide+xml"/>
  <Override PartName="/ppt/slides/slide85.xml" ContentType="application/vnd.openxmlformats-officedocument.presentationml.slide+xml"/>
  <Override PartName="/ppt/slides/slide97.xml" ContentType="application/vnd.openxmlformats-officedocument.presentationml.slide+xml"/>
  <Override PartName="/ppt/slides/slide690.xml" ContentType="application/vnd.openxmlformats-officedocument.presentationml.slide+xml"/>
  <Override PartName="/ppt/slides/slide512.xml" ContentType="application/vnd.openxmlformats-officedocument.presentationml.slide+xml"/>
  <Override PartName="/ppt/slides/slide478.xml" ContentType="application/vnd.openxmlformats-officedocument.presentationml.slide+xml"/>
  <Override PartName="/ppt/slides/slide822.xml" ContentType="application/vnd.openxmlformats-officedocument.presentationml.slide+xml"/>
  <Override PartName="/ppt/slides/slide313.xml" ContentType="application/vnd.openxmlformats-officedocument.presentationml.slide+xml"/>
  <Override PartName="/ppt/slides/slide1144.xml" ContentType="application/vnd.openxmlformats-officedocument.presentationml.slide+xml"/>
  <Override PartName="/ppt/slides/slide1159.xml" ContentType="application/vnd.openxmlformats-officedocument.presentationml.slide+xml"/>
  <Override PartName="/ppt/slides/slide488.xml" ContentType="application/vnd.openxmlformats-officedocument.presentationml.slide+xml"/>
  <Override PartName="/ppt/slides/slide1005.xml" ContentType="application/vnd.openxmlformats-officedocument.presentationml.slide+xml"/>
  <Override PartName="/ppt/slides/slide654.xml" ContentType="application/vnd.openxmlformats-officedocument.presentationml.slide+xml"/>
  <Override PartName="/ppt/slides/slide193.xml" ContentType="application/vnd.openxmlformats-officedocument.presentationml.slide+xml"/>
  <Override PartName="/ppt/slides/slide1002.xml" ContentType="application/vnd.openxmlformats-officedocument.presentationml.slide+xml"/>
  <Override PartName="/ppt/slides/slide323.xml" ContentType="application/vnd.openxmlformats-officedocument.presentationml.slide+xml"/>
  <Override PartName="/ppt/slides/slide1130.xml" ContentType="application/vnd.openxmlformats-officedocument.presentationml.slide+xml"/>
  <Override PartName="/ppt/slides/slide398.xml" ContentType="application/vnd.openxmlformats-officedocument.presentationml.slide+xml"/>
  <Override PartName="/ppt/slides/slide320.xml" ContentType="application/vnd.openxmlformats-officedocument.presentationml.slide+xml"/>
  <Override PartName="/ppt/slides/slide386.xml" ContentType="application/vnd.openxmlformats-officedocument.presentationml.slide+xml"/>
  <Override PartName="/ppt/slides/slide896.xml" ContentType="application/vnd.openxmlformats-officedocument.presentationml.slide+xml"/>
  <Override PartName="/ppt/slides/slide494.xml" ContentType="application/vnd.openxmlformats-officedocument.presentationml.slide+xml"/>
  <Override PartName="/ppt/slides/slide1169.xml" ContentType="application/vnd.openxmlformats-officedocument.presentationml.slide+xml"/>
  <Override PartName="/ppt/slides/slide420.xml" ContentType="application/vnd.openxmlformats-officedocument.presentationml.slide+xml"/>
  <Override PartName="/ppt/slides/slide1285.xml" ContentType="application/vnd.openxmlformats-officedocument.presentationml.slide+xml"/>
  <Override PartName="/ppt/slides/slide332.xml" ContentType="application/vnd.openxmlformats-officedocument.presentationml.slide+xml"/>
  <Override PartName="/ppt/slides/slide498.xml" ContentType="application/vnd.openxmlformats-officedocument.presentationml.slide+xml"/>
  <Override PartName="/ppt/slides/slide1016.xml" ContentType="application/vnd.openxmlformats-officedocument.presentationml.slide+xml"/>
  <Override PartName="/ppt/slides/slide496.xml" ContentType="application/vnd.openxmlformats-officedocument.presentationml.slide+xml"/>
  <Override PartName="/ppt/slides/slide1030.xml" ContentType="application/vnd.openxmlformats-officedocument.presentationml.slide+xml"/>
  <Override PartName="/ppt/slides/slide330.xml" ContentType="application/vnd.openxmlformats-officedocument.presentationml.slide+xml"/>
  <Override PartName="/ppt/slides/slide975.xml" ContentType="application/vnd.openxmlformats-officedocument.presentationml.slide+xml"/>
  <Override PartName="/ppt/slides/slide246.xml" ContentType="application/vnd.openxmlformats-officedocument.presentationml.slide+xml"/>
  <Override PartName="/ppt/slides/slide801.xml" ContentType="application/vnd.openxmlformats-officedocument.presentationml.slide+xml"/>
  <Override PartName="/ppt/slides/slide140.xml" ContentType="application/vnd.openxmlformats-officedocument.presentationml.slide+xml"/>
  <Override PartName="/ppt/slides/slide212.xml" ContentType="application/vnd.openxmlformats-officedocument.presentationml.slide+xml"/>
  <Override PartName="/ppt/slides/slide131.xml" ContentType="application/vnd.openxmlformats-officedocument.presentationml.slide+xml"/>
  <Override PartName="/ppt/slides/slide1013.xml" ContentType="application/vnd.openxmlformats-officedocument.presentationml.slide+xml"/>
  <Override PartName="/ppt/slides/slide1189.xml" ContentType="application/vnd.openxmlformats-officedocument.presentationml.slide+xml"/>
  <Override PartName="/ppt/slides/slide322.xml" ContentType="application/vnd.openxmlformats-officedocument.presentationml.slide+xml"/>
  <Override PartName="/ppt/slides/slide1353.xml" ContentType="application/vnd.openxmlformats-officedocument.presentationml.slide+xml"/>
  <Override PartName="/ppt/slides/slide1179.xml" ContentType="application/vnd.openxmlformats-officedocument.presentationml.slide+xml"/>
  <Override PartName="/ppt/slides/slide1025.xml" ContentType="application/vnd.openxmlformats-officedocument.presentationml.slide+xml"/>
  <Override PartName="/ppt/slides/slide1026.xml" ContentType="application/vnd.openxmlformats-officedocument.presentationml.slide+xml"/>
  <Override PartName="/ppt/slides/slide208.xml" ContentType="application/vnd.openxmlformats-officedocument.presentationml.slide+xml"/>
  <Override PartName="/ppt/slides/slide352.xml" ContentType="application/vnd.openxmlformats-officedocument.presentationml.slide+xml"/>
  <Override PartName="/ppt/slides/slide1036.xml" ContentType="application/vnd.openxmlformats-officedocument.presentationml.slide+xml"/>
  <Override PartName="/ppt/slides/slide568.xml" ContentType="application/vnd.openxmlformats-officedocument.presentationml.slide+xml"/>
  <Override PartName="/ppt/slides/slide1369.xml" ContentType="application/vnd.openxmlformats-officedocument.presentationml.slide+xml"/>
  <Override PartName="/ppt/slides/slide158.xml" ContentType="application/vnd.openxmlformats-officedocument.presentationml.slide+xml"/>
  <Override PartName="/ppt/slides/slide1341.xml" ContentType="application/vnd.openxmlformats-officedocument.presentationml.slide+xml"/>
  <Override PartName="/ppt/slides/slide406.xml" ContentType="application/vnd.openxmlformats-officedocument.presentationml.slide+xml"/>
  <Override PartName="/ppt/slides/slide1083.xml" ContentType="application/vnd.openxmlformats-officedocument.presentationml.slide+xml"/>
  <Override PartName="/ppt/slides/slide234.xml" ContentType="application/vnd.openxmlformats-officedocument.presentationml.slide+xml"/>
  <Override PartName="/ppt/slides/slide403.xml" ContentType="application/vnd.openxmlformats-officedocument.presentationml.slide+xml"/>
  <Override PartName="/ppt/slides/slide407.xml" ContentType="application/vnd.openxmlformats-officedocument.presentationml.slide+xml"/>
  <Override PartName="/ppt/slides/slide259.xml" ContentType="application/vnd.openxmlformats-officedocument.presentationml.slide+xml"/>
  <Override PartName="/ppt/slides/slide1050.xml" ContentType="application/vnd.openxmlformats-officedocument.presentationml.slide+xml"/>
  <Override PartName="/ppt/slides/slide27.xml" ContentType="application/vnd.openxmlformats-officedocument.presentationml.slide+xml"/>
  <Override PartName="/ppt/slides/slide409.xml" ContentType="application/vnd.openxmlformats-officedocument.presentationml.slide+xml"/>
  <Override PartName="/ppt/slides/slide28.xml" ContentType="application/vnd.openxmlformats-officedocument.presentationml.slide+xml"/>
  <Override PartName="/ppt/slides/slide578.xml" ContentType="application/vnd.openxmlformats-officedocument.presentationml.slide+xml"/>
  <Override PartName="/ppt/slides/slide31.xml" ContentType="application/vnd.openxmlformats-officedocument.presentationml.slide+xml"/>
  <Override PartName="/ppt/slides/slide412.xml" ContentType="application/vnd.openxmlformats-officedocument.presentationml.slide+xml"/>
  <Override PartName="/ppt/slides/slide533.xml" ContentType="application/vnd.openxmlformats-officedocument.presentationml.slide+xml"/>
  <Override PartName="/ppt/slides/slide35.xml" ContentType="application/vnd.openxmlformats-officedocument.presentationml.slide+xml"/>
  <Override PartName="/ppt/slides/slide915.xml" ContentType="application/vnd.openxmlformats-officedocument.presentationml.slide+xml"/>
  <Override PartName="/ppt/slides/slide32.xml" ContentType="application/vnd.openxmlformats-officedocument.presentationml.slide+xml"/>
  <Override PartName="/ppt/slides/slide417.xml" ContentType="application/vnd.openxmlformats-officedocument.presentationml.slide+xml"/>
  <Override PartName="/ppt/slides/slide36.xml" ContentType="application/vnd.openxmlformats-officedocument.presentationml.slide+xml"/>
  <Override PartName="/ppt/slides/slide43.xml" ContentType="application/vnd.openxmlformats-officedocument.presentationml.slide+xml"/>
  <Override PartName="/ppt/slides/slide37.xml" ContentType="application/vnd.openxmlformats-officedocument.presentationml.slide+xml"/>
  <Override PartName="/ppt/slides/slide658.xml" ContentType="application/vnd.openxmlformats-officedocument.presentationml.slide+xml"/>
  <Override PartName="/ppt/slides/slide317.xml" ContentType="application/vnd.openxmlformats-officedocument.presentationml.slide+xml"/>
  <Override PartName="/ppt/slides/slide1207.xml" ContentType="application/vnd.openxmlformats-officedocument.presentationml.slide+xml"/>
  <Override PartName="/ppt/slides/slide1238.xml" ContentType="application/vnd.openxmlformats-officedocument.presentationml.slide+xml"/>
  <Override PartName="/ppt/slides/slide419.xml" ContentType="application/vnd.openxmlformats-officedocument.presentationml.slide+xml"/>
  <Override PartName="/ppt/slides/slide716.xml" ContentType="application/vnd.openxmlformats-officedocument.presentationml.slide+xml"/>
  <Override PartName="/ppt/slides/slide38.xml" ContentType="application/vnd.openxmlformats-officedocument.presentationml.slide+xml"/>
  <Override PartName="/ppt/slides/slide1266.xml" ContentType="application/vnd.openxmlformats-officedocument.presentationml.slide+xml"/>
  <Override PartName="/ppt/slides/slide356.xml" ContentType="application/vnd.openxmlformats-officedocument.presentationml.slide+xml"/>
  <Override PartName="/ppt/slides/slide586.xml" ContentType="application/vnd.openxmlformats-officedocument.presentationml.slide+xml"/>
  <Override PartName="/ppt/slides/slide683.xml" ContentType="application/vnd.openxmlformats-officedocument.presentationml.slide+xml"/>
  <Override PartName="/ppt/slides/slide428.xml" ContentType="application/vnd.openxmlformats-officedocument.presentationml.slide+xml"/>
  <Override PartName="/ppt/slides/slide1103.xml" ContentType="application/vnd.openxmlformats-officedocument.presentationml.slide+xml"/>
  <Override PartName="/ppt/slides/slide129.xml" ContentType="application/vnd.openxmlformats-officedocument.presentationml.slide+xml"/>
  <Override PartName="/ppt/slides/slide1125.xml" ContentType="application/vnd.openxmlformats-officedocument.presentationml.slide+xml"/>
  <Override PartName="/ppt/slides/slide424.xml" ContentType="application/vnd.openxmlformats-officedocument.presentationml.slide+xml"/>
  <Override PartName="/ppt/slides/slide435.xml" ContentType="application/vnd.openxmlformats-officedocument.presentationml.slide+xml"/>
  <Override PartName="/ppt/slides/slide86.xml" ContentType="application/vnd.openxmlformats-officedocument.presentationml.slide+xml"/>
  <Override PartName="/ppt/slides/slide587.xml" ContentType="application/vnd.openxmlformats-officedocument.presentationml.slide+xml"/>
  <Override PartName="/ppt/slides/slide70.xml" ContentType="application/vnd.openxmlformats-officedocument.presentationml.slide+xml"/>
  <Override PartName="/ppt/slides/slide1420.xml" ContentType="application/vnd.openxmlformats-officedocument.presentationml.slide+xml"/>
  <Override PartName="/ppt/slides/slide746.xml" ContentType="application/vnd.openxmlformats-officedocument.presentationml.slide+xml"/>
  <Override PartName="/ppt/slides/slide402.xml" ContentType="application/vnd.openxmlformats-officedocument.presentationml.slide+xml"/>
  <Override PartName="/ppt/slides/slide671.xml" ContentType="application/vnd.openxmlformats-officedocument.presentationml.slide+xml"/>
  <Override PartName="/ppt/slides/slide421.xml" ContentType="application/vnd.openxmlformats-officedocument.presentationml.slide+xml"/>
  <Override PartName="/ppt/slides/slide40.xml" ContentType="application/vnd.openxmlformats-officedocument.presentationml.slide+xml"/>
  <Override PartName="/ppt/slides/slide1108.xml" ContentType="application/vnd.openxmlformats-officedocument.presentationml.slide+xml"/>
  <Override PartName="/ppt/slides/slide24.xml" ContentType="application/vnd.openxmlformats-officedocument.presentationml.slide+xml"/>
  <Override PartName="/ppt/slides/slide321.xml" ContentType="application/vnd.openxmlformats-officedocument.presentationml.slide+xml"/>
  <Override PartName="/ppt/slides/slide588.xml" ContentType="application/vnd.openxmlformats-officedocument.presentationml.slide+xml"/>
  <Override PartName="/ppt/slides/slide693.xml" ContentType="application/vnd.openxmlformats-officedocument.presentationml.slide+xml"/>
  <Override PartName="/ppt/slides/slide250.xml" ContentType="application/vnd.openxmlformats-officedocument.presentationml.slide+xml"/>
  <Override PartName="/ppt/slides/slide122.xml" ContentType="application/vnd.openxmlformats-officedocument.presentationml.slide+xml"/>
  <Override PartName="/ppt/slides/slide883.xml" ContentType="application/vnd.openxmlformats-officedocument.presentationml.slide+xml"/>
  <Override PartName="/ppt/slides/slide422.xml" ContentType="application/vnd.openxmlformats-officedocument.presentationml.slide+xml"/>
  <Override PartName="/ppt/slides/slide275.xml" ContentType="application/vnd.openxmlformats-officedocument.presentationml.slide+xml"/>
  <Override PartName="/ppt/slides/slide1105.xml" ContentType="application/vnd.openxmlformats-officedocument.presentationml.slide+xml"/>
  <Override PartName="/ppt/slides/slide589.xml" ContentType="application/vnd.openxmlformats-officedocument.presentationml.slide+xml"/>
  <Override PartName="/ppt/slides/slide820.xml" ContentType="application/vnd.openxmlformats-officedocument.presentationml.slide+xml"/>
  <Override PartName="/ppt/slides/slide1070.xml" ContentType="application/vnd.openxmlformats-officedocument.presentationml.slide+xml"/>
  <Override PartName="/ppt/slides/slide423.xml" ContentType="application/vnd.openxmlformats-officedocument.presentationml.slide+xml"/>
  <Override PartName="/ppt/slides/slide1000.xml" ContentType="application/vnd.openxmlformats-officedocument.presentationml.slide+xml"/>
  <Override PartName="/ppt/slides/slide340.xml" ContentType="application/vnd.openxmlformats-officedocument.presentationml.slide+xml"/>
  <Override PartName="/ppt/slides/slide935.xml" ContentType="application/vnd.openxmlformats-officedocument.presentationml.slide+xml"/>
  <Override PartName="/ppt/slides/slide42.xml" ContentType="application/vnd.openxmlformats-officedocument.presentationml.slide+xml"/>
  <Override PartName="/ppt/slides/slide1106.xml" ContentType="application/vnd.openxmlformats-officedocument.presentationml.slide+xml"/>
  <Override PartName="/ppt/slides/slide98.xml" ContentType="application/vnd.openxmlformats-officedocument.presentationml.slide+xml"/>
  <Override PartName="/ppt/slides/slide46.xml" ContentType="application/vnd.openxmlformats-officedocument.presentationml.slide+xml"/>
  <Override PartName="/ppt/slides/slide395.xml" ContentType="application/vnd.openxmlformats-officedocument.presentationml.slide+xml"/>
  <Override PartName="/ppt/slides/slide82.xml" ContentType="application/vnd.openxmlformats-officedocument.presentationml.slide+xml"/>
  <Override PartName="/ppt/slides/slide47.xml" ContentType="application/vnd.openxmlformats-officedocument.presentationml.slide+xml"/>
  <Override PartName="/ppt/slides/slide1045.xml" ContentType="application/vnd.openxmlformats-officedocument.presentationml.slide+xml"/>
  <Override PartName="/ppt/slides/slide593.xml" ContentType="application/vnd.openxmlformats-officedocument.presentationml.slide+xml"/>
  <Override PartName="/ppt/slides/slide952.xml" ContentType="application/vnd.openxmlformats-officedocument.presentationml.slide+xml"/>
  <Override PartName="/ppt/slides/slide1276.xml" ContentType="application/vnd.openxmlformats-officedocument.presentationml.slide+xml"/>
  <Override PartName="/ppt/slides/slide582.xml" ContentType="application/vnd.openxmlformats-officedocument.presentationml.slide+xml"/>
  <Override PartName="/ppt/slides/slide594.xml" ContentType="application/vnd.openxmlformats-officedocument.presentationml.slide+xml"/>
  <Override PartName="/ppt/slides/slide192.xml" ContentType="application/vnd.openxmlformats-officedocument.presentationml.slide+xml"/>
  <Override PartName="/ppt/slides/slide968.xml" ContentType="application/vnd.openxmlformats-officedocument.presentationml.slide+xml"/>
  <Override PartName="/ppt/slides/slide699.xml" ContentType="application/vnd.openxmlformats-officedocument.presentationml.slide+xml"/>
  <Override PartName="/ppt/slides/slide552.xml" ContentType="application/vnd.openxmlformats-officedocument.presentationml.slide+xml"/>
  <Override PartName="/ppt/slides/slide1277.xml" ContentType="application/vnd.openxmlformats-officedocument.presentationml.slide+xml"/>
  <Override PartName="/ppt/slides/slide439.xml" ContentType="application/vnd.openxmlformats-officedocument.presentationml.slide+xml"/>
  <Override PartName="/ppt/slides/slide426.xml" ContentType="application/vnd.openxmlformats-officedocument.presentationml.slide+xml"/>
  <Override PartName="/ppt/slides/slide698.xml" ContentType="application/vnd.openxmlformats-officedocument.presentationml.slide+xml"/>
  <Override PartName="/ppt/slides/slide595.xml" ContentType="application/vnd.openxmlformats-officedocument.presentationml.slide+xml"/>
  <Override PartName="/ppt/slides/slide94.xml" ContentType="application/vnd.openxmlformats-officedocument.presentationml.slide+xml"/>
  <Override PartName="/ppt/slides/slide910.xml" ContentType="application/vnd.openxmlformats-officedocument.presentationml.slide+xml"/>
  <Override PartName="/ppt/slides/slide1426.xml" ContentType="application/vnd.openxmlformats-officedocument.presentationml.slide+xml"/>
  <Override PartName="/ppt/slides/slide1112.xml" ContentType="application/vnd.openxmlformats-officedocument.presentationml.slide+xml"/>
  <Override PartName="/ppt/slides/slide596.xml" ContentType="application/vnd.openxmlformats-officedocument.presentationml.slide+xml"/>
  <Override PartName="/ppt/slides/slide863.xml" ContentType="application/vnd.openxmlformats-officedocument.presentationml.slide+xml"/>
  <Override PartName="/ppt/slides/slide476.xml" ContentType="application/vnd.openxmlformats-officedocument.presentationml.slide+xml"/>
  <Override PartName="/ppt/slides/slide1425.xml" ContentType="application/vnd.openxmlformats-officedocument.presentationml.slide+xml"/>
  <Override PartName="/ppt/slides/slide1309.xml" ContentType="application/vnd.openxmlformats-officedocument.presentationml.slide+xml"/>
  <Override PartName="/ppt/slides/slide413.xml" ContentType="application/vnd.openxmlformats-officedocument.presentationml.slide+xml"/>
  <Override PartName="/ppt/slides/slide126.xml" ContentType="application/vnd.openxmlformats-officedocument.presentationml.slide+xml"/>
  <Override PartName="/ppt/slides/slide434.xml" ContentType="application/vnd.openxmlformats-officedocument.presentationml.slide+xml"/>
  <Override PartName="/ppt/slides/slide1346.xml" ContentType="application/vnd.openxmlformats-officedocument.presentationml.slide+xml"/>
  <Override PartName="/ppt/slides/slide142.xml" ContentType="application/vnd.openxmlformats-officedocument.presentationml.slide+xml"/>
  <Override PartName="/ppt/slides/slide1382.xml" ContentType="application/vnd.openxmlformats-officedocument.presentationml.slide+xml"/>
  <Override PartName="/ppt/slides/slide1066.xml" ContentType="application/vnd.openxmlformats-officedocument.presentationml.slide+xml"/>
  <Override PartName="/ppt/slides/slide551.xml" ContentType="application/vnd.openxmlformats-officedocument.presentationml.slide+xml"/>
  <Override PartName="/ppt/slides/slide53.xml" ContentType="application/vnd.openxmlformats-officedocument.presentationml.slide+xml"/>
  <Override PartName="/ppt/slides/slide1357.xml" ContentType="application/vnd.openxmlformats-officedocument.presentationml.slide+xml"/>
  <Override PartName="/ppt/slides/slide1204.xml" ContentType="application/vnd.openxmlformats-officedocument.presentationml.slide+xml"/>
  <Override PartName="/ppt/slides/slide597.xml" ContentType="application/vnd.openxmlformats-officedocument.presentationml.slide+xml"/>
  <Override PartName="/ppt/slides/slide399.xml" ContentType="application/vnd.openxmlformats-officedocument.presentationml.slide+xml"/>
  <Override PartName="/ppt/slides/slide608.xml" ContentType="application/vnd.openxmlformats-officedocument.presentationml.slide+xml"/>
  <Override PartName="/ppt/slides/slide814.xml" ContentType="application/vnd.openxmlformats-officedocument.presentationml.slide+xml"/>
  <Override PartName="/ppt/slides/slide54.xml" ContentType="application/vnd.openxmlformats-officedocument.presentationml.slide+xml"/>
  <Override PartName="/ppt/slides/slide857.xml" ContentType="application/vnd.openxmlformats-officedocument.presentationml.slide+xml"/>
  <Override PartName="/ppt/slides/slide614.xml" ContentType="application/vnd.openxmlformats-officedocument.presentationml.slide+xml"/>
  <Override PartName="/ppt/slides/slide1118.xml" ContentType="application/vnd.openxmlformats-officedocument.presentationml.slide+xml"/>
  <Override PartName="/ppt/slides/slide394.xml" ContentType="application/vnd.openxmlformats-officedocument.presentationml.slide+xml"/>
  <Override PartName="/ppt/slides/slide598.xml" ContentType="application/vnd.openxmlformats-officedocument.presentationml.slide+xml"/>
  <Override PartName="/ppt/slides/slide273.xml" ContentType="application/vnd.openxmlformats-officedocument.presentationml.slide+xml"/>
  <Override PartName="/ppt/slides/slide1115.xml" ContentType="application/vnd.openxmlformats-officedocument.presentationml.slide+xml"/>
  <Override PartName="/ppt/slides/slide1244.xml" ContentType="application/vnd.openxmlformats-officedocument.presentationml.slide+xml"/>
  <Override PartName="/ppt/slides/slide55.xml" ContentType="application/vnd.openxmlformats-officedocument.presentationml.slide+xml"/>
  <Override PartName="/ppt/slides/slide945.xml" ContentType="application/vnd.openxmlformats-officedocument.presentationml.slide+xml"/>
  <Override PartName="/ppt/slides/slide1330.xml" ContentType="application/vnd.openxmlformats-officedocument.presentationml.slide+xml"/>
  <Override PartName="/ppt/slides/slide479.xml" ContentType="application/vnd.openxmlformats-officedocument.presentationml.slide+xml"/>
  <Override PartName="/ppt/slides/slide1119.xml" ContentType="application/vnd.openxmlformats-officedocument.presentationml.slide+xml"/>
  <Override PartName="/ppt/slides/slide52.xml" ContentType="application/vnd.openxmlformats-officedocument.presentationml.slide+xml"/>
  <Override PartName="/ppt/slides/slide268.xml" ContentType="application/vnd.openxmlformats-officedocument.presentationml.slide+xml"/>
  <Override PartName="/ppt/slides/slide837.xml" ContentType="application/vnd.openxmlformats-officedocument.presentationml.slide+xml"/>
  <Override PartName="/ppt/slides/slide56.xml" ContentType="application/vnd.openxmlformats-officedocument.presentationml.slide+xml"/>
  <Override PartName="/ppt/slides/slide336.xml" ContentType="application/vnd.openxmlformats-officedocument.presentationml.slide+xml"/>
  <Override PartName="/ppt/slides/slide218.xml" ContentType="application/vnd.openxmlformats-officedocument.presentationml.slide+xml"/>
  <Override PartName="/ppt/slides/slide438.xml" ContentType="application/vnd.openxmlformats-officedocument.presentationml.slide+xml"/>
  <Override PartName="/ppt/slides/slide58.xml" ContentType="application/vnd.openxmlformats-officedocument.presentationml.slide+xml"/>
  <Override PartName="/ppt/slides/slide440.xml" ContentType="application/vnd.openxmlformats-officedocument.presentationml.slide+xml"/>
  <Override PartName="/ppt/slides/slide369.xml" ContentType="application/vnd.openxmlformats-officedocument.presentationml.slide+xml"/>
  <Override PartName="/ppt/slides/slide1123.xml" ContentType="application/vnd.openxmlformats-officedocument.presentationml.slide+xml"/>
  <Override PartName="/ppt/slides/slide805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443.xml" ContentType="application/vnd.openxmlformats-officedocument.presentationml.slide+xml"/>
  <Override PartName="/ppt/slides/slide1126.xml" ContentType="application/vnd.openxmlformats-officedocument.presentationml.slide+xml"/>
  <Override PartName="/ppt/slides/slide444.xml" ContentType="application/vnd.openxmlformats-officedocument.presentationml.slide+xml"/>
  <Override PartName="/ppt/slides/slide1424.xml" ContentType="application/vnd.openxmlformats-officedocument.presentationml.slide+xml"/>
  <Override PartName="/ppt/slides/slide705.xml" ContentType="application/vnd.openxmlformats-officedocument.presentationml.slide+xml"/>
  <Override PartName="/ppt/slides/slide63.xml" ContentType="application/vnd.openxmlformats-officedocument.presentationml.slide+xml"/>
  <Override PartName="/ppt/slides/slide267.xml" ContentType="application/vnd.openxmlformats-officedocument.presentationml.slide+xml"/>
  <Override PartName="/ppt/slides/slide289.xml" ContentType="application/vnd.openxmlformats-officedocument.presentationml.slide+xml"/>
  <Override PartName="/ppt/slides/slide230.xml" ContentType="application/vnd.openxmlformats-officedocument.presentationml.slide+xml"/>
  <Override PartName="/ppt/slides/slide1127.xml" ContentType="application/vnd.openxmlformats-officedocument.presentationml.slide+xml"/>
  <Override PartName="/ppt/slides/slide483.xml" ContentType="application/vnd.openxmlformats-officedocument.presentationml.slide+xml"/>
  <Override PartName="/ppt/slides/slide49.xml" ContentType="application/vnd.openxmlformats-officedocument.presentationml.slide+xml"/>
  <Override PartName="/ppt/slides/slide976.xml" ContentType="application/vnd.openxmlformats-officedocument.presentationml.slide+xml"/>
  <Override PartName="/ppt/slides/slide997.xml" ContentType="application/vnd.openxmlformats-officedocument.presentationml.slide+xml"/>
  <Override PartName="/ppt/slides/slide445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1129.xml" ContentType="application/vnd.openxmlformats-officedocument.presentationml.slide+xml"/>
  <Override PartName="/ppt/slides/slide279.xml" ContentType="application/vnd.openxmlformats-officedocument.presentationml.slide+xml"/>
  <Override PartName="/ppt/slides/slide448.xml" ContentType="application/vnd.openxmlformats-officedocument.presentationml.slide+xml"/>
  <Override PartName="/ppt/slides/slide68.xml" ContentType="application/vnd.openxmlformats-officedocument.presentationml.slide+xml"/>
  <Override PartName="/ppt/slides/slide1133.xml" ContentType="application/vnd.openxmlformats-officedocument.presentationml.slide+xml"/>
  <Override PartName="/ppt/slides/slide666.xml" ContentType="application/vnd.openxmlformats-officedocument.presentationml.slide+xml"/>
  <Override PartName="/ppt/slides/slide451.xml" ContentType="application/vnd.openxmlformats-officedocument.presentationml.slide+xml"/>
  <Override PartName="/ppt/slides/slide1135.xml" ContentType="application/vnd.openxmlformats-officedocument.presentationml.slide+xml"/>
  <Override PartName="/ppt/slides/slide150.xml" ContentType="application/vnd.openxmlformats-officedocument.presentationml.slide+xml"/>
  <Override PartName="/ppt/slides/slide821.xml" ContentType="application/vnd.openxmlformats-officedocument.presentationml.slide+xml"/>
  <Override PartName="/ppt/slides/slide554.xml" ContentType="application/vnd.openxmlformats-officedocument.presentationml.slide+xml"/>
  <Override PartName="/ppt/slides/slide72.xml" ContentType="application/vnd.openxmlformats-officedocument.presentationml.slide+xml"/>
  <Override PartName="/ppt/slides/slide1136.xml" ContentType="application/vnd.openxmlformats-officedocument.presentationml.slide+xml"/>
  <Override PartName="/ppt/slides/slide951.xml" ContentType="application/vnd.openxmlformats-officedocument.presentationml.slide+xml"/>
  <Override PartName="/ppt/slides/slide1048.xml" ContentType="application/vnd.openxmlformats-officedocument.presentationml.slide+xml"/>
  <Override PartName="/ppt/slides/slide832.xml" ContentType="application/vnd.openxmlformats-officedocument.presentationml.slide+xml"/>
  <Override PartName="/ppt/slides/slide454.xml" ContentType="application/vnd.openxmlformats-officedocument.presentationml.slide+xml"/>
  <Override PartName="/ppt/slides/slide12.xml" ContentType="application/vnd.openxmlformats-officedocument.presentationml.slide+xml"/>
  <Override PartName="/ppt/slides/slide89.xml" ContentType="application/vnd.openxmlformats-officedocument.presentationml.slide+xml"/>
  <Override PartName="/ppt/slides/slide73.xml" ContentType="application/vnd.openxmlformats-officedocument.presentationml.slide+xml"/>
  <Override PartName="/ppt/slides/slide691.xml" ContentType="application/vnd.openxmlformats-officedocument.presentationml.slide+xml"/>
  <Override PartName="/ppt/slides/slide277.xml" ContentType="application/vnd.openxmlformats-officedocument.presentationml.slide+xml"/>
  <Override PartName="/ppt/slides/slide455.xml" ContentType="application/vnd.openxmlformats-officedocument.presentationml.slide+xml"/>
  <Override PartName="/ppt/slides/slide1138.xml" ContentType="application/vnd.openxmlformats-officedocument.presentationml.slide+xml"/>
  <Override PartName="/ppt/slides/slide447.xml" ContentType="application/vnd.openxmlformats-officedocument.presentationml.slide+xml"/>
  <Override PartName="/ppt/slides/slide1259.xml" ContentType="application/vnd.openxmlformats-officedocument.presentationml.slide+xml"/>
  <Override PartName="/ppt/slides/slide71.xml" ContentType="application/vnd.openxmlformats-officedocument.presentationml.slide+xml"/>
  <Override PartName="/ppt/slides/slide456.xml" ContentType="application/vnd.openxmlformats-officedocument.presentationml.slide+xml"/>
  <Override PartName="/ppt/slides/slide75.xml" ContentType="application/vnd.openxmlformats-officedocument.presentationml.slide+xml"/>
  <Override PartName="/ppt/slides/slide117.xml" ContentType="application/vnd.openxmlformats-officedocument.presentationml.slide+xml"/>
  <Override PartName="/ppt/slides/slide1101.xml" ContentType="application/vnd.openxmlformats-officedocument.presentationml.slide+xml"/>
  <Override PartName="/ppt/slides/slide154.xml" ContentType="application/vnd.openxmlformats-officedocument.presentationml.slide+xml"/>
  <Override PartName="/ppt/slides/slide1139.xml" ContentType="application/vnd.openxmlformats-officedocument.presentationml.slide+xml"/>
  <Override PartName="/ppt/slides/slide1154.xml" ContentType="application/vnd.openxmlformats-officedocument.presentationml.slide+xml"/>
  <Override PartName="/ppt/slides/slide76.xml" ContentType="application/vnd.openxmlformats-officedocument.presentationml.slide+xml"/>
  <Override PartName="/ppt/slides/slide1110.xml" ContentType="application/vnd.openxmlformats-officedocument.presentationml.slide+xml"/>
  <Override PartName="/ppt/slides/slide458.xml" ContentType="application/vnd.openxmlformats-officedocument.presentationml.slide+xml"/>
  <Override PartName="/ppt/slides/slide918.xml" ContentType="application/vnd.openxmlformats-officedocument.presentationml.slide+xml"/>
  <Override PartName="/ppt/slides/slide609.xml" ContentType="application/vnd.openxmlformats-officedocument.presentationml.slide+xml"/>
  <Override PartName="/ppt/slides/slide1015.xml" ContentType="application/vnd.openxmlformats-officedocument.presentationml.slide+xml"/>
  <Override PartName="/ppt/slides/slide459.xml" ContentType="application/vnd.openxmlformats-officedocument.presentationml.slide+xml"/>
  <Override PartName="/ppt/slides/slide970.xml" ContentType="application/vnd.openxmlformats-officedocument.presentationml.slide+xml"/>
  <Override PartName="/ppt/slides/slide563.xml" ContentType="application/vnd.openxmlformats-officedocument.presentationml.slide+xml"/>
  <Override PartName="/ppt/slides/slide460.xml" ContentType="application/vnd.openxmlformats-officedocument.presentationml.slide+xml"/>
  <Override PartName="/ppt/slides/slide1143.xml" ContentType="application/vnd.openxmlformats-officedocument.presentationml.slide+xml"/>
  <Override PartName="/ppt/slides/slide562.xml" ContentType="application/vnd.openxmlformats-officedocument.presentationml.slide+xml"/>
  <Override PartName="/ppt/slides/slide810.xml" ContentType="application/vnd.openxmlformats-officedocument.presentationml.slide+xml"/>
  <Override PartName="/ppt/slides/slide1389.xml" ContentType="application/vnd.openxmlformats-officedocument.presentationml.slide+xml"/>
  <Override PartName="/ppt/slides/slide221.xml" ContentType="application/vnd.openxmlformats-officedocument.presentationml.slide+xml"/>
  <Override PartName="/ppt/slides/slide471.xml" ContentType="application/vnd.openxmlformats-officedocument.presentationml.slide+xml"/>
  <Override PartName="/ppt/slides/slide1232.xml" ContentType="application/vnd.openxmlformats-officedocument.presentationml.slide+xml"/>
  <Override PartName="/ppt/slides/slide449.xml" ContentType="application/vnd.openxmlformats-officedocument.presentationml.slide+xml"/>
  <Override PartName="/ppt/slides/slide414.xml" ContentType="application/vnd.openxmlformats-officedocument.presentationml.slide+xml"/>
  <Override PartName="/ppt/slides/slide1145.xml" ContentType="application/vnd.openxmlformats-officedocument.presentationml.slide+xml"/>
  <Override PartName="/ppt/slides/slide91.xml" ContentType="application/vnd.openxmlformats-officedocument.presentationml.slide+xml"/>
  <Override PartName="/ppt/slides/slide102.xml" ContentType="application/vnd.openxmlformats-officedocument.presentationml.slide+xml"/>
  <Override PartName="/ppt/slides/slide1155.xml" ContentType="application/vnd.openxmlformats-officedocument.presentationml.slide+xml"/>
  <Override PartName="/ppt/slides/slide480.xml" ContentType="application/vnd.openxmlformats-officedocument.presentationml.slide+xml"/>
  <Override PartName="/ppt/slides/slide965.xml" ContentType="application/vnd.openxmlformats-officedocument.presentationml.slide+xml"/>
  <Override PartName="/ppt/slides/slide645.xml" ContentType="application/vnd.openxmlformats-officedocument.presentationml.slide+xml"/>
  <Override PartName="/ppt/slides/slide1163.xml" ContentType="application/vnd.openxmlformats-officedocument.presentationml.slide+xml"/>
  <Override PartName="/ppt/slides/slide1288.xml" ContentType="application/vnd.openxmlformats-officedocument.presentationml.slide+xml"/>
  <Override PartName="/ppt/slides/slide1164.xml" ContentType="application/vnd.openxmlformats-officedocument.presentationml.slide+xml"/>
  <Override PartName="/ppt/slides/slide772.xml" ContentType="application/vnd.openxmlformats-officedocument.presentationml.slide+xml"/>
  <Override PartName="/ppt/slides/slide482.xml" ContentType="application/vnd.openxmlformats-officedocument.presentationml.slide+xml"/>
  <Override PartName="/ppt/slides/slide425.xml" ContentType="application/vnd.openxmlformats-officedocument.presentationml.slide+xml"/>
  <Override PartName="/ppt/slides/slide354.xml" ContentType="application/vnd.openxmlformats-officedocument.presentationml.slide+xml"/>
  <Override PartName="/ppt/slides/slide1165.xml" ContentType="application/vnd.openxmlformats-officedocument.presentationml.slide+xml"/>
  <Override PartName="/ppt/slides/slide1333.xml" ContentType="application/vnd.openxmlformats-officedocument.presentationml.slide+xml"/>
  <Override PartName="/ppt/slides/slide490.xml" ContentType="application/vnd.openxmlformats-officedocument.presentationml.slide+xml"/>
  <Override PartName="/ppt/slides/slide1174.xml" ContentType="application/vnd.openxmlformats-officedocument.presentationml.slide+xml"/>
  <Override PartName="/ppt/slides/slide492.xml" ContentType="application/vnd.openxmlformats-officedocument.presentationml.slide+xml"/>
  <Override PartName="/ppt/slides/slide573.xml" ContentType="application/vnd.openxmlformats-officedocument.presentationml.slide+xml"/>
  <Override PartName="/ppt/slides/slide523.xml" ContentType="application/vnd.openxmlformats-officedocument.presentationml.slide+xml"/>
  <Override PartName="/ppt/slides/slide813.xml" ContentType="application/vnd.openxmlformats-officedocument.presentationml.slide+xml"/>
  <Override PartName="/ppt/slides/slide1428.xml" ContentType="application/vnd.openxmlformats-officedocument.presentationml.slide+xml"/>
  <Override PartName="/ppt/slides/slide1117.xml" ContentType="application/vnd.openxmlformats-officedocument.presentationml.slide+xml"/>
  <Override PartName="/ppt/slides/slide408.xml" ContentType="application/vnd.openxmlformats-officedocument.presentationml.slide+xml"/>
  <Override PartName="/ppt/slides/slide290.xml" ContentType="application/vnd.openxmlformats-officedocument.presentationml.slide+xml"/>
  <Override PartName="/ppt/slides/slide774.xml" ContentType="application/vnd.openxmlformats-officedocument.presentationml.slide+xml"/>
  <Override PartName="/ppt/slides/slide457.xml" ContentType="application/vnd.openxmlformats-officedocument.presentationml.slide+xml"/>
  <Override PartName="/ppt/slides/slide1175.xml" ContentType="application/vnd.openxmlformats-officedocument.presentationml.slide+xml"/>
  <Override PartName="/ppt/slides/slide254.xml" ContentType="application/vnd.openxmlformats-officedocument.presentationml.slide+xml"/>
  <Override PartName="/ppt/slides/slide1010.xml" ContentType="application/vnd.openxmlformats-officedocument.presentationml.slide+xml"/>
  <Override PartName="/ppt/slides/slide400.xml" ContentType="application/vnd.openxmlformats-officedocument.presentationml.slide+xml"/>
  <Override PartName="/ppt/slides/slide576.xml" ContentType="application/vnd.openxmlformats-officedocument.presentationml.slide+xml"/>
  <Override PartName="/ppt/slides/slide509.xml" ContentType="application/vnd.openxmlformats-officedocument.presentationml.slide+xml"/>
  <Override PartName="/ppt/slides/slide105.xml" ContentType="application/vnd.openxmlformats-officedocument.presentationml.slide+xml"/>
  <Override PartName="/ppt/slides/slide1305.xml" ContentType="application/vnd.openxmlformats-officedocument.presentationml.slide+xml"/>
  <Override PartName="/ppt/slides/slide519.xml" ContentType="application/vnd.openxmlformats-officedocument.presentationml.slide+xml"/>
  <Override PartName="/ppt/slides/slide549.xml" ContentType="application/vnd.openxmlformats-officedocument.presentationml.slide+xml"/>
  <Override PartName="/ppt/slides/slide50.xml" ContentType="application/vnd.openxmlformats-officedocument.presentationml.slide+xml"/>
  <Override PartName="/ppt/slides/slide1315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1332.xml" ContentType="application/vnd.openxmlformats-officedocument.presentationml.slide+xml"/>
  <Override PartName="/ppt/slides/slide446.xml" ContentType="application/vnd.openxmlformats-officedocument.presentationml.slide+xml"/>
  <Override PartName="/ppt/slides/slide1398.xml" ContentType="application/vnd.openxmlformats-officedocument.presentationml.slide+xml"/>
  <Override PartName="/ppt/slides/slide1422.xml" ContentType="application/vnd.openxmlformats-officedocument.presentationml.slide+xml"/>
  <Override PartName="/ppt/slides/slide1265.xml" ContentType="application/vnd.openxmlformats-officedocument.presentationml.slide+xml"/>
  <Override PartName="/ppt/slides/slide1421.xml" ContentType="application/vnd.openxmlformats-officedocument.presentationml.slide+xml"/>
  <Override PartName="/ppt/slides/slide538.xml" ContentType="application/vnd.openxmlformats-officedocument.presentationml.slide+xml"/>
  <Override PartName="/ppt/slides/slide283.xml" ContentType="application/vnd.openxmlformats-officedocument.presentationml.slide+xml"/>
  <Override PartName="/ppt/slides/slide453.xml" ContentType="application/vnd.openxmlformats-officedocument.presentationml.slide+xml"/>
  <Override PartName="/ppt/slides/slide1274.xml" ContentType="application/vnd.openxmlformats-officedocument.presentationml.slide+xml"/>
  <Override PartName="/ppt/slides/slide1280.xml" ContentType="application/vnd.openxmlformats-officedocument.presentationml.slide+xml"/>
  <Override PartName="/ppt/slides/slide539.xml" ContentType="application/vnd.openxmlformats-officedocument.presentationml.slide+xml"/>
  <Override PartName="/ppt/slides/slide315.xml" ContentType="application/vnd.openxmlformats-officedocument.presentationml.slide+xml"/>
  <Override PartName="/ppt/slides/slide1324.xml" ContentType="application/vnd.openxmlformats-officedocument.presentationml.slide+xml"/>
  <Override PartName="/ppt/slides/slide1243.xml" ContentType="application/vnd.openxmlformats-officedocument.presentationml.slide+xml"/>
  <Override PartName="/ppt/slides/slide436.xml" ContentType="application/vnd.openxmlformats-officedocument.presentationml.slide+xml"/>
  <Override PartName="/ppt/slides/slide885.xml" ContentType="application/vnd.openxmlformats-officedocument.presentationml.slide+xml"/>
  <Override PartName="/ppt/slides/slide946.xml" ContentType="application/vnd.openxmlformats-officedocument.presentationml.slide+xml"/>
  <Override PartName="/ppt/slides/slide11.xml" ContentType="application/vnd.openxmlformats-officedocument.presentationml.slide+xml"/>
  <Override PartName="/ppt/slides/slide655.xml" ContentType="application/vnd.openxmlformats-officedocument.presentationml.slide+xml"/>
  <Override PartName="/ppt/slides/slide618.xml" ContentType="application/vnd.openxmlformats-officedocument.presentationml.slide+xml"/>
  <Override PartName="/ppt/slides/slide559.xml" ContentType="application/vnd.openxmlformats-officedocument.presentationml.slide+xml"/>
  <Override PartName="/ppt/slides/slide668.xml" ContentType="application/vnd.openxmlformats-officedocument.presentationml.slide+xml"/>
  <Override PartName="/ppt/slides/slide1128.xml" ContentType="application/vnd.openxmlformats-officedocument.presentationml.slide+xml"/>
  <Override PartName="/ppt/slides/slide966.xml" ContentType="application/vnd.openxmlformats-officedocument.presentationml.slide+xml"/>
  <Override PartName="/ppt/slides/slide486.xml" ContentType="application/vnd.openxmlformats-officedocument.presentationml.slide+xml"/>
  <Override PartName="/ppt/slides/slide1306.xml" ContentType="application/vnd.openxmlformats-officedocument.presentationml.slide+xml"/>
  <Override PartName="/ppt/slides/slide472.xml" ContentType="application/vnd.openxmlformats-officedocument.presentationml.slide+xml"/>
  <Override PartName="/ppt/slides/slide592.xml" ContentType="application/vnd.openxmlformats-officedocument.presentationml.slide+xml"/>
  <Override PartName="/ppt/slides/slide1362.xml" ContentType="application/vnd.openxmlformats-officedocument.presentationml.slide+xml"/>
  <Override PartName="/ppt/slides/slide763.xml" ContentType="application/vnd.openxmlformats-officedocument.presentationml.slide+xml"/>
  <Override PartName="/ppt/slides/slide303.xml" ContentType="application/vnd.openxmlformats-officedocument.presentationml.slide+xml"/>
  <Override PartName="/ppt/slides/slide118.xml" ContentType="application/vnd.openxmlformats-officedocument.presentationml.slide+xml"/>
  <Override PartName="/ppt/slides/slide1404.xml" ContentType="application/vnd.openxmlformats-officedocument.presentationml.slide+xml"/>
  <Override PartName="/ppt/slides/slide333.xml" ContentType="application/vnd.openxmlformats-officedocument.presentationml.slide+xml"/>
  <Override PartName="/ppt/slides/slide25.xml" ContentType="application/vnd.openxmlformats-officedocument.presentationml.slide+xml"/>
  <Override PartName="/ppt/slides/slide1415.xml" ContentType="application/vnd.openxmlformats-officedocument.presentationml.slide+xml"/>
  <Override PartName="/ppt/slides/slide1020.xml" ContentType="application/vnd.openxmlformats-officedocument.presentationml.slide+xml"/>
  <Override PartName="/ppt/slides/slide1021.xml" ContentType="application/vnd.openxmlformats-officedocument.presentationml.slide+xml"/>
  <Override PartName="/ppt/slides/slide766.xml" ContentType="application/vnd.openxmlformats-officedocument.presentationml.slide+xml"/>
  <Override PartName="/ppt/slides/slide1395.xml" ContentType="application/vnd.openxmlformats-officedocument.presentationml.slide+xml"/>
  <Override PartName="/ppt/slides/slide404.xml" ContentType="application/vnd.openxmlformats-officedocument.presentationml.slide+xml"/>
  <Override PartName="/ppt/slides/slide767.xml" ContentType="application/vnd.openxmlformats-officedocument.presentationml.slide+xml"/>
  <Override PartName="/ppt/slides/slide223.xml" ContentType="application/vnd.openxmlformats-officedocument.presentationml.slide+xml"/>
  <Override PartName="/ppt/slides/slide802.xml" ContentType="application/vnd.openxmlformats-officedocument.presentationml.slide+xml"/>
  <Override PartName="/ppt/slides/slide34.xml" ContentType="application/vnd.openxmlformats-officedocument.presentationml.slide+xml"/>
  <Override PartName="/ppt/slides/slide808.xml" ContentType="application/vnd.openxmlformats-officedocument.presentationml.slide+xml"/>
  <Override PartName="/ppt/slides/slide606.xml" ContentType="application/vnd.openxmlformats-officedocument.presentationml.slide+xml"/>
  <Override PartName="/ppt/slides/slide867.xml" ContentType="application/vnd.openxmlformats-officedocument.presentationml.slide+xml"/>
  <Override PartName="/ppt/slides/slide1090.xml" ContentType="application/vnd.openxmlformats-officedocument.presentationml.slide+xml"/>
  <Override PartName="/ppt/slides/slide607.xml" ContentType="application/vnd.openxmlformats-officedocument.presentationml.slide+xml"/>
  <Override PartName="/ppt/slides/slide651.xml" ContentType="application/vnd.openxmlformats-officedocument.presentationml.slide+xml"/>
  <Override PartName="/ppt/slides/slide776.xml" ContentType="application/vnd.openxmlformats-officedocument.presentationml.slide+xml"/>
  <Override PartName="/ppt/slides/slide302.xml" ContentType="application/vnd.openxmlformats-officedocument.presentationml.slide+xml"/>
  <Override PartName="/ppt/slides/slide187.xml" ContentType="application/vnd.openxmlformats-officedocument.presentationml.slide+xml"/>
  <Override PartName="/ppt/slides/slide489.xml" ContentType="application/vnd.openxmlformats-officedocument.presentationml.slide+xml"/>
  <Override PartName="/ppt/slides/slide1214.xml" ContentType="application/vnd.openxmlformats-officedocument.presentationml.slide+xml"/>
  <Override PartName="/ppt/slides/slide611.xml" ContentType="application/vnd.openxmlformats-officedocument.presentationml.slide+xml"/>
  <Override PartName="/ppt/slides/slide1063.xml" ContentType="application/vnd.openxmlformats-officedocument.presentationml.slide+xml"/>
  <Override PartName="/ppt/slides/slide1278.xml" ContentType="application/vnd.openxmlformats-officedocument.presentationml.slide+xml"/>
  <Override PartName="/ppt/slides/slide615.xml" ContentType="application/vnd.openxmlformats-officedocument.presentationml.slide+xml"/>
  <Override PartName="/ppt/slides/slide1166.xml" ContentType="application/vnd.openxmlformats-officedocument.presentationml.slide+xml"/>
  <Override PartName="/ppt/slides/slide1366.xml" ContentType="application/vnd.openxmlformats-officedocument.presentationml.slide+xml"/>
  <Override PartName="/ppt/slides/slide1414.xml" ContentType="application/vnd.openxmlformats-officedocument.presentationml.slide+xml"/>
  <Override PartName="/ppt/slides/slide630.xml" ContentType="application/vnd.openxmlformats-officedocument.presentationml.slide+xml"/>
  <Override PartName="/ppt/slides/slide326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558.xml" ContentType="application/vnd.openxmlformats-officedocument.presentationml.slide+xml"/>
  <Override PartName="/ppt/slides/slide616.xml" ContentType="application/vnd.openxmlformats-officedocument.presentationml.slide+xml"/>
  <Override PartName="/ppt/slides/slide1429.xml" ContentType="application/vnd.openxmlformats-officedocument.presentationml.slide+xml"/>
  <Override PartName="/ppt/slides/slide613.xml" ContentType="application/vnd.openxmlformats-officedocument.presentationml.slide+xml"/>
  <Override PartName="/ppt/slides/slide1300.xml" ContentType="application/vnd.openxmlformats-officedocument.presentationml.slide+xml"/>
  <Override PartName="/ppt/slides/slide198.xml" ContentType="application/vnd.openxmlformats-officedocument.presentationml.slide+xml"/>
  <Override PartName="/ppt/slides/slide884.xml" ContentType="application/vnd.openxmlformats-officedocument.presentationml.slide+xml"/>
  <Override PartName="/ppt/slides/slide427.xml" ContentType="application/vnd.openxmlformats-officedocument.presentationml.slide+xml"/>
  <Override PartName="/ppt/slides/slide1301.xml" ContentType="application/vnd.openxmlformats-officedocument.presentationml.slide+xml"/>
  <Override PartName="/ppt/slides/slide785.xml" ContentType="application/vnd.openxmlformats-officedocument.presentationml.slide+xml"/>
  <Override PartName="/ppt/slides/slide524.xml" ContentType="application/vnd.openxmlformats-officedocument.presentationml.slide+xml"/>
  <Override PartName="/ppt/slides/slide67.xml" ContentType="application/vnd.openxmlformats-officedocument.presentationml.slide+xml"/>
  <Override PartName="/ppt/slides/slide264.xml" ContentType="application/vnd.openxmlformats-officedocument.presentationml.slide+xml"/>
  <Override PartName="/ppt/slides/slide713.xml" ContentType="application/vnd.openxmlformats-officedocument.presentationml.slide+xml"/>
  <Override PartName="/ppt/slides/slide816.xml" ContentType="application/vnd.openxmlformats-officedocument.presentationml.slide+xml"/>
  <Override PartName="/ppt/slides/slide1374.xml" ContentType="application/vnd.openxmlformats-officedocument.presentationml.slide+xml"/>
  <Override PartName="/ppt/slides/slide1302.xml" ContentType="application/vnd.openxmlformats-officedocument.presentationml.slide+xml"/>
  <Override PartName="/ppt/slides/slide1303.xml" ContentType="application/vnd.openxmlformats-officedocument.presentationml.slide+xml"/>
  <Override PartName="/ppt/slides/slide624.xml" ContentType="application/vnd.openxmlformats-officedocument.presentationml.slide+xml"/>
  <Override PartName="/ppt/slides/slide829.xml" ContentType="application/vnd.openxmlformats-officedocument.presentationml.slide+xml"/>
  <Override PartName="/ppt/slides/slide1241.xml" ContentType="application/vnd.openxmlformats-officedocument.presentationml.slide+xml"/>
  <Override PartName="/ppt/slides/slide625.xml" ContentType="application/vnd.openxmlformats-officedocument.presentationml.slide+xml"/>
  <Override PartName="/ppt/slides/slide1308.xml" ContentType="application/vnd.openxmlformats-officedocument.presentationml.slide+xml"/>
  <Override PartName="/ppt/slides/slide173.xml" ContentType="application/vnd.openxmlformats-officedocument.presentationml.slide+xml"/>
  <Override PartName="/ppt/slides/slide1252.xml" ContentType="application/vnd.openxmlformats-officedocument.presentationml.slide+xml"/>
  <Override PartName="/ppt/slides/slide999.xml" ContentType="application/vnd.openxmlformats-officedocument.presentationml.slide+xml"/>
  <Override PartName="/ppt/slides/slide895.xml" ContentType="application/vnd.openxmlformats-officedocument.presentationml.slide+xml"/>
  <Override PartName="/ppt/slides/slide465.xml" ContentType="application/vnd.openxmlformats-officedocument.presentationml.slide+xml"/>
  <Override PartName="/ppt/slides/slide1197.xml" ContentType="application/vnd.openxmlformats-officedocument.presentationml.slide+xml"/>
  <Override PartName="/ppt/slides/slide964.xml" ContentType="application/vnd.openxmlformats-officedocument.presentationml.slide+xml"/>
  <Override PartName="/ppt/slides/slide923.xml" ContentType="application/vnd.openxmlformats-officedocument.presentationml.slide+xml"/>
  <Override PartName="/ppt/slides/slide1092.xml" ContentType="application/vnd.openxmlformats-officedocument.presentationml.slide+xml"/>
  <Override PartName="/ppt/slides/slide603.xml" ContentType="application/vnd.openxmlformats-officedocument.presentationml.slide+xml"/>
  <Override PartName="/ppt/slides/slide789.xml" ContentType="application/vnd.openxmlformats-officedocument.presentationml.slide+xml"/>
  <Override PartName="/ppt/slides/slide383.xml" ContentType="application/vnd.openxmlformats-officedocument.presentationml.slide+xml"/>
  <Override PartName="/ppt/slides/slide877.xml" ContentType="application/vnd.openxmlformats-officedocument.presentationml.slide+xml"/>
  <Override PartName="/ppt/slides/slide629.xml" ContentType="application/vnd.openxmlformats-officedocument.presentationml.slide+xml"/>
  <Override PartName="/ppt/slides/slide584.xml" ContentType="application/vnd.openxmlformats-officedocument.presentationml.slide+xml"/>
  <Override PartName="/ppt/slides/slide81.xml" ContentType="application/vnd.openxmlformats-officedocument.presentationml.slide+xml"/>
  <Override PartName="/ppt/slides/slide51.xml" ContentType="application/vnd.openxmlformats-officedocument.presentationml.slide+xml"/>
  <Override PartName="/ppt/slides/slide922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360.xml" ContentType="application/vnd.openxmlformats-officedocument.presentationml.slide+xml"/>
  <Override PartName="/ppt/slides/slide1182.xml" ContentType="application/vnd.openxmlformats-officedocument.presentationml.slide+xml"/>
  <Override PartName="/ppt/slides/slide1156.xml" ContentType="application/vnd.openxmlformats-officedocument.presentationml.slide+xml"/>
  <Override PartName="/ppt/slides/slide215.xml" ContentType="application/vnd.openxmlformats-officedocument.presentationml.slide+xml"/>
  <Override PartName="/ppt/slides/slide1316.xml" ContentType="application/vnd.openxmlformats-officedocument.presentationml.slide+xml"/>
  <Override PartName="/ppt/slides/slide1282.xml" ContentType="application/vnd.openxmlformats-officedocument.presentationml.slide+xml"/>
  <Override PartName="/ppt/slides/slide1161.xml" ContentType="application/vnd.openxmlformats-officedocument.presentationml.slide+xml"/>
  <Override PartName="/ppt/slides/slide796.xml" ContentType="application/vnd.openxmlformats-officedocument.presentationml.slide+xml"/>
  <Override PartName="/ppt/slides/slide726.xml" ContentType="application/vnd.openxmlformats-officedocument.presentationml.slide+xml"/>
  <Override PartName="/ppt/slides/slide957.xml" ContentType="application/vnd.openxmlformats-officedocument.presentationml.slide+xml"/>
  <Override PartName="/ppt/slides/slide1012.xml" ContentType="application/vnd.openxmlformats-officedocument.presentationml.slide+xml"/>
  <Override PartName="/ppt/slides/slide1031.xml" ContentType="application/vnd.openxmlformats-officedocument.presentationml.slide+xml"/>
  <Override PartName="/ppt/slides/slide90.xml" ContentType="application/vnd.openxmlformats-officedocument.presentationml.slide+xml"/>
  <Override PartName="/ppt/slides/slide517.xml" ContentType="application/vnd.openxmlformats-officedocument.presentationml.slide+xml"/>
  <Override PartName="/ppt/slides/slide1096.xml" ContentType="application/vnd.openxmlformats-officedocument.presentationml.slide+xml"/>
  <Override PartName="/ppt/slides/slide197.xml" ContentType="application/vnd.openxmlformats-officedocument.presentationml.slide+xml"/>
  <Override PartName="/ppt/slides/slide620.xml" ContentType="application/vnd.openxmlformats-officedocument.presentationml.slide+xml"/>
  <Override PartName="/ppt/slides/slide640.xml" ContentType="application/vnd.openxmlformats-officedocument.presentationml.slide+xml"/>
  <Override PartName="/ppt/slides/slide429.xml" ContentType="application/vnd.openxmlformats-officedocument.presentationml.slide+xml"/>
  <Override PartName="/ppt/slides/slide605.xml" ContentType="application/vnd.openxmlformats-officedocument.presentationml.slide+xml"/>
  <Override PartName="/ppt/slides/slide1104.xml" ContentType="application/vnd.openxmlformats-officedocument.presentationml.slide+xml"/>
  <Override PartName="/ppt/slides/slide461.xml" ContentType="application/vnd.openxmlformats-officedocument.presentationml.slide+xml"/>
  <Override PartName="/ppt/slides/slide631.xml" ContentType="application/vnd.openxmlformats-officedocument.presentationml.slide+xml"/>
  <Override PartName="/ppt/slides/slide635.xml" ContentType="application/vnd.openxmlformats-officedocument.presentationml.slide+xml"/>
  <Override PartName="/ppt/slides/slide1267.xml" ContentType="application/vnd.openxmlformats-officedocument.presentationml.slide+xml"/>
  <Override PartName="/ppt/slides/slide570.xml" ContentType="application/vnd.openxmlformats-officedocument.presentationml.slide+xml"/>
  <Override PartName="/ppt/slides/slide777.xml" ContentType="application/vnd.openxmlformats-officedocument.presentationml.slide+xml"/>
  <Override PartName="/ppt/slides/slide1055.xml" ContentType="application/vnd.openxmlformats-officedocument.presentationml.slide+xml"/>
  <Override PartName="/ppt/slides/slide1318.xml" ContentType="application/vnd.openxmlformats-officedocument.presentationml.slide+xml"/>
  <Override PartName="/ppt/slides/slide1032.xml" ContentType="application/vnd.openxmlformats-officedocument.presentationml.slide+xml"/>
  <Override PartName="/ppt/slides/slide175.xml" ContentType="application/vnd.openxmlformats-officedocument.presentationml.slide+xml"/>
  <Override PartName="/ppt/slides/slide642.xml" ContentType="application/vnd.openxmlformats-officedocument.presentationml.slide+xml"/>
  <Override PartName="/ppt/slides/slide339.xml" ContentType="application/vnd.openxmlformats-officedocument.presentationml.slide+xml"/>
  <Override PartName="/ppt/slides/slide1319.xml" ContentType="application/vnd.openxmlformats-officedocument.presentationml.slide+xml"/>
  <Override PartName="/ppt/slides/slide99.xml" ContentType="application/vnd.openxmlformats-officedocument.presentationml.slide+xml"/>
  <Override PartName="/ppt/slides/slide708.xml" ContentType="application/vnd.openxmlformats-officedocument.presentationml.slide+xml"/>
  <Override PartName="/ppt/slides/slide247.xml" ContentType="application/vnd.openxmlformats-officedocument.presentationml.slide+xml"/>
  <Override PartName="/ppt/slides/slide1061.xml" ContentType="application/vnd.openxmlformats-officedocument.presentationml.slide+xml"/>
  <Override PartName="/ppt/slides/slide41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23.xml" ContentType="application/vnd.openxmlformats-officedocument.presentationml.slide+xml"/>
  <Override PartName="/ppt/slides/slide790.xml" ContentType="application/vnd.openxmlformats-officedocument.presentationml.slide+xml"/>
  <Override PartName="/ppt/slides/slide1325.xml" ContentType="application/vnd.openxmlformats-officedocument.presentationml.slide+xml"/>
  <Override PartName="/ppt/slides/slide931.xml" ContentType="application/vnd.openxmlformats-officedocument.presentationml.slide+xml"/>
  <Override PartName="/ppt/slides/slide1233.xml" ContentType="application/vnd.openxmlformats-officedocument.presentationml.slide+xml"/>
  <Override PartName="/ppt/slides/slide114.xml" ContentType="application/vnd.openxmlformats-officedocument.presentationml.slide+xml"/>
  <Override PartName="/ppt/slides/slide1043.xml" ContentType="application/vnd.openxmlformats-officedocument.presentationml.slide+xml"/>
  <Override PartName="/ppt/slides/slide1307.xml" ContentType="application/vnd.openxmlformats-officedocument.presentationml.slide+xml"/>
  <Override PartName="/ppt/slides/slide703.xml" ContentType="application/vnd.openxmlformats-officedocument.presentationml.slide+xml"/>
  <Override PartName="/ppt/slides/slide1102.xml" ContentType="application/vnd.openxmlformats-officedocument.presentationml.slide+xml"/>
  <Override PartName="/ppt/slides/slide643.xml" ContentType="application/vnd.openxmlformats-officedocument.presentationml.slide+xml"/>
  <Override PartName="/ppt/slides/slide1327.xml" ContentType="application/vnd.openxmlformats-officedocument.presentationml.slide+xml"/>
  <Override PartName="/ppt/slides/slide646.xml" ContentType="application/vnd.openxmlformats-officedocument.presentationml.slide+xml"/>
  <Override PartName="/ppt/slides/slide239.xml" ContentType="application/vnd.openxmlformats-officedocument.presentationml.slide+xml"/>
  <Override PartName="/ppt/slides/slide861.xml" ContentType="application/vnd.openxmlformats-officedocument.presentationml.slide+xml"/>
  <Override PartName="/ppt/slides/slide787.xml" ContentType="application/vnd.openxmlformats-officedocument.presentationml.slide+xml"/>
  <Override PartName="/ppt/slides/slide649.xml" ContentType="application/vnd.openxmlformats-officedocument.presentationml.slide+xml"/>
  <Override PartName="/ppt/slides/slide515.xml" ContentType="application/vnd.openxmlformats-officedocument.presentationml.slide+xml"/>
  <Override PartName="/ppt/slides/slide475.xml" ContentType="application/vnd.openxmlformats-officedocument.presentationml.slide+xml"/>
  <Override PartName="/ppt/slides/slide1035.xml" ContentType="application/vnd.openxmlformats-officedocument.presentationml.slide+xml"/>
  <Override PartName="/ppt/slides/slide700.xml" ContentType="application/vnd.openxmlformats-officedocument.presentationml.slide+xml"/>
  <Override PartName="/ppt/slides/slide310.xml" ContentType="application/vnd.openxmlformats-officedocument.presentationml.slide+xml"/>
  <Override PartName="/ppt/slides/slide1052.xml" ContentType="application/vnd.openxmlformats-officedocument.presentationml.slide+xml"/>
  <Override PartName="/ppt/slides/slide499.xml" ContentType="application/vnd.openxmlformats-officedocument.presentationml.slide+xml"/>
  <Override PartName="/ppt/slides/slide1040.xml" ContentType="application/vnd.openxmlformats-officedocument.presentationml.slide+xml"/>
  <Override PartName="/ppt/slides/slide887.xml" ContentType="application/vnd.openxmlformats-officedocument.presentationml.slide+xml"/>
  <Override PartName="/ppt/slides/slide21.xml" ContentType="application/vnd.openxmlformats-officedocument.presentationml.slide+xml"/>
  <Override PartName="/ppt/slides/slide505.xml" ContentType="application/vnd.openxmlformats-officedocument.presentationml.slide+xml"/>
  <Override PartName="/ppt/slides/slide636.xml" ContentType="application/vnd.openxmlformats-officedocument.presentationml.slide+xml"/>
  <Override PartName="/ppt/slides/slide16.xml" ContentType="application/vnd.openxmlformats-officedocument.presentationml.slide+xml"/>
  <Override PartName="/ppt/slides/slide866.xml" ContentType="application/vnd.openxmlformats-officedocument.presentationml.slide+xml"/>
  <Override PartName="/ppt/slides/slide1095.xml" ContentType="application/vnd.openxmlformats-officedocument.presentationml.slide+xml"/>
  <Override PartName="/ppt/slides/slide702.xml" ContentType="application/vnd.openxmlformats-officedocument.presentationml.slide+xml"/>
  <Override PartName="/ppt/slides/slide169.xml" ContentType="application/vnd.openxmlformats-officedocument.presentationml.slide+xml"/>
  <Override PartName="/ppt/slides/slide953.xml" ContentType="application/vnd.openxmlformats-officedocument.presentationml.slide+xml"/>
  <Override PartName="/ppt/slides/slide514.xml" ContentType="application/vnd.openxmlformats-officedocument.presentationml.slide+xml"/>
  <Override PartName="/ppt/slides/slide211.xml" ContentType="application/vnd.openxmlformats-officedocument.presentationml.slide+xml"/>
  <Override PartName="/ppt/slides/slide868.xml" ContentType="application/vnd.openxmlformats-officedocument.presentationml.slide+xml"/>
  <Override PartName="/ppt/slides/slide95.xml" ContentType="application/vnd.openxmlformats-officedocument.presentationml.slide+xml"/>
  <Override PartName="/ppt/slides/slide1134.xml" ContentType="application/vnd.openxmlformats-officedocument.presentationml.slide+xml"/>
  <Override PartName="/ppt/slides/slide405.xml" ContentType="application/vnd.openxmlformats-officedocument.presentationml.slide+xml"/>
  <Override PartName="/ppt/slides/slide709.xml" ContentType="application/vnd.openxmlformats-officedocument.presentationml.slide+xml"/>
  <Override PartName="/ppt/slides/slide358.xml" ContentType="application/vnd.openxmlformats-officedocument.presentationml.slide+xml"/>
  <Override PartName="/ppt/slides/slide22.xml" ContentType="application/vnd.openxmlformats-officedocument.presentationml.slide+xml"/>
  <Override PartName="/ppt/slides/slide735.xml" ContentType="application/vnd.openxmlformats-officedocument.presentationml.slide+xml"/>
  <Override PartName="/ppt/slides/slide876.xml" ContentType="application/vnd.openxmlformats-officedocument.presentationml.slide+xml"/>
  <Override PartName="/ppt/slides/slide583.xml" ContentType="application/vnd.openxmlformats-officedocument.presentationml.slide+xml"/>
  <Override PartName="/ppt/slides/slide48.xml" ContentType="application/vnd.openxmlformats-officedocument.presentationml.slide+xml"/>
  <Override PartName="/ppt/slides/slide286.xml" ContentType="application/vnd.openxmlformats-officedocument.presentationml.slide+xml"/>
  <Override PartName="/ppt/slides/slide783.xml" ContentType="application/vnd.openxmlformats-officedocument.presentationml.slide+xml"/>
  <Override PartName="/ppt/slides/slide1084.xml" ContentType="application/vnd.openxmlformats-officedocument.presentationml.slide+xml"/>
  <Override PartName="/ppt/slides/slide1100.xml" ContentType="application/vnd.openxmlformats-officedocument.presentationml.slide+xml"/>
  <Override PartName="/ppt/slides/slide100.xml" ContentType="application/vnd.openxmlformats-officedocument.presentationml.slide+xml"/>
  <Override PartName="/ppt/slides/slide711.xml" ContentType="application/vnd.openxmlformats-officedocument.presentationml.slide+xml"/>
  <Override PartName="/ppt/slides/slide342.xml" ContentType="application/vnd.openxmlformats-officedocument.presentationml.slide+xml"/>
  <Override PartName="/ppt/slides/slide648.xml" ContentType="application/vnd.openxmlformats-officedocument.presentationml.slide+xml"/>
  <Override PartName="/ppt/slides/slide1192.xml" ContentType="application/vnd.openxmlformats-officedocument.presentationml.slide+xml"/>
  <Override PartName="/ppt/slides/slide1312.xml" ContentType="application/vnd.openxmlformats-officedocument.presentationml.slide+xml"/>
  <Override PartName="/ppt/slides/slide508.xml" ContentType="application/vnd.openxmlformats-officedocument.presentationml.slide+xml"/>
  <Override PartName="/ppt/slides/slide45.xml" ContentType="application/vnd.openxmlformats-officedocument.presentationml.slide+xml"/>
  <Override PartName="/ppt/slides/slide179.xml" ContentType="application/vnd.openxmlformats-officedocument.presentationml.slide+xml"/>
  <Override PartName="/ppt/slides/slide78.xml" ContentType="application/vnd.openxmlformats-officedocument.presentationml.slide+xml"/>
  <Override PartName="/ppt/slides/slide1370.xml" ContentType="application/vnd.openxmlformats-officedocument.presentationml.slide+xml"/>
  <Override PartName="/ppt/slides/slide878.xml" ContentType="application/vnd.openxmlformats-officedocument.presentationml.slide+xml"/>
  <Override PartName="/ppt/slides/slide569.xml" ContentType="application/vnd.openxmlformats-officedocument.presentationml.slide+xml"/>
  <Override PartName="/ppt/slides/slide74.xml" ContentType="application/vnd.openxmlformats-officedocument.presentationml.slide+xml"/>
  <Override PartName="/ppt/slides/slide1008.xml" ContentType="application/vnd.openxmlformats-officedocument.presentationml.slide+xml"/>
  <Override PartName="/ppt/slides/slide879.xml" ContentType="application/vnd.openxmlformats-officedocument.presentationml.slide+xml"/>
  <Override PartName="/ppt/slides/slide2.xml" ContentType="application/vnd.openxmlformats-officedocument.presentationml.slide+xml"/>
  <Override PartName="/ppt/slides/slide357.xml" ContentType="application/vnd.openxmlformats-officedocument.presentationml.slide+xml"/>
  <Override PartName="/ppt/slides/slide1131.xml" ContentType="application/vnd.openxmlformats-officedocument.presentationml.slide+xml"/>
  <Override PartName="/ppt/slides/slide771.xml" ContentType="application/vnd.openxmlformats-officedocument.presentationml.slide+xml"/>
  <Override PartName="/ppt/slides/slide715.xml" ContentType="application/vnd.openxmlformats-officedocument.presentationml.slide+xml"/>
  <Override PartName="/ppt/slides/slide41.xml" ContentType="application/vnd.openxmlformats-officedocument.presentationml.slide+xml"/>
  <Override PartName="/ppt/slides/slide865.xml" ContentType="application/vnd.openxmlformats-officedocument.presentationml.slide+xml"/>
  <Override PartName="/ppt/slides/slide80.xml" ContentType="application/vnd.openxmlformats-officedocument.presentationml.slide+xml"/>
  <Override PartName="/ppt/slides/slide1423.xml" ContentType="application/vnd.openxmlformats-officedocument.presentationml.slide+xml"/>
  <Override PartName="/ppt/slides/slide232.xml" ContentType="application/vnd.openxmlformats-officedocument.presentationml.slide+xml"/>
  <Override PartName="/ppt/slides/slide253.xml" ContentType="application/vnd.openxmlformats-officedocument.presentationml.slide+xml"/>
  <Override PartName="/ppt/slides/slide1403.xml" ContentType="application/vnd.openxmlformats-officedocument.presentationml.slide+xml"/>
  <Override PartName="/ppt/slides/slide864.xml" ContentType="application/vnd.openxmlformats-officedocument.presentationml.slide+xml"/>
  <Override PartName="/ppt/slides/slide905.xml" ContentType="application/vnd.openxmlformats-officedocument.presentationml.slide+xml"/>
  <Override PartName="/ppt/slides/slide167.xml" ContentType="application/vnd.openxmlformats-officedocument.presentationml.slide+xml"/>
  <Override PartName="/ppt/slides/slide627.xml" ContentType="application/vnd.openxmlformats-officedocument.presentationml.slide+xml"/>
  <Override PartName="/ppt/slides/slide721.xml" ContentType="application/vnd.openxmlformats-officedocument.presentationml.slide+xml"/>
  <Override PartName="/ppt/slides/slide495.xml" ContentType="application/vnd.openxmlformats-officedocument.presentationml.slide+xml"/>
  <Override PartName="/ppt/slides/slide437.xml" ContentType="application/vnd.openxmlformats-officedocument.presentationml.slide+xml"/>
  <Override PartName="/ppt/slides/slide134.xml" ContentType="application/vnd.openxmlformats-officedocument.presentationml.slide+xml"/>
  <Override PartName="/ppt/slides/slide722.xml" ContentType="application/vnd.openxmlformats-officedocument.presentationml.slide+xml"/>
  <Override PartName="/ppt/slides/slide731.xml" ContentType="application/vnd.openxmlformats-officedocument.presentationml.slide+xml"/>
  <Override PartName="/ppt/slides/slide57.xml" ContentType="application/vnd.openxmlformats-officedocument.presentationml.slide+xml"/>
  <Override PartName="/ppt/slides/slide762.xml" ContentType="application/vnd.openxmlformats-officedocument.presentationml.slide+xml"/>
  <Override PartName="/ppt/slides/slide619.xml" ContentType="application/vnd.openxmlformats-officedocument.presentationml.slide+xml"/>
  <Override PartName="/ppt/slides/slide189.xml" ContentType="application/vnd.openxmlformats-officedocument.presentationml.slide+xml"/>
  <Override PartName="/ppt/slides/slide1185.xml" ContentType="application/vnd.openxmlformats-officedocument.presentationml.slide+xml"/>
  <Override PartName="/ppt/slides/slide888.xml" ContentType="application/vnd.openxmlformats-officedocument.presentationml.slide+xml"/>
  <Override PartName="/ppt/slides/slide723.xml" ContentType="application/vnd.openxmlformats-officedocument.presentationml.slide+xml"/>
  <Override PartName="/ppt/slides/slide1406.xml" ContentType="application/vnd.openxmlformats-officedocument.presentationml.slide+xml"/>
  <Override PartName="/ppt/slides/slide786.xml" ContentType="application/vnd.openxmlformats-officedocument.presentationml.slide+xml"/>
  <Override PartName="/ppt/slides/slide1240.xml" ContentType="application/vnd.openxmlformats-officedocument.presentationml.slide+xml"/>
  <Override PartName="/ppt/slides/slide1409.xml" ContentType="application/vnd.openxmlformats-officedocument.presentationml.slide+xml"/>
  <Override PartName="/ppt/slides/slide727.xml" ContentType="application/vnd.openxmlformats-officedocument.presentationml.slide+xml"/>
  <Override PartName="/ppt/slides/slide751.xml" ContentType="application/vnd.openxmlformats-officedocument.presentationml.slide+xml"/>
  <Override PartName="/ppt/slides/slide555.xml" ContentType="application/vnd.openxmlformats-officedocument.presentationml.slide+xml"/>
  <Override PartName="/ppt/slides/slide898.xml" ContentType="application/vnd.openxmlformats-officedocument.presentationml.slide+xml"/>
  <Override PartName="/ppt/slides/slide274.xml" ContentType="application/vnd.openxmlformats-officedocument.presentationml.slide+xml"/>
  <Override PartName="/ppt/slides/slide907.xml" ContentType="application/vnd.openxmlformats-officedocument.presentationml.slide+xml"/>
  <Override PartName="/ppt/slides/slide470.xml" ContentType="application/vnd.openxmlformats-officedocument.presentationml.slide+xml"/>
  <Override PartName="/ppt/slides/slide1060.xml" ContentType="application/vnd.openxmlformats-officedocument.presentationml.slide+xml"/>
  <Override PartName="/ppt/slides/slide701.xml" ContentType="application/vnd.openxmlformats-officedocument.presentationml.slide+xml"/>
  <Override PartName="/ppt/slides/slide1158.xml" ContentType="application/vnd.openxmlformats-officedocument.presentationml.slide+xml"/>
  <Override PartName="/ppt/slides/slide1304.xml" ContentType="application/vnd.openxmlformats-officedocument.presentationml.slide+xml"/>
  <Override PartName="/ppt/slides/slide127.xml" ContentType="application/vnd.openxmlformats-officedocument.presentationml.slide+xml"/>
  <Override PartName="/ppt/slides/slide1149.xml" ContentType="application/vnd.openxmlformats-officedocument.presentationml.slide+xml"/>
  <Override PartName="/ppt/slides/slide1416.xml" ContentType="application/vnd.openxmlformats-officedocument.presentationml.slide+xml"/>
  <Override PartName="/ppt/slides/slide734.xml" ContentType="application/vnd.openxmlformats-officedocument.presentationml.slide+xml"/>
  <Override PartName="/ppt/slides/slide1245.xml" ContentType="application/vnd.openxmlformats-officedocument.presentationml.slide+xml"/>
  <Override PartName="/ppt/slides/slide899.xml" ContentType="application/vnd.openxmlformats-officedocument.presentationml.slide+xml"/>
  <Override PartName="/ppt/slides/slide1269.xml" ContentType="application/vnd.openxmlformats-officedocument.presentationml.slide+xml"/>
  <Override PartName="/ppt/slides/slide84.xml" ContentType="application/vnd.openxmlformats-officedocument.presentationml.slide+xml"/>
  <Override PartName="/ppt/slides/slide178.xml" ContentType="application/vnd.openxmlformats-officedocument.presentationml.slide+xml"/>
  <Override PartName="/ppt/slides/slide1019.xml" ContentType="application/vnd.openxmlformats-officedocument.presentationml.slide+xml"/>
  <Override PartName="/ppt/slides/slide133.xml" ContentType="application/vnd.openxmlformats-officedocument.presentationml.slide+xml"/>
  <Override PartName="/ppt/slides/slide835.xml" ContentType="application/vnd.openxmlformats-officedocument.presentationml.slide+xml"/>
  <Override PartName="/ppt/slides/slide138.xml" ContentType="application/vnd.openxmlformats-officedocument.presentationml.slide+xml"/>
  <Override PartName="/ppt/slides/slide269.xml" ContentType="application/vnd.openxmlformats-officedocument.presentationml.slide+xml"/>
  <Override PartName="/ppt/slides/slide1186.xml" ContentType="application/vnd.openxmlformats-officedocument.presentationml.slide+xml"/>
  <Override PartName="/ppt/slides/slide737.xml" ContentType="application/vnd.openxmlformats-officedocument.presentationml.slide+xml"/>
  <Override PartName="/ppt/slides/slide359.xml" ContentType="application/vnd.openxmlformats-officedocument.presentationml.slide+xml"/>
  <Override PartName="/ppt/slides/slide621.xml" ContentType="application/vnd.openxmlformats-officedocument.presentationml.slide+xml"/>
  <Override PartName="/ppt/slides/slide743.xml" ContentType="application/vnd.openxmlformats-officedocument.presentationml.slide+xml"/>
  <Override PartName="/ppt/slides/slide1088.xml" ContentType="application/vnd.openxmlformats-officedocument.presentationml.slide+xml"/>
  <Override PartName="/ppt/slides/slide1142.xml" ContentType="application/vnd.openxmlformats-officedocument.presentationml.slide+xml"/>
  <Override PartName="/ppt/slides/slide602.xml" ContentType="application/vnd.openxmlformats-officedocument.presentationml.slide+xml"/>
  <Override PartName="/ppt/slides/slide1231.xml" ContentType="application/vnd.openxmlformats-officedocument.presentationml.slide+xml"/>
  <Override PartName="/ppt/slides/slide1140.xml" ContentType="application/vnd.openxmlformats-officedocument.presentationml.slide+xml"/>
  <Override PartName="/ppt/slides/slide1201.xml" ContentType="application/vnd.openxmlformats-officedocument.presentationml.slide+xml"/>
  <Override PartName="/ppt/slides/slide1427.xml" ContentType="application/vnd.openxmlformats-officedocument.presentationml.slide+xml"/>
  <Override PartName="/ppt/slides/slide745.xml" ContentType="application/vnd.openxmlformats-officedocument.presentationml.slide+xml"/>
  <Override PartName="/ppt/slides/slide1283.xml" ContentType="application/vnd.openxmlformats-officedocument.presentationml.slide+xml"/>
  <Override PartName="/ppt/slides/slide1011.xml" ContentType="application/vnd.openxmlformats-officedocument.presentationml.slide+xml"/>
  <Override PartName="/ppt/slides/slide1152.xml" ContentType="application/vnd.openxmlformats-officedocument.presentationml.slide+xml"/>
  <Override PartName="/ppt/slides/slide753.xml" ContentType="application/vnd.openxmlformats-officedocument.presentationml.slide+xml"/>
  <Override PartName="/ppt/slides/slide639.xml" ContentType="application/vnd.openxmlformats-officedocument.presentationml.slide+xml"/>
  <Override PartName="/ppt/slides/slide220.xml" ContentType="application/vnd.openxmlformats-officedocument.presentationml.slide+xml"/>
  <Override PartName="/ppt/slides/slide969.xml" ContentType="application/vnd.openxmlformats-officedocument.presentationml.slide+xml"/>
  <Override PartName="/ppt/slides/slide1022.xml" ContentType="application/vnd.openxmlformats-officedocument.presentationml.slide+xml"/>
  <Override PartName="/ppt/slides/slide107.xml" ContentType="application/vnd.openxmlformats-officedocument.presentationml.slide+xml"/>
  <Override PartName="/ppt/slides/slide196.xml" ContentType="application/vnd.openxmlformats-officedocument.presentationml.slide+xml"/>
  <Override PartName="/ppt/slides/slide756.xml" ContentType="application/vnd.openxmlformats-officedocument.presentationml.slide+xml"/>
  <Override PartName="/ppt/slides/slide758.xml" ContentType="application/vnd.openxmlformats-officedocument.presentationml.slide+xml"/>
  <Override PartName="/ppt/slides/slide1321.xml" ContentType="application/vnd.openxmlformats-officedocument.presentationml.slide+xml"/>
  <Override PartName="/ppt/slides/slide839.xml" ContentType="application/vnd.openxmlformats-officedocument.presentationml.slide+xml"/>
  <Override PartName="/ppt/slides/slide759.xml" ContentType="application/vnd.openxmlformats-officedocument.presentationml.slide+xml"/>
  <Override PartName="/ppt/slides/slide628.xml" ContentType="application/vnd.openxmlformats-officedocument.presentationml.slide+xml"/>
  <Override PartName="/ppt/slides/slide859.xml" ContentType="application/vnd.openxmlformats-officedocument.presentationml.slide+xml"/>
  <Override PartName="/ppt/slides/slide518.xml" ContentType="application/vnd.openxmlformats-officedocument.presentationml.slide+xml"/>
  <Override PartName="/ppt/slides/slide1335.xml" ContentType="application/vnd.openxmlformats-officedocument.presentationml.slide+xml"/>
  <Override PartName="/ppt/slides/slide599.xml" ContentType="application/vnd.openxmlformats-officedocument.presentationml.slide+xml"/>
  <Override PartName="/ppt/slides/slide548.xml" ContentType="application/vnd.openxmlformats-officedocument.presentationml.slide+xml"/>
  <Override PartName="/ppt/slides/slide199.xml" ContentType="application/vnd.openxmlformats-officedocument.presentationml.slide+xml"/>
  <Override PartName="/ppt/slides/slide1029.xml" ContentType="application/vnd.openxmlformats-officedocument.presentationml.slide+xml"/>
  <Override PartName="/ppt/slides/slide560.xml" ContentType="application/vnd.openxmlformats-officedocument.presentationml.slide+xml"/>
  <Override PartName="/ppt/slides/slide747.xml" ContentType="application/vnd.openxmlformats-officedocument.presentationml.slide+xml"/>
  <Override PartName="/ppt/slides/slide1141.xml" ContentType="application/vnd.openxmlformats-officedocument.presentationml.slide+xml"/>
  <Override PartName="/ppt/slides/slide171.xml" ContentType="application/vnd.openxmlformats-officedocument.presentationml.slide+xml"/>
  <Override PartName="/ppt/slides/slide752.xml" ContentType="application/vnd.openxmlformats-officedocument.presentationml.slide+xml"/>
  <Override PartName="/ppt/slides/slide728.xml" ContentType="application/vnd.openxmlformats-officedocument.presentationml.slide+xml"/>
  <Override PartName="/ppt/slides/slide294.xml" ContentType="application/vnd.openxmlformats-officedocument.presentationml.slide+xml"/>
  <Override PartName="/ppt/slides/slide909.xml" ContentType="application/vnd.openxmlformats-officedocument.presentationml.slide+xml"/>
  <Override PartName="/ppt/slides/slide328.xml" ContentType="application/vnd.openxmlformats-officedocument.presentationml.slide+xml"/>
  <Override PartName="/ppt/slides/slide610.xml" ContentType="application/vnd.openxmlformats-officedocument.presentationml.slide+xml"/>
  <Override PartName="/ppt/slides/slide1184.xml" ContentType="application/vnd.openxmlformats-officedocument.presentationml.slide+xml"/>
  <Override PartName="/ppt/slides/slide1111.xml" ContentType="application/vnd.openxmlformats-officedocument.presentationml.slide+xml"/>
  <Override PartName="/ppt/slides/slide1023.xml" ContentType="application/vnd.openxmlformats-officedocument.presentationml.slide+xml"/>
  <Override PartName="/ppt/slides/slide850.xml" ContentType="application/vnd.openxmlformats-officedocument.presentationml.slide+xml"/>
  <Override PartName="/ppt/slides/slide919.xml" ContentType="application/vnd.openxmlformats-officedocument.presentationml.slide+xml"/>
  <Override PartName="/ppt/slides/slide949.xml" ContentType="application/vnd.openxmlformats-officedocument.presentationml.slide+xml"/>
  <Override PartName="/ppt/slides/slide1162.xml" ContentType="application/vnd.openxmlformats-officedocument.presentationml.slide+xml"/>
  <Override PartName="/ppt/slides/slide836.xml" ContentType="application/vnd.openxmlformats-officedocument.presentationml.slide+xml"/>
  <Override PartName="/ppt/slides/slide1085.xml" ContentType="application/vnd.openxmlformats-officedocument.presentationml.slide+xml"/>
  <Override PartName="/ppt/slides/slide1364.xml" ContentType="application/vnd.openxmlformats-officedocument.presentationml.slide+xml"/>
  <Override PartName="/ppt/slides/slide1018.xml" ContentType="application/vnd.openxmlformats-officedocument.presentationml.slide+xml"/>
  <Override PartName="/ppt/slides/slide1121.xml" ContentType="application/vnd.openxmlformats-officedocument.presentationml.slide+xml"/>
  <Override PartName="/ppt/slides/slide502.xml" ContentType="application/vnd.openxmlformats-officedocument.presentationml.slide+xml"/>
  <Override PartName="/ppt/slides/slide1275.xml" ContentType="application/vnd.openxmlformats-officedocument.presentationml.slide+xml"/>
  <Override PartName="/ppt/slides/slide809.xml" ContentType="application/vnd.openxmlformats-officedocument.presentationml.slide+xml"/>
  <Override PartName="/ppt/slides/slide740.xml" ContentType="application/vnd.openxmlformats-officedocument.presentationml.slide+xml"/>
  <Override PartName="/ppt/slides/slide1209.xml" ContentType="application/vnd.openxmlformats-officedocument.presentationml.slide+xml"/>
  <Override PartName="/ppt/slides/slide1069.xml" ContentType="application/vnd.openxmlformats-officedocument.presentationml.slide+xml"/>
  <Override PartName="/ppt/slides/slide1093.xml" ContentType="application/vnd.openxmlformats-officedocument.presentationml.slide+xml"/>
  <Override PartName="/ppt/slides/slide1248.xml" ContentType="application/vnd.openxmlformats-officedocument.presentationml.slide+xml"/>
  <Override PartName="/ppt/slides/slide1187.xml" ContentType="application/vnd.openxmlformats-officedocument.presentationml.slide+xml"/>
  <Override PartName="/ppt/slides/slide485.xml" ContentType="application/vnd.openxmlformats-officedocument.presentationml.slide+xml"/>
  <Override PartName="/ppt/slides/slide1298.xml" ContentType="application/vnd.openxmlformats-officedocument.presentationml.slide+xml"/>
  <Override PartName="/ppt/slides/slide647.xml" ContentType="application/vnd.openxmlformats-officedocument.presentationml.slide+xml"/>
  <Override PartName="/ppt/slides/slide738.xml" ContentType="application/vnd.openxmlformats-officedocument.presentationml.slide+xml"/>
  <Override PartName="/ppt/slides/slide1397.xml" ContentType="application/vnd.openxmlformats-officedocument.presentationml.slide+xml"/>
  <Override PartName="/ppt/slides/slide1188.xml" ContentType="application/vnd.openxmlformats-officedocument.presentationml.slide+xml"/>
  <Override PartName="/ppt/slides/slide852.xml" ContentType="application/vnd.openxmlformats-officedocument.presentationml.slide+xml"/>
  <Override PartName="/ppt/slides/slide889.xml" ContentType="application/vnd.openxmlformats-officedocument.presentationml.slide+xml"/>
  <Override PartName="/ppt/slides/slide1226.xml" ContentType="application/vnd.openxmlformats-officedocument.presentationml.slide+xml"/>
  <Override PartName="/ppt/slides/slide1250.xml" ContentType="application/vnd.openxmlformats-officedocument.presentationml.slide+xml"/>
  <Override PartName="/ppt/slides/slide109.xml" ContentType="application/vnd.openxmlformats-officedocument.presentationml.slide+xml"/>
  <Override PartName="/ppt/slides/slide860.xml" ContentType="application/vnd.openxmlformats-officedocument.presentationml.slide+xml"/>
  <Override PartName="/ppt/slides/slide1041.xml" ContentType="application/vnd.openxmlformats-officedocument.presentationml.slide+xml"/>
  <Override PartName="/ppt/slides/slide626.xml" ContentType="application/vnd.openxmlformats-officedocument.presentationml.slide+xml"/>
  <Override PartName="/ppt/slides/slide1042.xml" ContentType="application/vnd.openxmlformats-officedocument.presentationml.slide+xml"/>
  <Override PartName="/ppt/slides/slide467.xml" ContentType="application/vnd.openxmlformats-officedocument.presentationml.slide+xml"/>
  <Override PartName="/ppt/slides/slide736.xml" ContentType="application/vnd.openxmlformats-officedocument.presentationml.slide+xml"/>
  <Override PartName="/ppt/slides/slide256.xml" ContentType="application/vnd.openxmlformats-officedocument.presentationml.slide+xml"/>
  <Override PartName="/ppt/slides/slide712.xml" ContentType="application/vnd.openxmlformats-officedocument.presentationml.slide+xml"/>
  <Override PartName="/ppt/slides/slide1028.xml" ContentType="application/vnd.openxmlformats-officedocument.presentationml.slide+xml"/>
  <Override PartName="/ppt/slides/slide768.xml" ContentType="application/vnd.openxmlformats-officedocument.presentationml.slide+xml"/>
  <Override PartName="/ppt/slides/slide1237.xml" ContentType="application/vnd.openxmlformats-officedocument.presentationml.slide+xml"/>
  <Override PartName="/ppt/slides/slide249.xml" ContentType="application/vnd.openxmlformats-officedocument.presentationml.slide+xml"/>
  <Override PartName="/ppt/slides/slide612.xml" ContentType="application/vnd.openxmlformats-officedocument.presentationml.slide+xml"/>
  <Override PartName="/ppt/slides/slide1359.xml" ContentType="application/vnd.openxmlformats-officedocument.presentationml.slide+xml"/>
  <Override PartName="/ppt/slides/slide710.xml" ContentType="application/vnd.openxmlformats-officedocument.presentationml.slide+xml"/>
  <Override PartName="/ppt/slides/slide418.xml" ContentType="application/vnd.openxmlformats-officedocument.presentationml.slide+xml"/>
  <Override PartName="/ppt/slides/slide550.xml" ContentType="application/vnd.openxmlformats-officedocument.presentationml.slide+xml"/>
  <Override PartName="/ppt/slides/slide579.xml" ContentType="application/vnd.openxmlformats-officedocument.presentationml.slide+xml"/>
  <Override PartName="/ppt/slides/slide1170.xml" ContentType="application/vnd.openxmlformats-officedocument.presentationml.slide+xml"/>
  <Override PartName="/ppt/slides/slide314.xml" ContentType="application/vnd.openxmlformats-officedocument.presentationml.slide+xml"/>
  <Override PartName="/ppt/slides/slide1099.xml" ContentType="application/vnd.openxmlformats-officedocument.presentationml.slide+xml"/>
  <Override PartName="/ppt/slides/slide521.xml" ContentType="application/vnd.openxmlformats-officedocument.presentationml.slide+xml"/>
  <Override PartName="/ppt/slides/slide1080.xml" ContentType="application/vnd.openxmlformats-officedocument.presentationml.slide+xml"/>
  <Override PartName="/ppt/slides/slide1109.xml" ContentType="application/vnd.openxmlformats-officedocument.presentationml.slide+xml"/>
  <Override PartName="/ppt/slides/slide719.xml" ContentType="application/vnd.openxmlformats-officedocument.presentationml.slide+xml"/>
  <Override PartName="/ppt/slides/slide194.xml" ContentType="application/vnd.openxmlformats-officedocument.presentationml.slide+xml"/>
  <Override PartName="/ppt/slides/slide773.xml" ContentType="application/vnd.openxmlformats-officedocument.presentationml.slide+xml"/>
  <Override PartName="/ppt/slides/slide718.xml" ContentType="application/vnd.openxmlformats-officedocument.presentationml.slide+xml"/>
  <Override PartName="/ppt/slides/slide1114.xml" ContentType="application/vnd.openxmlformats-officedocument.presentationml.slide+xml"/>
  <Override PartName="/ppt/slides/slide474.xml" ContentType="application/vnd.openxmlformats-officedocument.presentationml.slide+xml"/>
  <Override PartName="/ppt/slides/slide749.xml" ContentType="application/vnd.openxmlformats-officedocument.presentationml.slide+xml"/>
  <Override PartName="/ppt/slides/slide881.xml" ContentType="application/vnd.openxmlformats-officedocument.presentationml.slide+xml"/>
  <Override PartName="/ppt/slides/slide1326.xml" ContentType="application/vnd.openxmlformats-officedocument.presentationml.slide+xml"/>
  <Override PartName="/ppt/slides/slide1160.xml" ContentType="application/vnd.openxmlformats-officedocument.presentationml.slide+xml"/>
  <Override PartName="/ppt/slides/slide1072.xml" ContentType="application/vnd.openxmlformats-officedocument.presentationml.slide+xml"/>
  <Override PartName="/ppt/slides/slide1006.xml" ContentType="application/vnd.openxmlformats-officedocument.presentationml.slide+xml"/>
  <Override PartName="/ppt/slides/slide203.xml" ContentType="application/vnd.openxmlformats-officedocument.presentationml.slide+xml"/>
  <Override PartName="/ppt/slides/slide1124.xml" ContentType="application/vnd.openxmlformats-officedocument.presentationml.slide+xml"/>
  <Override PartName="/ppt/slides/slide319.xml" ContentType="application/vnd.openxmlformats-officedocument.presentationml.slide+xml"/>
  <Override PartName="/ppt/slides/slide704.xml" ContentType="application/vnd.openxmlformats-officedocument.presentationml.slide+xml"/>
  <Override PartName="/ppt/slides/slide644.xml" ContentType="application/vnd.openxmlformats-officedocument.presentationml.slide+xml"/>
  <Override PartName="/ppt/slides/slide1361.xml" ContentType="application/vnd.openxmlformats-officedocument.presentationml.slide+xml"/>
  <Override PartName="/ppt/slides/slide1116.xml" ContentType="application/vnd.openxmlformats-officedocument.presentationml.slide+xml"/>
  <Override PartName="/ppt/slides/slide1194.xml" ContentType="application/vnd.openxmlformats-officedocument.presentationml.slide+xml"/>
  <Override PartName="/ppt/slides/slide542.xml" ContentType="application/vnd.openxmlformats-officedocument.presentationml.slide+xml"/>
  <Override PartName="/ppt/slides/slide585.xml" ContentType="application/vnd.openxmlformats-officedocument.presentationml.slide+xml"/>
  <Override PartName="/ppt/slides/slide1348.xml" ContentType="application/vnd.openxmlformats-officedocument.presentationml.slide+xml"/>
  <Override PartName="/ppt/slides/slide530.xml" ContentType="application/vnd.openxmlformats-officedocument.presentationml.slide+xml"/>
  <Override PartName="/ppt/slides/slide1222.xml" ContentType="application/vnd.openxmlformats-officedocument.presentationml.slide+xml"/>
  <Override PartName="/ppt/slides/slide1087.xml" ContentType="application/vnd.openxmlformats-officedocument.presentationml.slide+xml"/>
  <Override PartName="/ppt/slides/slide1314.xml" ContentType="application/vnd.openxmlformats-officedocument.presentationml.slide+xml"/>
  <Override PartName="/ppt/slides/slide397.xml" ContentType="application/vnd.openxmlformats-officedocument.presentationml.slide+xml"/>
  <Override PartName="/ppt/slides/slide1062.xml" ContentType="application/vnd.openxmlformats-officedocument.presentationml.slide+xml"/>
  <Override PartName="/ppt/slides/slide1329.xml" ContentType="application/vnd.openxmlformats-officedocument.presentationml.slide+xml"/>
  <Override PartName="/ppt/slides/slide622.xml" ContentType="application/vnd.openxmlformats-officedocument.presentationml.slide+xml"/>
  <Override PartName="/ppt/slides/slide1405.xml" ContentType="application/vnd.openxmlformats-officedocument.presentationml.slide+xml"/>
  <Override PartName="/ppt/slides/slide664.xml" ContentType="application/vnd.openxmlformats-officedocument.presentationml.slide+xml"/>
  <Override PartName="/ppt/slides/slide1094.xml" ContentType="application/vnd.openxmlformats-officedocument.presentationml.slide+xml"/>
  <Override PartName="/ppt/slides/slide1193.xml" ContentType="application/vnd.openxmlformats-officedocument.presentationml.slide+xml"/>
  <Override PartName="/ppt/slides/slide1137.xml" ContentType="application/vnd.openxmlformats-officedocument.presentationml.slide+xml"/>
  <Override PartName="/ppt/slides/slide1287.xml" ContentType="application/vnd.openxmlformats-officedocument.presentationml.slide+xml"/>
  <Override PartName="/ppt/slides/slide788.xml" ContentType="application/vnd.openxmlformats-officedocument.presentationml.slide+xml"/>
  <Override PartName="/ppt/slides/slide1173.xml" ContentType="application/vnd.openxmlformats-officedocument.presentationml.slide+xml"/>
  <Override PartName="/ppt/slides/slide79.xml" ContentType="application/vnd.openxmlformats-officedocument.presentationml.slide+xml"/>
  <Override PartName="/ppt/slides/slide1.xml" ContentType="application/vnd.openxmlformats-officedocument.presentationml.slide+xml"/>
  <Override PartName="/ppt/slides/slide1098.xml" ContentType="application/vnd.openxmlformats-officedocument.presentationml.slide+xml"/>
  <Override PartName="/ppt/slides/slide216.xml" ContentType="application/vnd.openxmlformats-officedocument.presentationml.slide+xml"/>
  <Override PartName="/ppt/slides/slide1286.xml" ContentType="application/vnd.openxmlformats-officedocument.presentationml.slide+xml"/>
  <Override PartName="/ppt/slides/slide343.xml" ContentType="application/vnd.openxmlformats-officedocument.presentationml.slide+xml"/>
  <Override PartName="/ppt/slides/slide939.xml" ContentType="application/vnd.openxmlformats-officedocument.presentationml.slide+xml"/>
  <Override PartName="/ppt/slides/slide1418.xml" ContentType="application/vnd.openxmlformats-officedocument.presentationml.slide+xml"/>
  <Override PartName="/ppt/slides/slide219.xml" ContentType="application/vnd.openxmlformats-officedocument.presentationml.slide+xml"/>
  <Override PartName="/ppt/slides/slide312.xml" ContentType="application/vnd.openxmlformats-officedocument.presentationml.slide+xml"/>
  <Override PartName="/ppt/slides/slide1073.xml" ContentType="application/vnd.openxmlformats-officedocument.presentationml.slide+xml"/>
  <Override PartName="/ppt/slides/slide1281.xml" ContentType="application/vnd.openxmlformats-officedocument.presentationml.slide+xml"/>
  <Override PartName="/ppt/slides/slide190.xml" ContentType="application/vnd.openxmlformats-officedocument.presentationml.slide+xml"/>
  <Override PartName="/ppt/slides/slide225.xml" ContentType="application/vnd.openxmlformats-officedocument.presentationml.slide+xml"/>
  <Override PartName="/ppt/slides/slide1071.xml" ContentType="application/vnd.openxmlformats-officedocument.presentationml.slide+xml"/>
  <Override PartName="/ppt/slides/slide168.xml" ContentType="application/vnd.openxmlformats-officedocument.presentationml.slide+xml"/>
  <Override PartName="/ppt/slides/slide1078.xml" ContentType="application/vnd.openxmlformats-officedocument.presentationml.slide+xml"/>
  <Override PartName="/ppt/slides/slide1107.xml" ContentType="application/vnd.openxmlformats-officedocument.presentationml.slide+xml"/>
  <Override PartName="/ppt/slides/slide164.xml" ContentType="application/vnd.openxmlformats-officedocument.presentationml.slide+xml"/>
  <Override PartName="/ppt/slides/slide1394.xml" ContentType="application/vnd.openxmlformats-officedocument.presentationml.slide+xml"/>
  <Override PartName="/ppt/slides/slide1392.xml" ContentType="application/vnd.openxmlformats-officedocument.presentationml.slide+xml"/>
  <Override PartName="/ppt/slides/slide1297.xml" ContentType="application/vnd.openxmlformats-officedocument.presentationml.slide+xml"/>
  <Override PartName="/ppt/slides/slide26.xml" ContentType="application/vnd.openxmlformats-officedocument.presentationml.slide+xml"/>
  <Override PartName="/ppt/slides/slide1336.xml" ContentType="application/vnd.openxmlformats-officedocument.presentationml.slide+xml"/>
  <Override PartName="/ppt/slides/slide1272.xml" ContentType="application/vnd.openxmlformats-officedocument.presentationml.slide+xml"/>
  <Override PartName="/ppt/slides/slide1342.xml" ContentType="application/vnd.openxmlformats-officedocument.presentationml.slide+xml"/>
  <Override PartName="/ppt/slides/slide707.xml" ContentType="application/vnd.openxmlformats-officedocument.presentationml.slide+xml"/>
  <Override PartName="/ppt/slides/slide1371.xml" ContentType="application/vnd.openxmlformats-officedocument.presentationml.slide+xml"/>
  <Override PartName="/ppt/slides/slide600.xml" ContentType="application/vnd.openxmlformats-officedocument.presentationml.slide+xml"/>
  <Override PartName="/ppt/slides/slide1351.xml" ContentType="application/vnd.openxmlformats-officedocument.presentationml.slide+xml"/>
  <Override PartName="/ppt/slides/slide191.xml" ContentType="application/vnd.openxmlformats-officedocument.presentationml.slide+xml"/>
  <Override PartName="/ppt/slides/slide739.xml" ContentType="application/vnd.openxmlformats-officedocument.presentationml.slide+xml"/>
  <Override PartName="/ppt/slides/slide714.xml" ContentType="application/vnd.openxmlformats-officedocument.presentationml.slide+xml"/>
  <Override PartName="/ppt/slides/slide748.xml" ContentType="application/vnd.openxmlformats-officedocument.presentationml.slide+xml"/>
  <Override PartName="/ppt/slides/slide732.xml" ContentType="application/vnd.openxmlformats-officedocument.presentationml.slide+xml"/>
  <Override PartName="/ppt/slides/slide181.xml" ContentType="application/vnd.openxmlformats-officedocument.presentationml.slide+xml"/>
  <Override PartName="/ppt/slides/slide260.xml" ContentType="application/vnd.openxmlformats-officedocument.presentationml.slide+xml"/>
  <Override PartName="/ppt/slides/slide170.xml" ContentType="application/vnd.openxmlformats-officedocument.presentationml.slide+xml"/>
  <Override PartName="/ppt/slides/slide1393.xml" ContentType="application/vnd.openxmlformats-officedocument.presentationml.slide+xml"/>
  <Override PartName="/ppt/slides/slide525.xml" ContentType="application/vnd.openxmlformats-officedocument.presentationml.slide+xml"/>
  <Override PartName="/ppt/slides/slide1177.xml" ContentType="application/vnd.openxmlformats-officedocument.presentationml.slide+xml"/>
  <Override PartName="/ppt/slides/slide797.xml" ContentType="application/vnd.openxmlformats-officedocument.presentationml.slide+xml"/>
  <Override PartName="/ppt/slides/slide468.xml" ContentType="application/vnd.openxmlformats-officedocument.presentationml.slide+xml"/>
  <Override PartName="/ppt/slides/slide1328.xml" ContentType="application/vnd.openxmlformats-officedocument.presentationml.slide+xml"/>
  <Override PartName="/ppt/slides/slide846.xml" ContentType="application/vnd.openxmlformats-officedocument.presentationml.slide+xml"/>
  <Override PartName="/ppt/slides/slide1172.xml" ContentType="application/vnd.openxmlformats-officedocument.presentationml.slide+xml"/>
  <Override PartName="/ppt/slides/slide113.xml" ContentType="application/vnd.openxmlformats-officedocument.presentationml.slide+xml"/>
  <Override PartName="/ppt/slides/slide1228.xml" ContentType="application/vnd.openxmlformats-officedocument.presentationml.slide+xml"/>
  <Override PartName="/ppt/slides/slide765.xml" ContentType="application/vnd.openxmlformats-officedocument.presentationml.slide+xml"/>
  <Override PartName="/ppt/slides/slide1181.xml" ContentType="application/vnd.openxmlformats-officedocument.presentationml.slide+xml"/>
  <Override PartName="/ppt/slides/slide987.xml" ContentType="application/vnd.openxmlformats-officedocument.presentationml.slide+xml"/>
  <Override PartName="/ppt/slides/slide991.xml" ContentType="application/vnd.openxmlformats-officedocument.presentationml.slide+xml"/>
  <Override PartName="/ppt/slides/slide466.xml" ContentType="application/vnd.openxmlformats-officedocument.presentationml.slide+xml"/>
  <Override PartName="/ppt/slides/slide1081.xml" ContentType="application/vnd.openxmlformats-officedocument.presentationml.slide+xml"/>
  <Override PartName="/ppt/slides/slide44.xml" ContentType="application/vnd.openxmlformats-officedocument.presentationml.slide+xml"/>
  <Override PartName="/ppt/slides/slide962.xml" ContentType="application/vnd.openxmlformats-officedocument.presentationml.slide+xml"/>
  <Override PartName="/ppt/slides/slide798.xml" ContentType="application/vnd.openxmlformats-officedocument.presentationml.slide+xml"/>
  <Override PartName="/ppt/slides/slide287.xml" ContentType="application/vnd.openxmlformats-officedocument.presentationml.slide+xml"/>
  <Override PartName="/ppt/slides/slide1191.xml" ContentType="application/vnd.openxmlformats-officedocument.presentationml.slide+xml"/>
  <Override PartName="/ppt/slides/slide920.xml" ContentType="application/vnd.openxmlformats-officedocument.presentationml.slide+xml"/>
  <Override PartName="/ppt/slides/slide1230.xml" ContentType="application/vnd.openxmlformats-officedocument.presentationml.slide+xml"/>
  <Override PartName="/ppt/slides/slide477.xml" ContentType="application/vnd.openxmlformats-officedocument.presentationml.slide+xml"/>
  <Override PartName="/ppt/slides/slide1151.xml" ContentType="application/vnd.openxmlformats-officedocument.presentationml.slide+xml"/>
  <Override PartName="/ppt/slides/slide450.xml" ContentType="application/vnd.openxmlformats-officedocument.presentationml.slide+xml"/>
  <Override PartName="/ppt/slides/slide29.xml" ContentType="application/vnd.openxmlformats-officedocument.presentationml.slide+xml"/>
  <Override PartName="/ppt/slides/slide1292.xml" ContentType="application/vnd.openxmlformats-officedocument.presentationml.slide+xml"/>
  <Override PartName="/ppt/slides/slide1270.xml" ContentType="application/vnd.openxmlformats-officedocument.presentationml.slide+xml"/>
  <Override PartName="/ppt/slides/slide252.xml" ContentType="application/vnd.openxmlformats-officedocument.presentationml.slide+xml"/>
  <Override PartName="/ppt/slides/slide680.xml" ContentType="application/vnd.openxmlformats-officedocument.presentationml.slide+xml"/>
  <Override PartName="/ppt/slides/slide1183.xml" ContentType="application/vnd.openxmlformats-officedocument.presentationml.slide+xml"/>
  <Override PartName="/ppt/slides/slide634.xml" ContentType="application/vnd.openxmlformats-officedocument.presentationml.slide+xml"/>
  <Override PartName="/ppt/slides/slide1178.xml" ContentType="application/vnd.openxmlformats-officedocument.presentationml.slide+xml"/>
  <Override PartName="/ppt/slides/slide1195.xml" ContentType="application/vnd.openxmlformats-officedocument.presentationml.slide+xml"/>
  <Override PartName="/ppt/slides/slide1220.xml" ContentType="application/vnd.openxmlformats-officedocument.presentationml.slide+xml"/>
  <Override PartName="/ppt/slides/slide355.xml" ContentType="application/vnd.openxmlformats-officedocument.presentationml.slide+xml"/>
  <Override PartName="/ppt/slides/slide1384.xml" ContentType="application/vnd.openxmlformats-officedocument.presentationml.slide+xml"/>
  <Override PartName="/ppt/slides/slide755.xml" ContentType="application/vnd.openxmlformats-officedocument.presentationml.slide+xml"/>
  <Override PartName="/ppt/slides/slide1284.xml" ContentType="application/vnd.openxmlformats-officedocument.presentationml.slide+xml"/>
  <Override PartName="/ppt/slides/slide1251.xml" ContentType="application/vnd.openxmlformats-officedocument.presentationml.slide+xml"/>
  <Override PartName="/ppt/slides/slide527.xml" ContentType="application/vnd.openxmlformats-officedocument.presentationml.slide+xml"/>
  <Override PartName="/ppt/slides/slide543.xml" ContentType="application/vnd.openxmlformats-officedocument.presentationml.slide+xml"/>
  <Override PartName="/ppt/slides/slide1387.xml" ContentType="application/vnd.openxmlformats-officedocument.presentationml.slide+xml"/>
  <Override PartName="/ppt/slides/slide157.xml" ContentType="application/vnd.openxmlformats-officedocument.presentationml.slide+xml"/>
  <Override PartName="/ppt/slides/slide1388.xml" ContentType="application/vnd.openxmlformats-officedocument.presentationml.slide+xml"/>
  <Override PartName="/ppt/slides/slide1153.xml" ContentType="application/vnd.openxmlformats-officedocument.presentationml.slide+xml"/>
  <Override PartName="/ppt/slides/slide1396.xml" ContentType="application/vnd.openxmlformats-officedocument.presentationml.slide+xml"/>
  <Override PartName="/ppt/slides/slide1407.xml" ContentType="application/vnd.openxmlformats-officedocument.presentationml.slide+xml"/>
  <Override PartName="/ppt/slides/slide1049.xml" ContentType="application/vnd.openxmlformats-officedocument.presentationml.slide+xml"/>
  <Override PartName="/ppt/slides/slide869.xml" ContentType="application/vnd.openxmlformats-officedocument.presentationml.slide+xml"/>
  <Override PartName="/ppt/slides/slide1383.xml" ContentType="application/vnd.openxmlformats-officedocument.presentationml.slide+xml"/>
  <Override PartName="/ppt/slides/slide1296.xml" ContentType="application/vnd.openxmlformats-officedocument.presentationml.slide+xml"/>
  <Override PartName="/ppt/slides/slide574.xml" ContentType="application/vnd.openxmlformats-officedocument.presentationml.slide+xml"/>
  <Override PartName="/ppt/slides/slide853.xml" ContentType="application/vnd.openxmlformats-officedocument.presentationml.slide+xml"/>
  <Override PartName="/ppt/slides/slide401.xml" ContentType="application/vnd.openxmlformats-officedocument.presentationml.slide+xml"/>
  <Override PartName="/ppt/slides/slide1074.xml" ContentType="application/vnd.openxmlformats-officedocument.presentationml.slide+xml"/>
  <Override PartName="/ppt/slides/slide849.xml" ContentType="application/vnd.openxmlformats-officedocument.presentationml.slide+xml"/>
  <Override PartName="/ppt/slides/slide804.xml" ContentType="application/vnd.openxmlformats-officedocument.presentationml.slide+xml"/>
  <Override PartName="/ppt/slides/slide62.xml" ContentType="application/vnd.openxmlformats-officedocument.presentationml.slide+xml"/>
  <Override PartName="/ppt/slides/slide77.xml" ContentType="application/vnd.openxmlformats-officedocument.presentationml.slide+xml"/>
  <Override PartName="/ppt/slides/slide1242.xml" ContentType="application/vnd.openxmlformats-officedocument.presentationml.slide+xml"/>
  <Override PartName="/ppt/slides/slide1120.xml" ContentType="application/vnd.openxmlformats-officedocument.presentationml.slide+xml"/>
  <Override PartName="/ppt/slides/slide677.xml" ContentType="application/vnd.openxmlformats-officedocument.presentationml.slide+xml"/>
  <Override PartName="/ppt/slides/slide388.xml" ContentType="application/vnd.openxmlformats-officedocument.presentationml.slide+xml"/>
  <Override PartName="/ppt/slides/slide353.xml" ContentType="application/vnd.openxmlformats-officedocument.presentationml.slide+xml"/>
  <Override PartName="/ppt/slides/slide1221.xml" ContentType="application/vnd.openxmlformats-officedocument.presentationml.slide+xml"/>
  <Override PartName="/ppt/slides/slide19.xml" ContentType="application/vnd.openxmlformats-officedocument.presentationml.slide+xml"/>
  <Override PartName="/ppt/slides/slide33.xml" ContentType="application/vnd.openxmlformats-officedocument.presentationml.slide+xml"/>
  <Override PartName="/ppt/slides/slide795.xml" ContentType="application/vnd.openxmlformats-officedocument.presentationml.slide+xml"/>
  <Override PartName="/ppt/slides/slide695.xml" ContentType="application/vnd.openxmlformats-officedocument.presentationml.slide+xml"/>
  <Override PartName="/ppt/slides/slide1190.xml" ContentType="application/vnd.openxmlformats-officedocument.presentationml.slide+xml"/>
  <Override PartName="/ppt/slides/slide1261.xml" ContentType="application/vnd.openxmlformats-officedocument.presentationml.slide+xml"/>
  <Override PartName="/ppt/slides/slide650.xml" ContentType="application/vnd.openxmlformats-officedocument.presentationml.slide+xml"/>
  <Override PartName="/ppt/slides/slide1132.xml" ContentType="application/vnd.openxmlformats-officedocument.presentationml.slide+xml"/>
  <Override PartName="/ppt/slides/slide1203.xml" ContentType="application/vnd.openxmlformats-officedocument.presentationml.slide+xml"/>
  <Override PartName="/ppt/slides/slide782.xml" ContentType="application/vnd.openxmlformats-officedocument.presentationml.slide+xml"/>
  <Override PartName="/ppt/slides/slide1260.xml" ContentType="application/vnd.openxmlformats-officedocument.presentationml.slide+xml"/>
  <Override PartName="/ppt/slides/slide513.xml" ContentType="application/vnd.openxmlformats-officedocument.presentationml.slide+xml"/>
  <Override PartName="/ppt/slides/slide717.xml" ContentType="application/vnd.openxmlformats-officedocument.presentationml.slide+xml"/>
  <Override PartName="/ppt/slides/slide1054.xml" ContentType="application/vnd.openxmlformats-officedocument.presentationml.slide+xml"/>
  <Override PartName="/ppt/slides/slide1262.xml" ContentType="application/vnd.openxmlformats-officedocument.presentationml.slide+xml"/>
  <Override PartName="/ppt/slides/slide724.xml" ContentType="application/vnd.openxmlformats-officedocument.presentationml.slide+xml"/>
  <Override PartName="/ppt/slides/slide1320.xml" ContentType="application/vnd.openxmlformats-officedocument.presentationml.slide+xml"/>
  <Override PartName="/ppt/slides/slide188.xml" ContentType="application/vnd.openxmlformats-officedocument.presentationml.slide+xml"/>
  <Override PartName="/ppt/slides/slide955.xml" ContentType="application/vnd.openxmlformats-officedocument.presentationml.slide+xml"/>
  <Override PartName="/ppt/slides/slide1271.xml" ContentType="application/vnd.openxmlformats-officedocument.presentationml.slide+xml"/>
  <Override PartName="/ppt/slides/slide161.xml" ContentType="application/vnd.openxmlformats-officedocument.presentationml.slide+xml"/>
  <Override PartName="/ppt/slides/slide1322.xml" ContentType="application/vnd.openxmlformats-officedocument.presentationml.slide+xml"/>
  <Override PartName="/ppt/slides/slide293.xml" ContentType="application/vnd.openxmlformats-officedocument.presentationml.slide+xml"/>
  <Override PartName="/ppt/slides/slide1417.xml" ContentType="application/vnd.openxmlformats-officedocument.presentationml.slide+xml"/>
  <Override PartName="/ppt/slides/slide948.xml" ContentType="application/vnd.openxmlformats-officedocument.presentationml.slide+xml"/>
  <Override PartName="/ppt/slides/slide886.xml" ContentType="application/vnd.openxmlformats-officedocument.presentationml.slide+xml"/>
  <Override PartName="/ppt/slides/slide604.xml" ContentType="application/vnd.openxmlformats-officedocument.presentationml.slide+xml"/>
  <Override PartName="/ppt/slides/slide875.xml" ContentType="application/vnd.openxmlformats-officedocument.presentationml.slide+xml"/>
  <Override PartName="/ppt/slides/slide278.xml" ContentType="application/vnd.openxmlformats-officedocument.presentationml.slide+xml"/>
  <Override PartName="/ppt/slides/slide1086.xml" ContentType="application/vnd.openxmlformats-officedocument.presentationml.slide+xml"/>
  <Override PartName="/ppt/slides/slide174.xml" ContentType="application/vnd.openxmlformats-officedocument.presentationml.slide+xml"/>
  <Override PartName="/ppt/slides/slide1291.xml" ContentType="application/vnd.openxmlformats-officedocument.presentationml.slide+xml"/>
  <Override PartName="/ppt/slides/slide1356.xml" ContentType="application/vnd.openxmlformats-officedocument.presentationml.slide+xml"/>
  <Override PartName="/ppt/slides/slide257.xml" ContentType="application/vnd.openxmlformats-officedocument.presentationml.slide+xml"/>
  <Override PartName="/ppt/slides/slide1268.xml" ContentType="application/vnd.openxmlformats-officedocument.presentationml.slide+xml"/>
  <Override PartName="/ppt/slides/slide662.xml" ContentType="application/vnd.openxmlformats-officedocument.presentationml.slide+xml"/>
  <Override PartName="/ppt/slides/slide764.xml" ContentType="application/vnd.openxmlformats-officedocument.presentationml.slide+xml"/>
  <Override PartName="/ppt/slides/slide1380.xml" ContentType="application/vnd.openxmlformats-officedocument.presentationml.slide+xml"/>
  <Override PartName="/ppt/slides/slide66.xml" ContentType="application/vnd.openxmlformats-officedocument.presentationml.slide+xml"/>
  <Override PartName="/ppt/slides/slide1385.xml" ContentType="application/vnd.openxmlformats-officedocument.presentationml.slide+xml"/>
  <Override PartName="/ppt/slides/slide1293.xml" ContentType="application/vnd.openxmlformats-officedocument.presentationml.slide+xml"/>
  <Override PartName="/ppt/slides/slide8.xml" ContentType="application/vnd.openxmlformats-officedocument.presentationml.slide+xml"/>
  <Override PartName="/ppt/slides/slide244.xml" ContentType="application/vnd.openxmlformats-officedocument.presentationml.slide+xml"/>
  <Override PartName="/ppt/slides/slide938.xml" ContentType="application/vnd.openxmlformats-officedocument.presentationml.slide+xml"/>
  <Override PartName="/ppt/slides/slide1391.xml" ContentType="application/vnd.openxmlformats-officedocument.presentationml.slide+xml"/>
  <Override PartName="/ppt/slides/slide243.xml" ContentType="application/vnd.openxmlformats-officedocument.presentationml.slide+xml"/>
  <Override PartName="/ppt/slides/slide491.xml" ContentType="application/vnd.openxmlformats-officedocument.presentationml.slide+xml"/>
  <Override PartName="/ppt/slides/slide1402.xml" ContentType="application/vnd.openxmlformats-officedocument.presentationml.slide+xml"/>
  <Override PartName="/ppt/slides/slide908.xml" ContentType="application/vnd.openxmlformats-officedocument.presentationml.slide+xml"/>
  <Override PartName="/ppt/slides/slide950.xml" ContentType="application/vnd.openxmlformats-officedocument.presentationml.slide+xml"/>
  <Override PartName="/ppt/slides/slide1180.xml" ContentType="application/vnd.openxmlformats-officedocument.presentationml.slide+xml"/>
  <Override PartName="/ppt/slides/slide1294.xml" ContentType="application/vnd.openxmlformats-officedocument.presentationml.slide+xml"/>
  <Override PartName="/ppt/slides/slide1091.xml" ContentType="application/vnd.openxmlformats-officedocument.presentationml.slide+xml"/>
  <Override PartName="/ppt/slides/slide929.xml" ContentType="application/vnd.openxmlformats-officedocument.presentationml.slide+xml"/>
  <Override PartName="/ppt/slides/slide1171.xml" ContentType="application/vnd.openxmlformats-officedocument.presentationml.slide+xml"/>
  <Override PartName="/ppt/slides/slide1003.xml" ContentType="application/vnd.openxmlformats-officedocument.presentationml.slide+xml"/>
  <Override PartName="/ppt/slides/slide729.xml" ContentType="application/vnd.openxmlformats-officedocument.presentationml.slide+xml"/>
  <Override PartName="/ppt/slides/slide1352.xml" ContentType="application/vnd.openxmlformats-officedocument.presentationml.slide+xml"/>
  <Override PartName="/ppt/slides/slide442.xml" ContentType="application/vnd.openxmlformats-officedocument.presentationml.slide+xml"/>
  <Override PartName="/ppt/slides/slide601.xml" ContentType="application/vnd.openxmlformats-officedocument.presentationml.slide+xml"/>
  <Override PartName="/ppt/slides/slide1082.xml" ContentType="application/vnd.openxmlformats-officedocument.presentationml.slide+xml"/>
  <Override PartName="/ppt/slides/slide769.xml" ContentType="application/vnd.openxmlformats-officedocument.presentationml.slide+xml"/>
  <Override PartName="/ppt/slides/slide1290.xml" ContentType="application/vnd.openxmlformats-officedocument.presentationml.slide+xml"/>
  <Override PartName="/ppt/slides/slide1198.xml" ContentType="application/vnd.openxmlformats-officedocument.presentationml.slide+xml"/>
  <Override PartName="/ppt/slides/slide318.xml" ContentType="application/vnd.openxmlformats-officedocument.presentationml.slide+xml"/>
  <Override PartName="/ppt/slides/slide819.xml" ContentType="application/vnd.openxmlformats-officedocument.presentationml.slide+xml"/>
  <Override PartName="/ppt/slides/slide301.xml" ContentType="application/vnd.openxmlformats-officedocument.presentationml.slide+xml"/>
  <Override PartName="/ppt/slides/slide280.xml" ContentType="application/vnd.openxmlformats-officedocument.presentationml.slide+xml"/>
  <Override PartName="/ppt/slides/slide441.xml" ContentType="application/vnd.openxmlformats-officedocument.presentationml.slide+xml"/>
  <Override PartName="/ppt/slides/slide385.xml" ContentType="application/vnd.openxmlformats-officedocument.presentationml.slide+xml"/>
  <Override PartName="/ppt/slides/slide462.xml" ContentType="application/vnd.openxmlformats-officedocument.presentationml.slide+xml"/>
  <Override PartName="/ppt/slides/slide1360.xml" ContentType="application/vnd.openxmlformats-officedocument.presentationml.slide+xml"/>
  <Override PartName="/ppt/slides/slide990.xml" ContentType="application/vnd.openxmlformats-officedocument.presentationml.slide+xml"/>
  <Override PartName="/ppt/slides/slide135.xml" ContentType="application/vnd.openxmlformats-officedocument.presentationml.slide+xml"/>
  <Override PartName="/ppt/slides/slide784.xml" ContentType="application/vnd.openxmlformats-officedocument.presentationml.slide+xml"/>
  <Override PartName="/ppt/slides/slide954.xml" ContentType="application/vnd.openxmlformats-officedocument.presentationml.slide+xml"/>
  <Override PartName="/ppt/slides/slide541.xml" ContentType="application/vnd.openxmlformats-officedocument.presentationml.slide+xml"/>
  <Override PartName="/ppt/slides/slide1390.xml" ContentType="application/vnd.openxmlformats-officedocument.presentationml.slide+xml"/>
  <Override PartName="/ppt/slides/slide757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0" r:id="rId147"/>
    <p:sldId id="401" r:id="rId148"/>
    <p:sldId id="402" r:id="rId149"/>
    <p:sldId id="403" r:id="rId150"/>
    <p:sldId id="404" r:id="rId151"/>
    <p:sldId id="405" r:id="rId152"/>
    <p:sldId id="406" r:id="rId153"/>
    <p:sldId id="407" r:id="rId154"/>
    <p:sldId id="408" r:id="rId155"/>
    <p:sldId id="409" r:id="rId156"/>
    <p:sldId id="410" r:id="rId157"/>
    <p:sldId id="411" r:id="rId158"/>
    <p:sldId id="412" r:id="rId159"/>
    <p:sldId id="413" r:id="rId160"/>
    <p:sldId id="414" r:id="rId161"/>
    <p:sldId id="415" r:id="rId162"/>
    <p:sldId id="416" r:id="rId163"/>
    <p:sldId id="417" r:id="rId164"/>
    <p:sldId id="418" r:id="rId165"/>
    <p:sldId id="419" r:id="rId166"/>
    <p:sldId id="420" r:id="rId167"/>
    <p:sldId id="421" r:id="rId168"/>
    <p:sldId id="422" r:id="rId169"/>
    <p:sldId id="423" r:id="rId170"/>
    <p:sldId id="424" r:id="rId171"/>
    <p:sldId id="425" r:id="rId172"/>
    <p:sldId id="426" r:id="rId173"/>
    <p:sldId id="427" r:id="rId174"/>
    <p:sldId id="428" r:id="rId175"/>
    <p:sldId id="429" r:id="rId176"/>
    <p:sldId id="430" r:id="rId177"/>
    <p:sldId id="431" r:id="rId178"/>
    <p:sldId id="432" r:id="rId179"/>
    <p:sldId id="433" r:id="rId180"/>
    <p:sldId id="434" r:id="rId181"/>
    <p:sldId id="435" r:id="rId182"/>
    <p:sldId id="436" r:id="rId183"/>
    <p:sldId id="437" r:id="rId184"/>
    <p:sldId id="438" r:id="rId185"/>
    <p:sldId id="439" r:id="rId186"/>
    <p:sldId id="440" r:id="rId187"/>
    <p:sldId id="441" r:id="rId188"/>
    <p:sldId id="442" r:id="rId189"/>
    <p:sldId id="443" r:id="rId190"/>
    <p:sldId id="444" r:id="rId191"/>
    <p:sldId id="445" r:id="rId192"/>
    <p:sldId id="446" r:id="rId193"/>
    <p:sldId id="447" r:id="rId194"/>
    <p:sldId id="448" r:id="rId195"/>
    <p:sldId id="449" r:id="rId196"/>
    <p:sldId id="450" r:id="rId197"/>
    <p:sldId id="451" r:id="rId198"/>
    <p:sldId id="452" r:id="rId199"/>
    <p:sldId id="453" r:id="rId200"/>
    <p:sldId id="454" r:id="rId201"/>
    <p:sldId id="455" r:id="rId202"/>
    <p:sldId id="456" r:id="rId203"/>
    <p:sldId id="457" r:id="rId204"/>
    <p:sldId id="458" r:id="rId205"/>
    <p:sldId id="459" r:id="rId206"/>
    <p:sldId id="460" r:id="rId207"/>
    <p:sldId id="461" r:id="rId208"/>
    <p:sldId id="462" r:id="rId209"/>
    <p:sldId id="463" r:id="rId210"/>
    <p:sldId id="464" r:id="rId211"/>
    <p:sldId id="465" r:id="rId212"/>
    <p:sldId id="466" r:id="rId213"/>
    <p:sldId id="467" r:id="rId214"/>
    <p:sldId id="468" r:id="rId215"/>
    <p:sldId id="469" r:id="rId216"/>
    <p:sldId id="470" r:id="rId217"/>
    <p:sldId id="471" r:id="rId218"/>
    <p:sldId id="472" r:id="rId219"/>
    <p:sldId id="473" r:id="rId220"/>
    <p:sldId id="474" r:id="rId221"/>
    <p:sldId id="475" r:id="rId222"/>
    <p:sldId id="476" r:id="rId223"/>
    <p:sldId id="477" r:id="rId224"/>
    <p:sldId id="478" r:id="rId225"/>
    <p:sldId id="479" r:id="rId226"/>
    <p:sldId id="480" r:id="rId227"/>
    <p:sldId id="481" r:id="rId228"/>
    <p:sldId id="482" r:id="rId229"/>
    <p:sldId id="483" r:id="rId230"/>
    <p:sldId id="484" r:id="rId231"/>
    <p:sldId id="485" r:id="rId232"/>
    <p:sldId id="486" r:id="rId233"/>
    <p:sldId id="487" r:id="rId234"/>
    <p:sldId id="488" r:id="rId235"/>
    <p:sldId id="489" r:id="rId236"/>
    <p:sldId id="490" r:id="rId237"/>
    <p:sldId id="491" r:id="rId238"/>
    <p:sldId id="492" r:id="rId239"/>
    <p:sldId id="493" r:id="rId240"/>
    <p:sldId id="494" r:id="rId241"/>
    <p:sldId id="495" r:id="rId242"/>
    <p:sldId id="496" r:id="rId243"/>
    <p:sldId id="497" r:id="rId244"/>
    <p:sldId id="498" r:id="rId245"/>
    <p:sldId id="499" r:id="rId246"/>
    <p:sldId id="500" r:id="rId247"/>
    <p:sldId id="501" r:id="rId248"/>
    <p:sldId id="502" r:id="rId249"/>
    <p:sldId id="503" r:id="rId250"/>
    <p:sldId id="504" r:id="rId251"/>
    <p:sldId id="505" r:id="rId252"/>
    <p:sldId id="506" r:id="rId253"/>
    <p:sldId id="507" r:id="rId254"/>
    <p:sldId id="508" r:id="rId255"/>
    <p:sldId id="509" r:id="rId256"/>
    <p:sldId id="510" r:id="rId257"/>
    <p:sldId id="511" r:id="rId258"/>
    <p:sldId id="512" r:id="rId259"/>
    <p:sldId id="513" r:id="rId260"/>
    <p:sldId id="514" r:id="rId261"/>
    <p:sldId id="515" r:id="rId262"/>
    <p:sldId id="516" r:id="rId263"/>
    <p:sldId id="517" r:id="rId264"/>
    <p:sldId id="518" r:id="rId265"/>
    <p:sldId id="519" r:id="rId266"/>
    <p:sldId id="520" r:id="rId267"/>
    <p:sldId id="521" r:id="rId268"/>
    <p:sldId id="522" r:id="rId269"/>
    <p:sldId id="523" r:id="rId270"/>
    <p:sldId id="524" r:id="rId271"/>
    <p:sldId id="525" r:id="rId272"/>
    <p:sldId id="526" r:id="rId273"/>
    <p:sldId id="527" r:id="rId274"/>
    <p:sldId id="528" r:id="rId275"/>
    <p:sldId id="529" r:id="rId276"/>
    <p:sldId id="530" r:id="rId277"/>
    <p:sldId id="531" r:id="rId278"/>
    <p:sldId id="532" r:id="rId279"/>
    <p:sldId id="533" r:id="rId280"/>
    <p:sldId id="534" r:id="rId281"/>
    <p:sldId id="535" r:id="rId282"/>
    <p:sldId id="536" r:id="rId283"/>
    <p:sldId id="537" r:id="rId284"/>
    <p:sldId id="538" r:id="rId285"/>
    <p:sldId id="539" r:id="rId286"/>
    <p:sldId id="540" r:id="rId287"/>
    <p:sldId id="541" r:id="rId288"/>
    <p:sldId id="542" r:id="rId289"/>
    <p:sldId id="543" r:id="rId290"/>
    <p:sldId id="544" r:id="rId291"/>
    <p:sldId id="545" r:id="rId292"/>
    <p:sldId id="546" r:id="rId293"/>
    <p:sldId id="547" r:id="rId294"/>
    <p:sldId id="548" r:id="rId295"/>
    <p:sldId id="549" r:id="rId296"/>
    <p:sldId id="550" r:id="rId297"/>
    <p:sldId id="551" r:id="rId298"/>
    <p:sldId id="552" r:id="rId299"/>
    <p:sldId id="553" r:id="rId300"/>
    <p:sldId id="554" r:id="rId301"/>
    <p:sldId id="555" r:id="rId302"/>
    <p:sldId id="556" r:id="rId303"/>
    <p:sldId id="557" r:id="rId304"/>
    <p:sldId id="558" r:id="rId305"/>
    <p:sldId id="559" r:id="rId306"/>
    <p:sldId id="560" r:id="rId307"/>
    <p:sldId id="561" r:id="rId308"/>
    <p:sldId id="562" r:id="rId309"/>
    <p:sldId id="563" r:id="rId310"/>
    <p:sldId id="564" r:id="rId311"/>
    <p:sldId id="565" r:id="rId312"/>
    <p:sldId id="566" r:id="rId313"/>
    <p:sldId id="567" r:id="rId314"/>
    <p:sldId id="568" r:id="rId315"/>
    <p:sldId id="569" r:id="rId316"/>
    <p:sldId id="570" r:id="rId317"/>
    <p:sldId id="571" r:id="rId318"/>
    <p:sldId id="572" r:id="rId319"/>
    <p:sldId id="573" r:id="rId320"/>
    <p:sldId id="574" r:id="rId321"/>
    <p:sldId id="575" r:id="rId322"/>
    <p:sldId id="576" r:id="rId323"/>
    <p:sldId id="577" r:id="rId324"/>
    <p:sldId id="578" r:id="rId325"/>
    <p:sldId id="579" r:id="rId326"/>
    <p:sldId id="580" r:id="rId327"/>
    <p:sldId id="581" r:id="rId328"/>
    <p:sldId id="582" r:id="rId329"/>
    <p:sldId id="583" r:id="rId330"/>
    <p:sldId id="584" r:id="rId331"/>
    <p:sldId id="585" r:id="rId332"/>
    <p:sldId id="586" r:id="rId333"/>
    <p:sldId id="587" r:id="rId334"/>
    <p:sldId id="588" r:id="rId335"/>
    <p:sldId id="589" r:id="rId336"/>
    <p:sldId id="590" r:id="rId337"/>
    <p:sldId id="591" r:id="rId338"/>
    <p:sldId id="592" r:id="rId339"/>
    <p:sldId id="593" r:id="rId340"/>
    <p:sldId id="594" r:id="rId341"/>
    <p:sldId id="595" r:id="rId342"/>
    <p:sldId id="596" r:id="rId343"/>
    <p:sldId id="597" r:id="rId344"/>
    <p:sldId id="598" r:id="rId345"/>
    <p:sldId id="599" r:id="rId346"/>
    <p:sldId id="600" r:id="rId347"/>
    <p:sldId id="601" r:id="rId348"/>
    <p:sldId id="602" r:id="rId349"/>
    <p:sldId id="603" r:id="rId350"/>
    <p:sldId id="604" r:id="rId351"/>
    <p:sldId id="605" r:id="rId352"/>
    <p:sldId id="606" r:id="rId353"/>
    <p:sldId id="607" r:id="rId354"/>
    <p:sldId id="608" r:id="rId355"/>
    <p:sldId id="609" r:id="rId356"/>
    <p:sldId id="610" r:id="rId357"/>
    <p:sldId id="611" r:id="rId358"/>
    <p:sldId id="612" r:id="rId359"/>
    <p:sldId id="613" r:id="rId360"/>
    <p:sldId id="614" r:id="rId361"/>
    <p:sldId id="615" r:id="rId362"/>
    <p:sldId id="616" r:id="rId363"/>
    <p:sldId id="617" r:id="rId364"/>
    <p:sldId id="618" r:id="rId365"/>
    <p:sldId id="619" r:id="rId366"/>
    <p:sldId id="620" r:id="rId367"/>
    <p:sldId id="621" r:id="rId368"/>
    <p:sldId id="622" r:id="rId369"/>
    <p:sldId id="623" r:id="rId370"/>
    <p:sldId id="624" r:id="rId371"/>
    <p:sldId id="625" r:id="rId372"/>
    <p:sldId id="626" r:id="rId373"/>
    <p:sldId id="627" r:id="rId374"/>
    <p:sldId id="628" r:id="rId375"/>
    <p:sldId id="629" r:id="rId376"/>
    <p:sldId id="630" r:id="rId377"/>
    <p:sldId id="631" r:id="rId378"/>
    <p:sldId id="632" r:id="rId379"/>
    <p:sldId id="633" r:id="rId380"/>
    <p:sldId id="634" r:id="rId381"/>
    <p:sldId id="635" r:id="rId382"/>
    <p:sldId id="636" r:id="rId383"/>
    <p:sldId id="637" r:id="rId384"/>
    <p:sldId id="638" r:id="rId385"/>
    <p:sldId id="639" r:id="rId386"/>
    <p:sldId id="640" r:id="rId387"/>
    <p:sldId id="641" r:id="rId388"/>
    <p:sldId id="642" r:id="rId389"/>
    <p:sldId id="643" r:id="rId390"/>
    <p:sldId id="644" r:id="rId391"/>
    <p:sldId id="645" r:id="rId392"/>
    <p:sldId id="646" r:id="rId393"/>
    <p:sldId id="647" r:id="rId394"/>
    <p:sldId id="648" r:id="rId395"/>
    <p:sldId id="649" r:id="rId396"/>
    <p:sldId id="650" r:id="rId397"/>
    <p:sldId id="651" r:id="rId398"/>
    <p:sldId id="652" r:id="rId399"/>
    <p:sldId id="653" r:id="rId400"/>
    <p:sldId id="654" r:id="rId401"/>
    <p:sldId id="655" r:id="rId402"/>
    <p:sldId id="656" r:id="rId403"/>
    <p:sldId id="657" r:id="rId404"/>
    <p:sldId id="658" r:id="rId405"/>
    <p:sldId id="659" r:id="rId406"/>
    <p:sldId id="660" r:id="rId407"/>
    <p:sldId id="661" r:id="rId408"/>
    <p:sldId id="662" r:id="rId409"/>
    <p:sldId id="663" r:id="rId410"/>
    <p:sldId id="664" r:id="rId411"/>
    <p:sldId id="665" r:id="rId412"/>
    <p:sldId id="666" r:id="rId413"/>
    <p:sldId id="667" r:id="rId414"/>
    <p:sldId id="668" r:id="rId415"/>
    <p:sldId id="669" r:id="rId416"/>
    <p:sldId id="670" r:id="rId417"/>
    <p:sldId id="671" r:id="rId418"/>
    <p:sldId id="672" r:id="rId419"/>
    <p:sldId id="673" r:id="rId420"/>
    <p:sldId id="674" r:id="rId421"/>
    <p:sldId id="675" r:id="rId422"/>
    <p:sldId id="676" r:id="rId423"/>
    <p:sldId id="677" r:id="rId424"/>
    <p:sldId id="678" r:id="rId425"/>
    <p:sldId id="679" r:id="rId426"/>
    <p:sldId id="680" r:id="rId427"/>
    <p:sldId id="681" r:id="rId428"/>
    <p:sldId id="682" r:id="rId429"/>
    <p:sldId id="683" r:id="rId430"/>
    <p:sldId id="684" r:id="rId431"/>
    <p:sldId id="685" r:id="rId432"/>
    <p:sldId id="686" r:id="rId433"/>
    <p:sldId id="687" r:id="rId434"/>
    <p:sldId id="688" r:id="rId435"/>
    <p:sldId id="689" r:id="rId436"/>
    <p:sldId id="690" r:id="rId437"/>
    <p:sldId id="691" r:id="rId438"/>
    <p:sldId id="692" r:id="rId439"/>
    <p:sldId id="693" r:id="rId440"/>
    <p:sldId id="694" r:id="rId441"/>
    <p:sldId id="695" r:id="rId442"/>
    <p:sldId id="696" r:id="rId443"/>
    <p:sldId id="697" r:id="rId444"/>
    <p:sldId id="698" r:id="rId445"/>
    <p:sldId id="699" r:id="rId446"/>
    <p:sldId id="700" r:id="rId447"/>
    <p:sldId id="701" r:id="rId448"/>
    <p:sldId id="702" r:id="rId449"/>
    <p:sldId id="703" r:id="rId450"/>
    <p:sldId id="704" r:id="rId451"/>
    <p:sldId id="705" r:id="rId452"/>
    <p:sldId id="706" r:id="rId453"/>
    <p:sldId id="707" r:id="rId454"/>
    <p:sldId id="708" r:id="rId455"/>
    <p:sldId id="709" r:id="rId456"/>
    <p:sldId id="710" r:id="rId457"/>
    <p:sldId id="711" r:id="rId458"/>
    <p:sldId id="712" r:id="rId459"/>
    <p:sldId id="713" r:id="rId460"/>
    <p:sldId id="714" r:id="rId461"/>
    <p:sldId id="715" r:id="rId462"/>
    <p:sldId id="716" r:id="rId463"/>
    <p:sldId id="717" r:id="rId464"/>
    <p:sldId id="718" r:id="rId465"/>
    <p:sldId id="719" r:id="rId466"/>
    <p:sldId id="720" r:id="rId467"/>
    <p:sldId id="721" r:id="rId468"/>
    <p:sldId id="722" r:id="rId469"/>
    <p:sldId id="723" r:id="rId470"/>
    <p:sldId id="724" r:id="rId471"/>
    <p:sldId id="725" r:id="rId472"/>
    <p:sldId id="726" r:id="rId473"/>
    <p:sldId id="727" r:id="rId474"/>
    <p:sldId id="728" r:id="rId475"/>
    <p:sldId id="729" r:id="rId476"/>
    <p:sldId id="730" r:id="rId477"/>
    <p:sldId id="731" r:id="rId478"/>
    <p:sldId id="732" r:id="rId479"/>
    <p:sldId id="733" r:id="rId480"/>
    <p:sldId id="734" r:id="rId481"/>
    <p:sldId id="735" r:id="rId482"/>
    <p:sldId id="736" r:id="rId483"/>
    <p:sldId id="737" r:id="rId484"/>
    <p:sldId id="738" r:id="rId485"/>
    <p:sldId id="739" r:id="rId486"/>
    <p:sldId id="740" r:id="rId487"/>
    <p:sldId id="741" r:id="rId488"/>
    <p:sldId id="742" r:id="rId489"/>
    <p:sldId id="743" r:id="rId490"/>
    <p:sldId id="744" r:id="rId491"/>
    <p:sldId id="745" r:id="rId492"/>
    <p:sldId id="746" r:id="rId493"/>
    <p:sldId id="747" r:id="rId494"/>
    <p:sldId id="748" r:id="rId495"/>
    <p:sldId id="749" r:id="rId496"/>
    <p:sldId id="750" r:id="rId497"/>
    <p:sldId id="751" r:id="rId498"/>
    <p:sldId id="752" r:id="rId499"/>
    <p:sldId id="753" r:id="rId500"/>
    <p:sldId id="754" r:id="rId501"/>
    <p:sldId id="755" r:id="rId502"/>
    <p:sldId id="756" r:id="rId503"/>
    <p:sldId id="757" r:id="rId504"/>
    <p:sldId id="758" r:id="rId505"/>
    <p:sldId id="759" r:id="rId506"/>
    <p:sldId id="760" r:id="rId507"/>
    <p:sldId id="761" r:id="rId508"/>
    <p:sldId id="762" r:id="rId509"/>
    <p:sldId id="763" r:id="rId510"/>
    <p:sldId id="764" r:id="rId511"/>
    <p:sldId id="765" r:id="rId512"/>
    <p:sldId id="766" r:id="rId513"/>
    <p:sldId id="767" r:id="rId514"/>
    <p:sldId id="768" r:id="rId515"/>
    <p:sldId id="769" r:id="rId516"/>
    <p:sldId id="770" r:id="rId517"/>
    <p:sldId id="771" r:id="rId518"/>
    <p:sldId id="772" r:id="rId519"/>
    <p:sldId id="773" r:id="rId520"/>
    <p:sldId id="774" r:id="rId521"/>
    <p:sldId id="775" r:id="rId522"/>
    <p:sldId id="776" r:id="rId523"/>
    <p:sldId id="777" r:id="rId524"/>
    <p:sldId id="778" r:id="rId525"/>
    <p:sldId id="779" r:id="rId526"/>
    <p:sldId id="780" r:id="rId527"/>
    <p:sldId id="781" r:id="rId528"/>
    <p:sldId id="782" r:id="rId529"/>
    <p:sldId id="783" r:id="rId530"/>
    <p:sldId id="784" r:id="rId531"/>
    <p:sldId id="785" r:id="rId532"/>
    <p:sldId id="786" r:id="rId533"/>
    <p:sldId id="787" r:id="rId534"/>
    <p:sldId id="788" r:id="rId535"/>
    <p:sldId id="789" r:id="rId536"/>
    <p:sldId id="790" r:id="rId537"/>
    <p:sldId id="791" r:id="rId538"/>
    <p:sldId id="792" r:id="rId539"/>
    <p:sldId id="793" r:id="rId540"/>
    <p:sldId id="794" r:id="rId541"/>
    <p:sldId id="795" r:id="rId542"/>
    <p:sldId id="796" r:id="rId543"/>
    <p:sldId id="797" r:id="rId544"/>
    <p:sldId id="798" r:id="rId545"/>
    <p:sldId id="799" r:id="rId546"/>
    <p:sldId id="800" r:id="rId547"/>
    <p:sldId id="801" r:id="rId548"/>
    <p:sldId id="802" r:id="rId549"/>
    <p:sldId id="803" r:id="rId550"/>
    <p:sldId id="804" r:id="rId551"/>
    <p:sldId id="805" r:id="rId552"/>
    <p:sldId id="806" r:id="rId553"/>
    <p:sldId id="807" r:id="rId554"/>
    <p:sldId id="808" r:id="rId555"/>
    <p:sldId id="809" r:id="rId556"/>
    <p:sldId id="810" r:id="rId557"/>
    <p:sldId id="811" r:id="rId558"/>
    <p:sldId id="812" r:id="rId559"/>
    <p:sldId id="813" r:id="rId560"/>
    <p:sldId id="814" r:id="rId561"/>
    <p:sldId id="815" r:id="rId562"/>
    <p:sldId id="816" r:id="rId563"/>
    <p:sldId id="817" r:id="rId564"/>
    <p:sldId id="818" r:id="rId565"/>
    <p:sldId id="819" r:id="rId566"/>
    <p:sldId id="820" r:id="rId567"/>
    <p:sldId id="821" r:id="rId568"/>
    <p:sldId id="822" r:id="rId569"/>
    <p:sldId id="823" r:id="rId570"/>
    <p:sldId id="824" r:id="rId571"/>
    <p:sldId id="825" r:id="rId572"/>
    <p:sldId id="826" r:id="rId573"/>
    <p:sldId id="827" r:id="rId574"/>
    <p:sldId id="828" r:id="rId575"/>
    <p:sldId id="829" r:id="rId576"/>
    <p:sldId id="830" r:id="rId577"/>
    <p:sldId id="831" r:id="rId578"/>
    <p:sldId id="832" r:id="rId579"/>
    <p:sldId id="833" r:id="rId580"/>
    <p:sldId id="834" r:id="rId581"/>
    <p:sldId id="835" r:id="rId582"/>
    <p:sldId id="836" r:id="rId583"/>
    <p:sldId id="837" r:id="rId584"/>
    <p:sldId id="838" r:id="rId585"/>
    <p:sldId id="839" r:id="rId586"/>
    <p:sldId id="840" r:id="rId587"/>
    <p:sldId id="841" r:id="rId588"/>
    <p:sldId id="842" r:id="rId589"/>
    <p:sldId id="843" r:id="rId590"/>
    <p:sldId id="844" r:id="rId591"/>
    <p:sldId id="845" r:id="rId592"/>
    <p:sldId id="846" r:id="rId593"/>
    <p:sldId id="847" r:id="rId594"/>
    <p:sldId id="848" r:id="rId595"/>
    <p:sldId id="849" r:id="rId596"/>
    <p:sldId id="850" r:id="rId597"/>
    <p:sldId id="851" r:id="rId598"/>
    <p:sldId id="852" r:id="rId599"/>
    <p:sldId id="853" r:id="rId600"/>
    <p:sldId id="854" r:id="rId601"/>
    <p:sldId id="855" r:id="rId602"/>
    <p:sldId id="856" r:id="rId603"/>
    <p:sldId id="857" r:id="rId604"/>
    <p:sldId id="858" r:id="rId605"/>
    <p:sldId id="859" r:id="rId606"/>
    <p:sldId id="860" r:id="rId607"/>
    <p:sldId id="861" r:id="rId608"/>
    <p:sldId id="862" r:id="rId609"/>
    <p:sldId id="863" r:id="rId610"/>
    <p:sldId id="864" r:id="rId611"/>
    <p:sldId id="865" r:id="rId612"/>
    <p:sldId id="866" r:id="rId613"/>
    <p:sldId id="867" r:id="rId614"/>
    <p:sldId id="868" r:id="rId615"/>
    <p:sldId id="869" r:id="rId616"/>
    <p:sldId id="870" r:id="rId617"/>
    <p:sldId id="871" r:id="rId618"/>
    <p:sldId id="872" r:id="rId619"/>
    <p:sldId id="873" r:id="rId620"/>
    <p:sldId id="874" r:id="rId621"/>
    <p:sldId id="875" r:id="rId622"/>
    <p:sldId id="876" r:id="rId623"/>
    <p:sldId id="877" r:id="rId624"/>
    <p:sldId id="878" r:id="rId625"/>
    <p:sldId id="879" r:id="rId626"/>
    <p:sldId id="880" r:id="rId627"/>
    <p:sldId id="881" r:id="rId628"/>
    <p:sldId id="882" r:id="rId629"/>
    <p:sldId id="883" r:id="rId630"/>
    <p:sldId id="884" r:id="rId631"/>
    <p:sldId id="885" r:id="rId632"/>
    <p:sldId id="886" r:id="rId633"/>
    <p:sldId id="887" r:id="rId634"/>
    <p:sldId id="888" r:id="rId635"/>
    <p:sldId id="889" r:id="rId636"/>
    <p:sldId id="890" r:id="rId637"/>
    <p:sldId id="891" r:id="rId638"/>
    <p:sldId id="892" r:id="rId639"/>
    <p:sldId id="893" r:id="rId640"/>
    <p:sldId id="894" r:id="rId641"/>
    <p:sldId id="895" r:id="rId642"/>
    <p:sldId id="896" r:id="rId643"/>
    <p:sldId id="897" r:id="rId644"/>
    <p:sldId id="898" r:id="rId645"/>
    <p:sldId id="899" r:id="rId646"/>
    <p:sldId id="900" r:id="rId647"/>
    <p:sldId id="901" r:id="rId648"/>
    <p:sldId id="902" r:id="rId649"/>
    <p:sldId id="903" r:id="rId650"/>
    <p:sldId id="904" r:id="rId651"/>
    <p:sldId id="905" r:id="rId652"/>
    <p:sldId id="906" r:id="rId653"/>
    <p:sldId id="907" r:id="rId654"/>
    <p:sldId id="908" r:id="rId655"/>
    <p:sldId id="909" r:id="rId656"/>
    <p:sldId id="910" r:id="rId657"/>
    <p:sldId id="911" r:id="rId658"/>
    <p:sldId id="912" r:id="rId659"/>
    <p:sldId id="913" r:id="rId660"/>
    <p:sldId id="914" r:id="rId661"/>
    <p:sldId id="915" r:id="rId662"/>
    <p:sldId id="916" r:id="rId663"/>
    <p:sldId id="917" r:id="rId664"/>
    <p:sldId id="918" r:id="rId665"/>
    <p:sldId id="919" r:id="rId666"/>
    <p:sldId id="920" r:id="rId667"/>
    <p:sldId id="921" r:id="rId668"/>
    <p:sldId id="922" r:id="rId669"/>
    <p:sldId id="923" r:id="rId670"/>
    <p:sldId id="924" r:id="rId671"/>
    <p:sldId id="925" r:id="rId672"/>
    <p:sldId id="926" r:id="rId673"/>
    <p:sldId id="927" r:id="rId674"/>
    <p:sldId id="928" r:id="rId675"/>
    <p:sldId id="929" r:id="rId676"/>
    <p:sldId id="930" r:id="rId677"/>
    <p:sldId id="931" r:id="rId678"/>
    <p:sldId id="932" r:id="rId679"/>
    <p:sldId id="933" r:id="rId680"/>
    <p:sldId id="934" r:id="rId681"/>
    <p:sldId id="935" r:id="rId682"/>
    <p:sldId id="936" r:id="rId683"/>
    <p:sldId id="937" r:id="rId684"/>
    <p:sldId id="938" r:id="rId685"/>
    <p:sldId id="939" r:id="rId686"/>
    <p:sldId id="940" r:id="rId687"/>
    <p:sldId id="941" r:id="rId688"/>
    <p:sldId id="942" r:id="rId689"/>
    <p:sldId id="943" r:id="rId690"/>
    <p:sldId id="944" r:id="rId691"/>
    <p:sldId id="945" r:id="rId692"/>
    <p:sldId id="946" r:id="rId693"/>
    <p:sldId id="947" r:id="rId694"/>
    <p:sldId id="948" r:id="rId695"/>
    <p:sldId id="949" r:id="rId696"/>
    <p:sldId id="950" r:id="rId697"/>
    <p:sldId id="951" r:id="rId698"/>
    <p:sldId id="952" r:id="rId699"/>
    <p:sldId id="953" r:id="rId700"/>
    <p:sldId id="954" r:id="rId701"/>
    <p:sldId id="955" r:id="rId702"/>
    <p:sldId id="956" r:id="rId703"/>
    <p:sldId id="957" r:id="rId704"/>
    <p:sldId id="958" r:id="rId705"/>
    <p:sldId id="959" r:id="rId706"/>
    <p:sldId id="960" r:id="rId707"/>
    <p:sldId id="961" r:id="rId708"/>
    <p:sldId id="962" r:id="rId709"/>
    <p:sldId id="963" r:id="rId710"/>
    <p:sldId id="964" r:id="rId711"/>
    <p:sldId id="965" r:id="rId712"/>
    <p:sldId id="966" r:id="rId713"/>
    <p:sldId id="967" r:id="rId714"/>
    <p:sldId id="968" r:id="rId715"/>
    <p:sldId id="969" r:id="rId716"/>
    <p:sldId id="970" r:id="rId717"/>
    <p:sldId id="971" r:id="rId718"/>
    <p:sldId id="972" r:id="rId719"/>
    <p:sldId id="973" r:id="rId720"/>
    <p:sldId id="974" r:id="rId721"/>
    <p:sldId id="975" r:id="rId722"/>
    <p:sldId id="976" r:id="rId723"/>
    <p:sldId id="977" r:id="rId724"/>
    <p:sldId id="978" r:id="rId725"/>
    <p:sldId id="979" r:id="rId726"/>
    <p:sldId id="980" r:id="rId727"/>
    <p:sldId id="981" r:id="rId728"/>
    <p:sldId id="982" r:id="rId729"/>
    <p:sldId id="983" r:id="rId730"/>
    <p:sldId id="984" r:id="rId731"/>
    <p:sldId id="985" r:id="rId732"/>
    <p:sldId id="986" r:id="rId733"/>
    <p:sldId id="987" r:id="rId734"/>
    <p:sldId id="988" r:id="rId735"/>
    <p:sldId id="989" r:id="rId736"/>
    <p:sldId id="990" r:id="rId737"/>
    <p:sldId id="991" r:id="rId738"/>
    <p:sldId id="992" r:id="rId739"/>
    <p:sldId id="993" r:id="rId740"/>
    <p:sldId id="994" r:id="rId741"/>
    <p:sldId id="995" r:id="rId742"/>
    <p:sldId id="996" r:id="rId743"/>
    <p:sldId id="997" r:id="rId744"/>
    <p:sldId id="998" r:id="rId745"/>
    <p:sldId id="999" r:id="rId746"/>
    <p:sldId id="1000" r:id="rId747"/>
    <p:sldId id="1001" r:id="rId748"/>
    <p:sldId id="1002" r:id="rId749"/>
    <p:sldId id="1003" r:id="rId750"/>
    <p:sldId id="1004" r:id="rId751"/>
    <p:sldId id="1005" r:id="rId752"/>
    <p:sldId id="1006" r:id="rId753"/>
    <p:sldId id="1007" r:id="rId754"/>
    <p:sldId id="1008" r:id="rId755"/>
    <p:sldId id="1009" r:id="rId756"/>
    <p:sldId id="1010" r:id="rId757"/>
    <p:sldId id="1011" r:id="rId758"/>
    <p:sldId id="1012" r:id="rId759"/>
    <p:sldId id="1013" r:id="rId760"/>
    <p:sldId id="1014" r:id="rId761"/>
    <p:sldId id="1015" r:id="rId762"/>
    <p:sldId id="1016" r:id="rId763"/>
    <p:sldId id="1017" r:id="rId764"/>
    <p:sldId id="1018" r:id="rId765"/>
    <p:sldId id="1019" r:id="rId766"/>
    <p:sldId id="1020" r:id="rId767"/>
    <p:sldId id="1021" r:id="rId768"/>
    <p:sldId id="1022" r:id="rId769"/>
    <p:sldId id="1023" r:id="rId770"/>
    <p:sldId id="1024" r:id="rId771"/>
    <p:sldId id="1025" r:id="rId772"/>
    <p:sldId id="1026" r:id="rId773"/>
    <p:sldId id="1027" r:id="rId774"/>
    <p:sldId id="1028" r:id="rId775"/>
    <p:sldId id="1029" r:id="rId776"/>
    <p:sldId id="1030" r:id="rId777"/>
    <p:sldId id="1031" r:id="rId778"/>
    <p:sldId id="1032" r:id="rId779"/>
    <p:sldId id="1033" r:id="rId780"/>
    <p:sldId id="1034" r:id="rId781"/>
    <p:sldId id="1035" r:id="rId782"/>
    <p:sldId id="1036" r:id="rId783"/>
    <p:sldId id="1037" r:id="rId784"/>
    <p:sldId id="1038" r:id="rId785"/>
    <p:sldId id="1039" r:id="rId786"/>
    <p:sldId id="1040" r:id="rId787"/>
    <p:sldId id="1041" r:id="rId788"/>
    <p:sldId id="1042" r:id="rId789"/>
    <p:sldId id="1043" r:id="rId790"/>
    <p:sldId id="1044" r:id="rId791"/>
    <p:sldId id="1045" r:id="rId792"/>
    <p:sldId id="1046" r:id="rId793"/>
    <p:sldId id="1047" r:id="rId794"/>
    <p:sldId id="1048" r:id="rId795"/>
    <p:sldId id="1049" r:id="rId796"/>
    <p:sldId id="1050" r:id="rId797"/>
    <p:sldId id="1051" r:id="rId798"/>
    <p:sldId id="1052" r:id="rId799"/>
    <p:sldId id="1053" r:id="rId800"/>
    <p:sldId id="1054" r:id="rId801"/>
    <p:sldId id="1055" r:id="rId802"/>
    <p:sldId id="1056" r:id="rId803"/>
    <p:sldId id="1057" r:id="rId804"/>
    <p:sldId id="1058" r:id="rId805"/>
    <p:sldId id="1059" r:id="rId806"/>
    <p:sldId id="1060" r:id="rId807"/>
    <p:sldId id="1061" r:id="rId808"/>
    <p:sldId id="1062" r:id="rId809"/>
    <p:sldId id="1063" r:id="rId810"/>
    <p:sldId id="1064" r:id="rId811"/>
    <p:sldId id="1065" r:id="rId812"/>
    <p:sldId id="1066" r:id="rId813"/>
    <p:sldId id="1067" r:id="rId814"/>
    <p:sldId id="1068" r:id="rId815"/>
    <p:sldId id="1069" r:id="rId816"/>
    <p:sldId id="1070" r:id="rId817"/>
    <p:sldId id="1071" r:id="rId818"/>
    <p:sldId id="1072" r:id="rId819"/>
    <p:sldId id="1073" r:id="rId820"/>
    <p:sldId id="1074" r:id="rId821"/>
    <p:sldId id="1075" r:id="rId822"/>
    <p:sldId id="1076" r:id="rId823"/>
    <p:sldId id="1077" r:id="rId824"/>
    <p:sldId id="1078" r:id="rId825"/>
    <p:sldId id="1079" r:id="rId826"/>
    <p:sldId id="1080" r:id="rId827"/>
    <p:sldId id="1081" r:id="rId828"/>
    <p:sldId id="1082" r:id="rId829"/>
    <p:sldId id="1083" r:id="rId830"/>
    <p:sldId id="1084" r:id="rId831"/>
    <p:sldId id="1085" r:id="rId832"/>
    <p:sldId id="1086" r:id="rId833"/>
    <p:sldId id="1087" r:id="rId834"/>
    <p:sldId id="1088" r:id="rId835"/>
    <p:sldId id="1089" r:id="rId836"/>
    <p:sldId id="1090" r:id="rId837"/>
    <p:sldId id="1091" r:id="rId838"/>
    <p:sldId id="1092" r:id="rId839"/>
    <p:sldId id="1093" r:id="rId840"/>
    <p:sldId id="1094" r:id="rId841"/>
    <p:sldId id="1095" r:id="rId842"/>
    <p:sldId id="1096" r:id="rId843"/>
    <p:sldId id="1097" r:id="rId844"/>
    <p:sldId id="1098" r:id="rId845"/>
    <p:sldId id="1099" r:id="rId846"/>
    <p:sldId id="1100" r:id="rId847"/>
    <p:sldId id="1101" r:id="rId848"/>
    <p:sldId id="1102" r:id="rId849"/>
    <p:sldId id="1103" r:id="rId850"/>
    <p:sldId id="1104" r:id="rId851"/>
    <p:sldId id="1105" r:id="rId852"/>
    <p:sldId id="1106" r:id="rId853"/>
    <p:sldId id="1107" r:id="rId854"/>
    <p:sldId id="1108" r:id="rId855"/>
    <p:sldId id="1109" r:id="rId856"/>
    <p:sldId id="1110" r:id="rId857"/>
    <p:sldId id="1111" r:id="rId858"/>
    <p:sldId id="1112" r:id="rId859"/>
    <p:sldId id="1113" r:id="rId860"/>
    <p:sldId id="1114" r:id="rId861"/>
    <p:sldId id="1115" r:id="rId862"/>
    <p:sldId id="1116" r:id="rId863"/>
    <p:sldId id="1117" r:id="rId864"/>
    <p:sldId id="1118" r:id="rId865"/>
    <p:sldId id="1119" r:id="rId866"/>
    <p:sldId id="1120" r:id="rId867"/>
    <p:sldId id="1121" r:id="rId868"/>
    <p:sldId id="1122" r:id="rId869"/>
    <p:sldId id="1123" r:id="rId870"/>
    <p:sldId id="1124" r:id="rId871"/>
    <p:sldId id="1125" r:id="rId872"/>
    <p:sldId id="1126" r:id="rId873"/>
    <p:sldId id="1127" r:id="rId874"/>
    <p:sldId id="1128" r:id="rId875"/>
    <p:sldId id="1129" r:id="rId876"/>
    <p:sldId id="1130" r:id="rId877"/>
    <p:sldId id="1131" r:id="rId878"/>
    <p:sldId id="1132" r:id="rId879"/>
    <p:sldId id="1133" r:id="rId880"/>
    <p:sldId id="1134" r:id="rId881"/>
    <p:sldId id="1135" r:id="rId882"/>
    <p:sldId id="1136" r:id="rId883"/>
    <p:sldId id="1137" r:id="rId884"/>
    <p:sldId id="1138" r:id="rId885"/>
    <p:sldId id="1139" r:id="rId886"/>
    <p:sldId id="1140" r:id="rId887"/>
    <p:sldId id="1141" r:id="rId888"/>
    <p:sldId id="1142" r:id="rId889"/>
    <p:sldId id="1143" r:id="rId890"/>
    <p:sldId id="1144" r:id="rId891"/>
    <p:sldId id="1145" r:id="rId892"/>
    <p:sldId id="1146" r:id="rId893"/>
    <p:sldId id="1147" r:id="rId894"/>
    <p:sldId id="1148" r:id="rId895"/>
    <p:sldId id="1149" r:id="rId896"/>
    <p:sldId id="1150" r:id="rId897"/>
    <p:sldId id="1151" r:id="rId898"/>
    <p:sldId id="1152" r:id="rId899"/>
    <p:sldId id="1153" r:id="rId900"/>
    <p:sldId id="1154" r:id="rId901"/>
    <p:sldId id="1155" r:id="rId902"/>
    <p:sldId id="1156" r:id="rId903"/>
    <p:sldId id="1157" r:id="rId904"/>
    <p:sldId id="1158" r:id="rId905"/>
    <p:sldId id="1159" r:id="rId906"/>
    <p:sldId id="1160" r:id="rId907"/>
    <p:sldId id="1161" r:id="rId908"/>
    <p:sldId id="1162" r:id="rId909"/>
    <p:sldId id="1163" r:id="rId910"/>
    <p:sldId id="1164" r:id="rId911"/>
    <p:sldId id="1165" r:id="rId912"/>
    <p:sldId id="1166" r:id="rId913"/>
    <p:sldId id="1167" r:id="rId914"/>
    <p:sldId id="1168" r:id="rId915"/>
    <p:sldId id="1169" r:id="rId916"/>
    <p:sldId id="1170" r:id="rId917"/>
    <p:sldId id="1171" r:id="rId918"/>
    <p:sldId id="1172" r:id="rId919"/>
    <p:sldId id="1173" r:id="rId920"/>
    <p:sldId id="1174" r:id="rId921"/>
    <p:sldId id="1175" r:id="rId922"/>
    <p:sldId id="1176" r:id="rId923"/>
    <p:sldId id="1177" r:id="rId924"/>
    <p:sldId id="1178" r:id="rId925"/>
    <p:sldId id="1179" r:id="rId926"/>
    <p:sldId id="1180" r:id="rId927"/>
    <p:sldId id="1181" r:id="rId928"/>
    <p:sldId id="1182" r:id="rId929"/>
    <p:sldId id="1183" r:id="rId930"/>
    <p:sldId id="1184" r:id="rId931"/>
    <p:sldId id="1185" r:id="rId932"/>
    <p:sldId id="1186" r:id="rId933"/>
    <p:sldId id="1187" r:id="rId934"/>
    <p:sldId id="1188" r:id="rId935"/>
    <p:sldId id="1189" r:id="rId936"/>
    <p:sldId id="1190" r:id="rId937"/>
    <p:sldId id="1191" r:id="rId938"/>
    <p:sldId id="1192" r:id="rId939"/>
    <p:sldId id="1193" r:id="rId940"/>
    <p:sldId id="1194" r:id="rId941"/>
    <p:sldId id="1195" r:id="rId942"/>
    <p:sldId id="1196" r:id="rId943"/>
    <p:sldId id="1197" r:id="rId944"/>
    <p:sldId id="1198" r:id="rId945"/>
    <p:sldId id="1199" r:id="rId946"/>
    <p:sldId id="1200" r:id="rId947"/>
    <p:sldId id="1201" r:id="rId948"/>
    <p:sldId id="1202" r:id="rId949"/>
    <p:sldId id="1203" r:id="rId950"/>
    <p:sldId id="1204" r:id="rId951"/>
    <p:sldId id="1205" r:id="rId952"/>
    <p:sldId id="1206" r:id="rId953"/>
    <p:sldId id="1207" r:id="rId954"/>
    <p:sldId id="1208" r:id="rId955"/>
    <p:sldId id="1209" r:id="rId956"/>
    <p:sldId id="1210" r:id="rId957"/>
    <p:sldId id="1211" r:id="rId958"/>
    <p:sldId id="1212" r:id="rId959"/>
    <p:sldId id="1213" r:id="rId960"/>
    <p:sldId id="1214" r:id="rId961"/>
    <p:sldId id="1215" r:id="rId962"/>
    <p:sldId id="1216" r:id="rId963"/>
    <p:sldId id="1217" r:id="rId964"/>
    <p:sldId id="1218" r:id="rId965"/>
    <p:sldId id="1219" r:id="rId966"/>
    <p:sldId id="1220" r:id="rId967"/>
    <p:sldId id="1221" r:id="rId968"/>
    <p:sldId id="1222" r:id="rId969"/>
    <p:sldId id="1223" r:id="rId970"/>
    <p:sldId id="1224" r:id="rId971"/>
    <p:sldId id="1225" r:id="rId972"/>
    <p:sldId id="1226" r:id="rId973"/>
    <p:sldId id="1227" r:id="rId974"/>
    <p:sldId id="1228" r:id="rId975"/>
    <p:sldId id="1229" r:id="rId976"/>
    <p:sldId id="1230" r:id="rId977"/>
    <p:sldId id="1231" r:id="rId978"/>
    <p:sldId id="1232" r:id="rId979"/>
    <p:sldId id="1233" r:id="rId980"/>
    <p:sldId id="1234" r:id="rId981"/>
    <p:sldId id="1235" r:id="rId982"/>
    <p:sldId id="1236" r:id="rId983"/>
    <p:sldId id="1237" r:id="rId984"/>
    <p:sldId id="1238" r:id="rId985"/>
    <p:sldId id="1239" r:id="rId986"/>
    <p:sldId id="1240" r:id="rId987"/>
    <p:sldId id="1241" r:id="rId988"/>
    <p:sldId id="1242" r:id="rId989"/>
    <p:sldId id="1243" r:id="rId990"/>
    <p:sldId id="1244" r:id="rId991"/>
    <p:sldId id="1245" r:id="rId992"/>
    <p:sldId id="1246" r:id="rId993"/>
    <p:sldId id="1247" r:id="rId994"/>
    <p:sldId id="1248" r:id="rId995"/>
    <p:sldId id="1249" r:id="rId996"/>
    <p:sldId id="1250" r:id="rId997"/>
    <p:sldId id="1251" r:id="rId998"/>
    <p:sldId id="1252" r:id="rId999"/>
    <p:sldId id="1253" r:id="rId1000"/>
    <p:sldId id="1254" r:id="rId1001"/>
    <p:sldId id="1255" r:id="rId1002"/>
    <p:sldId id="1256" r:id="rId1003"/>
    <p:sldId id="1257" r:id="rId1004"/>
    <p:sldId id="1258" r:id="rId1005"/>
    <p:sldId id="1259" r:id="rId1006"/>
    <p:sldId id="1260" r:id="rId1007"/>
    <p:sldId id="1261" r:id="rId1008"/>
    <p:sldId id="1262" r:id="rId1009"/>
    <p:sldId id="1263" r:id="rId1010"/>
    <p:sldId id="1264" r:id="rId1011"/>
    <p:sldId id="1265" r:id="rId1012"/>
    <p:sldId id="1266" r:id="rId1013"/>
    <p:sldId id="1267" r:id="rId1014"/>
    <p:sldId id="1268" r:id="rId1015"/>
    <p:sldId id="1269" r:id="rId1016"/>
    <p:sldId id="1270" r:id="rId1017"/>
    <p:sldId id="1271" r:id="rId1018"/>
    <p:sldId id="1272" r:id="rId1019"/>
    <p:sldId id="1273" r:id="rId1020"/>
    <p:sldId id="1274" r:id="rId1021"/>
    <p:sldId id="1275" r:id="rId1022"/>
    <p:sldId id="1276" r:id="rId1023"/>
    <p:sldId id="1277" r:id="rId1024"/>
    <p:sldId id="1278" r:id="rId1025"/>
    <p:sldId id="1279" r:id="rId1026"/>
    <p:sldId id="1280" r:id="rId1027"/>
    <p:sldId id="1281" r:id="rId1028"/>
    <p:sldId id="1282" r:id="rId1029"/>
    <p:sldId id="1283" r:id="rId1030"/>
    <p:sldId id="1284" r:id="rId1031"/>
    <p:sldId id="1285" r:id="rId1032"/>
    <p:sldId id="1286" r:id="rId1033"/>
    <p:sldId id="1287" r:id="rId1034"/>
    <p:sldId id="1288" r:id="rId1035"/>
    <p:sldId id="1289" r:id="rId1036"/>
    <p:sldId id="1290" r:id="rId1037"/>
    <p:sldId id="1291" r:id="rId1038"/>
    <p:sldId id="1292" r:id="rId1039"/>
    <p:sldId id="1293" r:id="rId1040"/>
    <p:sldId id="1294" r:id="rId1041"/>
    <p:sldId id="1295" r:id="rId1042"/>
    <p:sldId id="1296" r:id="rId1043"/>
    <p:sldId id="1297" r:id="rId1044"/>
    <p:sldId id="1298" r:id="rId1045"/>
    <p:sldId id="1299" r:id="rId1046"/>
    <p:sldId id="1300" r:id="rId1047"/>
    <p:sldId id="1301" r:id="rId1048"/>
    <p:sldId id="1302" r:id="rId1049"/>
    <p:sldId id="1303" r:id="rId1050"/>
    <p:sldId id="1304" r:id="rId1051"/>
    <p:sldId id="1305" r:id="rId1052"/>
    <p:sldId id="1306" r:id="rId1053"/>
    <p:sldId id="1307" r:id="rId1054"/>
    <p:sldId id="1308" r:id="rId1055"/>
    <p:sldId id="1309" r:id="rId1056"/>
    <p:sldId id="1310" r:id="rId1057"/>
    <p:sldId id="1311" r:id="rId1058"/>
    <p:sldId id="1312" r:id="rId1059"/>
    <p:sldId id="1313" r:id="rId1060"/>
    <p:sldId id="1314" r:id="rId1061"/>
    <p:sldId id="1315" r:id="rId1062"/>
    <p:sldId id="1316" r:id="rId1063"/>
    <p:sldId id="1317" r:id="rId1064"/>
    <p:sldId id="1318" r:id="rId1065"/>
    <p:sldId id="1319" r:id="rId1066"/>
    <p:sldId id="1320" r:id="rId1067"/>
    <p:sldId id="1321" r:id="rId1068"/>
    <p:sldId id="1322" r:id="rId1069"/>
    <p:sldId id="1323" r:id="rId1070"/>
    <p:sldId id="1324" r:id="rId1071"/>
    <p:sldId id="1325" r:id="rId1072"/>
    <p:sldId id="1326" r:id="rId1073"/>
    <p:sldId id="1327" r:id="rId1074"/>
    <p:sldId id="1328" r:id="rId1075"/>
    <p:sldId id="1329" r:id="rId1076"/>
    <p:sldId id="1330" r:id="rId1077"/>
    <p:sldId id="1331" r:id="rId1078"/>
    <p:sldId id="1332" r:id="rId1079"/>
    <p:sldId id="1333" r:id="rId1080"/>
    <p:sldId id="1334" r:id="rId1081"/>
    <p:sldId id="1335" r:id="rId1082"/>
    <p:sldId id="1336" r:id="rId1083"/>
    <p:sldId id="1337" r:id="rId1084"/>
    <p:sldId id="1338" r:id="rId1085"/>
    <p:sldId id="1339" r:id="rId1086"/>
    <p:sldId id="1340" r:id="rId1087"/>
    <p:sldId id="1341" r:id="rId1088"/>
    <p:sldId id="1342" r:id="rId1089"/>
    <p:sldId id="1343" r:id="rId1090"/>
    <p:sldId id="1344" r:id="rId1091"/>
    <p:sldId id="1345" r:id="rId1092"/>
    <p:sldId id="1346" r:id="rId1093"/>
    <p:sldId id="1347" r:id="rId1094"/>
    <p:sldId id="1348" r:id="rId1095"/>
    <p:sldId id="1349" r:id="rId1096"/>
    <p:sldId id="1350" r:id="rId1097"/>
    <p:sldId id="1351" r:id="rId1098"/>
    <p:sldId id="1352" r:id="rId1099"/>
    <p:sldId id="1353" r:id="rId1100"/>
    <p:sldId id="1354" r:id="rId1101"/>
    <p:sldId id="1355" r:id="rId1102"/>
    <p:sldId id="1356" r:id="rId1103"/>
    <p:sldId id="1357" r:id="rId1104"/>
    <p:sldId id="1358" r:id="rId1105"/>
    <p:sldId id="1359" r:id="rId1106"/>
    <p:sldId id="1360" r:id="rId1107"/>
    <p:sldId id="1361" r:id="rId1108"/>
    <p:sldId id="1362" r:id="rId1109"/>
    <p:sldId id="1363" r:id="rId1110"/>
    <p:sldId id="1364" r:id="rId1111"/>
    <p:sldId id="1365" r:id="rId1112"/>
    <p:sldId id="1366" r:id="rId1113"/>
    <p:sldId id="1367" r:id="rId1114"/>
    <p:sldId id="1368" r:id="rId1115"/>
    <p:sldId id="1369" r:id="rId1116"/>
    <p:sldId id="1370" r:id="rId1117"/>
    <p:sldId id="1371" r:id="rId1118"/>
    <p:sldId id="1372" r:id="rId1119"/>
    <p:sldId id="1373" r:id="rId1120"/>
    <p:sldId id="1374" r:id="rId1121"/>
    <p:sldId id="1375" r:id="rId1122"/>
    <p:sldId id="1376" r:id="rId1123"/>
    <p:sldId id="1377" r:id="rId1124"/>
    <p:sldId id="1378" r:id="rId1125"/>
    <p:sldId id="1379" r:id="rId1126"/>
    <p:sldId id="1380" r:id="rId1127"/>
    <p:sldId id="1381" r:id="rId1128"/>
    <p:sldId id="1382" r:id="rId1129"/>
    <p:sldId id="1383" r:id="rId1130"/>
    <p:sldId id="1384" r:id="rId1131"/>
    <p:sldId id="1385" r:id="rId1132"/>
    <p:sldId id="1386" r:id="rId1133"/>
    <p:sldId id="1387" r:id="rId1134"/>
    <p:sldId id="1388" r:id="rId1135"/>
    <p:sldId id="1389" r:id="rId1136"/>
    <p:sldId id="1390" r:id="rId1137"/>
    <p:sldId id="1391" r:id="rId1138"/>
    <p:sldId id="1392" r:id="rId1139"/>
    <p:sldId id="1393" r:id="rId1140"/>
    <p:sldId id="1394" r:id="rId1141"/>
    <p:sldId id="1395" r:id="rId1142"/>
    <p:sldId id="1396" r:id="rId1143"/>
    <p:sldId id="1397" r:id="rId1144"/>
    <p:sldId id="1398" r:id="rId1145"/>
    <p:sldId id="1399" r:id="rId1146"/>
    <p:sldId id="1400" r:id="rId1147"/>
    <p:sldId id="1401" r:id="rId1148"/>
    <p:sldId id="1402" r:id="rId1149"/>
    <p:sldId id="1403" r:id="rId1150"/>
    <p:sldId id="1404" r:id="rId1151"/>
    <p:sldId id="1405" r:id="rId1152"/>
    <p:sldId id="1406" r:id="rId1153"/>
    <p:sldId id="1407" r:id="rId1154"/>
    <p:sldId id="1408" r:id="rId1155"/>
    <p:sldId id="1409" r:id="rId1156"/>
    <p:sldId id="1410" r:id="rId1157"/>
    <p:sldId id="1411" r:id="rId1158"/>
    <p:sldId id="1412" r:id="rId1159"/>
    <p:sldId id="1413" r:id="rId1160"/>
    <p:sldId id="1414" r:id="rId1161"/>
    <p:sldId id="1415" r:id="rId1162"/>
    <p:sldId id="1416" r:id="rId1163"/>
    <p:sldId id="1417" r:id="rId1164"/>
    <p:sldId id="1418" r:id="rId1165"/>
    <p:sldId id="1419" r:id="rId1166"/>
    <p:sldId id="1420" r:id="rId1167"/>
    <p:sldId id="1421" r:id="rId1168"/>
    <p:sldId id="1422" r:id="rId1169"/>
    <p:sldId id="1423" r:id="rId1170"/>
    <p:sldId id="1424" r:id="rId1171"/>
    <p:sldId id="1425" r:id="rId1172"/>
    <p:sldId id="1426" r:id="rId1173"/>
    <p:sldId id="1427" r:id="rId1174"/>
    <p:sldId id="1428" r:id="rId1175"/>
    <p:sldId id="1429" r:id="rId1176"/>
    <p:sldId id="1430" r:id="rId1177"/>
    <p:sldId id="1431" r:id="rId1178"/>
    <p:sldId id="1432" r:id="rId1179"/>
    <p:sldId id="1433" r:id="rId1180"/>
    <p:sldId id="1434" r:id="rId1181"/>
    <p:sldId id="1435" r:id="rId1182"/>
    <p:sldId id="1436" r:id="rId1183"/>
    <p:sldId id="1437" r:id="rId1184"/>
    <p:sldId id="1438" r:id="rId1185"/>
    <p:sldId id="1439" r:id="rId1186"/>
    <p:sldId id="1440" r:id="rId1187"/>
    <p:sldId id="1441" r:id="rId1188"/>
    <p:sldId id="1442" r:id="rId1189"/>
    <p:sldId id="1443" r:id="rId1190"/>
    <p:sldId id="1444" r:id="rId1191"/>
    <p:sldId id="1445" r:id="rId1192"/>
    <p:sldId id="1446" r:id="rId1193"/>
    <p:sldId id="1447" r:id="rId1194"/>
    <p:sldId id="1448" r:id="rId1195"/>
    <p:sldId id="1449" r:id="rId1196"/>
    <p:sldId id="1450" r:id="rId1197"/>
    <p:sldId id="1451" r:id="rId1198"/>
    <p:sldId id="1452" r:id="rId1199"/>
    <p:sldId id="1453" r:id="rId1200"/>
    <p:sldId id="1454" r:id="rId1201"/>
    <p:sldId id="1455" r:id="rId1202"/>
    <p:sldId id="1456" r:id="rId1203"/>
    <p:sldId id="1457" r:id="rId1204"/>
    <p:sldId id="1458" r:id="rId1205"/>
    <p:sldId id="1459" r:id="rId1206"/>
    <p:sldId id="1460" r:id="rId1207"/>
    <p:sldId id="1461" r:id="rId1208"/>
    <p:sldId id="1462" r:id="rId1209"/>
    <p:sldId id="1463" r:id="rId1210"/>
    <p:sldId id="1464" r:id="rId1211"/>
    <p:sldId id="1465" r:id="rId1212"/>
    <p:sldId id="1466" r:id="rId1213"/>
    <p:sldId id="1467" r:id="rId1214"/>
    <p:sldId id="1468" r:id="rId1215"/>
    <p:sldId id="1469" r:id="rId1216"/>
    <p:sldId id="1470" r:id="rId1217"/>
    <p:sldId id="1471" r:id="rId1218"/>
    <p:sldId id="1472" r:id="rId1219"/>
    <p:sldId id="1473" r:id="rId1220"/>
    <p:sldId id="1474" r:id="rId1221"/>
    <p:sldId id="1475" r:id="rId1222"/>
    <p:sldId id="1476" r:id="rId1223"/>
    <p:sldId id="1477" r:id="rId1224"/>
    <p:sldId id="1478" r:id="rId1225"/>
    <p:sldId id="1479" r:id="rId1226"/>
    <p:sldId id="1480" r:id="rId1227"/>
    <p:sldId id="1481" r:id="rId1228"/>
    <p:sldId id="1482" r:id="rId1229"/>
    <p:sldId id="1483" r:id="rId1230"/>
    <p:sldId id="1484" r:id="rId1231"/>
    <p:sldId id="1485" r:id="rId1232"/>
    <p:sldId id="1486" r:id="rId1233"/>
    <p:sldId id="1487" r:id="rId1234"/>
    <p:sldId id="1488" r:id="rId1235"/>
    <p:sldId id="1489" r:id="rId1236"/>
    <p:sldId id="1490" r:id="rId1237"/>
    <p:sldId id="1491" r:id="rId1238"/>
    <p:sldId id="1492" r:id="rId1239"/>
    <p:sldId id="1493" r:id="rId1240"/>
    <p:sldId id="1494" r:id="rId1241"/>
    <p:sldId id="1495" r:id="rId1242"/>
    <p:sldId id="1496" r:id="rId1243"/>
    <p:sldId id="1497" r:id="rId1244"/>
    <p:sldId id="1498" r:id="rId1245"/>
    <p:sldId id="1499" r:id="rId1246"/>
    <p:sldId id="1500" r:id="rId1247"/>
    <p:sldId id="1501" r:id="rId1248"/>
    <p:sldId id="1502" r:id="rId1249"/>
    <p:sldId id="1503" r:id="rId1250"/>
    <p:sldId id="1504" r:id="rId1251"/>
    <p:sldId id="1505" r:id="rId1252"/>
    <p:sldId id="1506" r:id="rId1253"/>
    <p:sldId id="1507" r:id="rId1254"/>
    <p:sldId id="1508" r:id="rId1255"/>
    <p:sldId id="1509" r:id="rId1256"/>
    <p:sldId id="1510" r:id="rId1257"/>
    <p:sldId id="1511" r:id="rId1258"/>
    <p:sldId id="1512" r:id="rId1259"/>
    <p:sldId id="1513" r:id="rId1260"/>
    <p:sldId id="1514" r:id="rId1261"/>
    <p:sldId id="1515" r:id="rId1262"/>
    <p:sldId id="1516" r:id="rId1263"/>
    <p:sldId id="1517" r:id="rId1264"/>
    <p:sldId id="1518" r:id="rId1265"/>
    <p:sldId id="1519" r:id="rId1266"/>
    <p:sldId id="1520" r:id="rId1267"/>
    <p:sldId id="1521" r:id="rId1268"/>
    <p:sldId id="1522" r:id="rId1269"/>
    <p:sldId id="1523" r:id="rId1270"/>
    <p:sldId id="1524" r:id="rId1271"/>
    <p:sldId id="1525" r:id="rId1272"/>
    <p:sldId id="1526" r:id="rId1273"/>
    <p:sldId id="1527" r:id="rId1274"/>
    <p:sldId id="1528" r:id="rId1275"/>
    <p:sldId id="1529" r:id="rId1276"/>
    <p:sldId id="1530" r:id="rId1277"/>
    <p:sldId id="1531" r:id="rId1278"/>
    <p:sldId id="1532" r:id="rId1279"/>
    <p:sldId id="1533" r:id="rId1280"/>
    <p:sldId id="1534" r:id="rId1281"/>
    <p:sldId id="1535" r:id="rId1282"/>
    <p:sldId id="1536" r:id="rId1283"/>
    <p:sldId id="1537" r:id="rId1284"/>
    <p:sldId id="1538" r:id="rId1285"/>
    <p:sldId id="1539" r:id="rId1286"/>
    <p:sldId id="1540" r:id="rId1287"/>
    <p:sldId id="1541" r:id="rId1288"/>
    <p:sldId id="1542" r:id="rId1289"/>
    <p:sldId id="1543" r:id="rId1290"/>
    <p:sldId id="1544" r:id="rId1291"/>
    <p:sldId id="1545" r:id="rId1292"/>
    <p:sldId id="1546" r:id="rId1293"/>
    <p:sldId id="1547" r:id="rId1294"/>
    <p:sldId id="1548" r:id="rId1295"/>
    <p:sldId id="1549" r:id="rId1296"/>
    <p:sldId id="1550" r:id="rId1297"/>
    <p:sldId id="1551" r:id="rId1298"/>
    <p:sldId id="1552" r:id="rId1299"/>
    <p:sldId id="1553" r:id="rId1300"/>
    <p:sldId id="1554" r:id="rId1301"/>
    <p:sldId id="1555" r:id="rId1302"/>
    <p:sldId id="1556" r:id="rId1303"/>
    <p:sldId id="1557" r:id="rId1304"/>
    <p:sldId id="1558" r:id="rId1305"/>
    <p:sldId id="1559" r:id="rId1306"/>
    <p:sldId id="1560" r:id="rId1307"/>
    <p:sldId id="1561" r:id="rId1308"/>
    <p:sldId id="1562" r:id="rId1309"/>
    <p:sldId id="1563" r:id="rId1310"/>
    <p:sldId id="1564" r:id="rId1311"/>
    <p:sldId id="1565" r:id="rId1312"/>
    <p:sldId id="1566" r:id="rId1313"/>
    <p:sldId id="1567" r:id="rId1314"/>
    <p:sldId id="1568" r:id="rId1315"/>
    <p:sldId id="1569" r:id="rId1316"/>
    <p:sldId id="1570" r:id="rId1317"/>
    <p:sldId id="1571" r:id="rId1318"/>
    <p:sldId id="1572" r:id="rId1319"/>
    <p:sldId id="1573" r:id="rId1320"/>
    <p:sldId id="1574" r:id="rId1321"/>
    <p:sldId id="1575" r:id="rId1322"/>
    <p:sldId id="1576" r:id="rId1323"/>
    <p:sldId id="1577" r:id="rId1324"/>
    <p:sldId id="1578" r:id="rId1325"/>
    <p:sldId id="1579" r:id="rId1326"/>
    <p:sldId id="1580" r:id="rId1327"/>
    <p:sldId id="1581" r:id="rId1328"/>
    <p:sldId id="1582" r:id="rId1329"/>
    <p:sldId id="1583" r:id="rId1330"/>
    <p:sldId id="1584" r:id="rId1331"/>
    <p:sldId id="1585" r:id="rId1332"/>
    <p:sldId id="1586" r:id="rId1333"/>
    <p:sldId id="1587" r:id="rId1334"/>
    <p:sldId id="1588" r:id="rId1335"/>
    <p:sldId id="1589" r:id="rId1336"/>
    <p:sldId id="1590" r:id="rId1337"/>
    <p:sldId id="1591" r:id="rId1338"/>
    <p:sldId id="1592" r:id="rId1339"/>
    <p:sldId id="1593" r:id="rId1340"/>
    <p:sldId id="1594" r:id="rId1341"/>
    <p:sldId id="1595" r:id="rId1342"/>
    <p:sldId id="1596" r:id="rId1343"/>
    <p:sldId id="1597" r:id="rId1344"/>
    <p:sldId id="1598" r:id="rId1345"/>
    <p:sldId id="1599" r:id="rId1346"/>
    <p:sldId id="1600" r:id="rId1347"/>
    <p:sldId id="1601" r:id="rId1348"/>
    <p:sldId id="1602" r:id="rId1349"/>
    <p:sldId id="1603" r:id="rId1350"/>
    <p:sldId id="1604" r:id="rId1351"/>
    <p:sldId id="1605" r:id="rId1352"/>
    <p:sldId id="1606" r:id="rId1353"/>
    <p:sldId id="1607" r:id="rId1354"/>
    <p:sldId id="1608" r:id="rId1355"/>
    <p:sldId id="1609" r:id="rId1356"/>
    <p:sldId id="1610" r:id="rId1357"/>
    <p:sldId id="1611" r:id="rId1358"/>
    <p:sldId id="1612" r:id="rId1359"/>
    <p:sldId id="1613" r:id="rId1360"/>
    <p:sldId id="1614" r:id="rId1361"/>
    <p:sldId id="1615" r:id="rId1362"/>
    <p:sldId id="1616" r:id="rId1363"/>
    <p:sldId id="1617" r:id="rId1364"/>
    <p:sldId id="1618" r:id="rId1365"/>
    <p:sldId id="1619" r:id="rId1366"/>
    <p:sldId id="1620" r:id="rId1367"/>
    <p:sldId id="1621" r:id="rId1368"/>
    <p:sldId id="1622" r:id="rId1369"/>
    <p:sldId id="1623" r:id="rId1370"/>
    <p:sldId id="1624" r:id="rId1371"/>
    <p:sldId id="1625" r:id="rId1372"/>
    <p:sldId id="1626" r:id="rId1373"/>
    <p:sldId id="1627" r:id="rId1374"/>
    <p:sldId id="1628" r:id="rId1375"/>
    <p:sldId id="1629" r:id="rId1376"/>
    <p:sldId id="1630" r:id="rId1377"/>
    <p:sldId id="1631" r:id="rId1378"/>
    <p:sldId id="1632" r:id="rId1379"/>
    <p:sldId id="1633" r:id="rId1380"/>
    <p:sldId id="1634" r:id="rId1381"/>
    <p:sldId id="1635" r:id="rId1382"/>
    <p:sldId id="1636" r:id="rId1383"/>
    <p:sldId id="1637" r:id="rId1384"/>
    <p:sldId id="1638" r:id="rId1385"/>
    <p:sldId id="1639" r:id="rId1386"/>
    <p:sldId id="1640" r:id="rId1387"/>
    <p:sldId id="1641" r:id="rId1388"/>
    <p:sldId id="1642" r:id="rId1389"/>
    <p:sldId id="1643" r:id="rId1390"/>
    <p:sldId id="1644" r:id="rId1391"/>
    <p:sldId id="1645" r:id="rId1392"/>
    <p:sldId id="1646" r:id="rId1393"/>
    <p:sldId id="1647" r:id="rId1394"/>
    <p:sldId id="1648" r:id="rId1395"/>
    <p:sldId id="1649" r:id="rId1396"/>
    <p:sldId id="1650" r:id="rId1397"/>
    <p:sldId id="1651" r:id="rId1398"/>
    <p:sldId id="1652" r:id="rId1399"/>
    <p:sldId id="1653" r:id="rId1400"/>
    <p:sldId id="1654" r:id="rId1401"/>
    <p:sldId id="1655" r:id="rId1402"/>
    <p:sldId id="1656" r:id="rId1403"/>
    <p:sldId id="1657" r:id="rId1404"/>
    <p:sldId id="1658" r:id="rId1405"/>
    <p:sldId id="1659" r:id="rId1406"/>
    <p:sldId id="1660" r:id="rId1407"/>
    <p:sldId id="1661" r:id="rId1408"/>
    <p:sldId id="1662" r:id="rId1409"/>
    <p:sldId id="1663" r:id="rId1410"/>
    <p:sldId id="1664" r:id="rId1411"/>
    <p:sldId id="1665" r:id="rId1412"/>
    <p:sldId id="1666" r:id="rId1413"/>
    <p:sldId id="1667" r:id="rId1414"/>
    <p:sldId id="1668" r:id="rId1415"/>
    <p:sldId id="1669" r:id="rId1416"/>
    <p:sldId id="1670" r:id="rId1417"/>
    <p:sldId id="1671" r:id="rId1418"/>
    <p:sldId id="1672" r:id="rId1419"/>
    <p:sldId id="1673" r:id="rId1420"/>
    <p:sldId id="1674" r:id="rId1421"/>
    <p:sldId id="1675" r:id="rId1422"/>
    <p:sldId id="1676" r:id="rId1423"/>
    <p:sldId id="1677" r:id="rId1424"/>
    <p:sldId id="1678" r:id="rId1425"/>
    <p:sldId id="1679" r:id="rId1426"/>
    <p:sldId id="1680" r:id="rId1427"/>
    <p:sldId id="1681" r:id="rId1428"/>
    <p:sldId id="1682" r:id="rId1429"/>
    <p:sldId id="1683" r:id="rId1430"/>
    <p:sldId id="1684" r:id="rId143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110" Type="http://schemas.openxmlformats.org/officeDocument/2006/relationships/slide" Target="slides/slide108.xml"/><Relationship Id="rId111" Type="http://schemas.openxmlformats.org/officeDocument/2006/relationships/slide" Target="slides/slide109.xml"/><Relationship Id="rId112" Type="http://schemas.openxmlformats.org/officeDocument/2006/relationships/slide" Target="slides/slide110.xml"/><Relationship Id="rId113" Type="http://schemas.openxmlformats.org/officeDocument/2006/relationships/slide" Target="slides/slide111.xml"/><Relationship Id="rId114" Type="http://schemas.openxmlformats.org/officeDocument/2006/relationships/slide" Target="slides/slide112.xml"/><Relationship Id="rId115" Type="http://schemas.openxmlformats.org/officeDocument/2006/relationships/slide" Target="slides/slide113.xml"/><Relationship Id="rId116" Type="http://schemas.openxmlformats.org/officeDocument/2006/relationships/slide" Target="slides/slide114.xml"/><Relationship Id="rId117" Type="http://schemas.openxmlformats.org/officeDocument/2006/relationships/slide" Target="slides/slide115.xml"/><Relationship Id="rId118" Type="http://schemas.openxmlformats.org/officeDocument/2006/relationships/slide" Target="slides/slide116.xml"/><Relationship Id="rId119" Type="http://schemas.openxmlformats.org/officeDocument/2006/relationships/slide" Target="slides/slide117.xml"/><Relationship Id="rId120" Type="http://schemas.openxmlformats.org/officeDocument/2006/relationships/slide" Target="slides/slide118.xml"/><Relationship Id="rId121" Type="http://schemas.openxmlformats.org/officeDocument/2006/relationships/slide" Target="slides/slide119.xml"/><Relationship Id="rId122" Type="http://schemas.openxmlformats.org/officeDocument/2006/relationships/slide" Target="slides/slide120.xml"/><Relationship Id="rId123" Type="http://schemas.openxmlformats.org/officeDocument/2006/relationships/slide" Target="slides/slide121.xml"/><Relationship Id="rId124" Type="http://schemas.openxmlformats.org/officeDocument/2006/relationships/slide" Target="slides/slide122.xml"/><Relationship Id="rId125" Type="http://schemas.openxmlformats.org/officeDocument/2006/relationships/slide" Target="slides/slide123.xml"/><Relationship Id="rId126" Type="http://schemas.openxmlformats.org/officeDocument/2006/relationships/slide" Target="slides/slide124.xml"/><Relationship Id="rId127" Type="http://schemas.openxmlformats.org/officeDocument/2006/relationships/slide" Target="slides/slide125.xml"/><Relationship Id="rId128" Type="http://schemas.openxmlformats.org/officeDocument/2006/relationships/slide" Target="slides/slide126.xml"/><Relationship Id="rId129" Type="http://schemas.openxmlformats.org/officeDocument/2006/relationships/slide" Target="slides/slide127.xml"/><Relationship Id="rId130" Type="http://schemas.openxmlformats.org/officeDocument/2006/relationships/slide" Target="slides/slide128.xml"/><Relationship Id="rId131" Type="http://schemas.openxmlformats.org/officeDocument/2006/relationships/slide" Target="slides/slide129.xml"/><Relationship Id="rId132" Type="http://schemas.openxmlformats.org/officeDocument/2006/relationships/slide" Target="slides/slide130.xml"/><Relationship Id="rId133" Type="http://schemas.openxmlformats.org/officeDocument/2006/relationships/slide" Target="slides/slide131.xml"/><Relationship Id="rId134" Type="http://schemas.openxmlformats.org/officeDocument/2006/relationships/slide" Target="slides/slide132.xml"/><Relationship Id="rId135" Type="http://schemas.openxmlformats.org/officeDocument/2006/relationships/slide" Target="slides/slide133.xml"/><Relationship Id="rId136" Type="http://schemas.openxmlformats.org/officeDocument/2006/relationships/slide" Target="slides/slide134.xml"/><Relationship Id="rId137" Type="http://schemas.openxmlformats.org/officeDocument/2006/relationships/slide" Target="slides/slide135.xml"/><Relationship Id="rId138" Type="http://schemas.openxmlformats.org/officeDocument/2006/relationships/slide" Target="slides/slide136.xml"/><Relationship Id="rId139" Type="http://schemas.openxmlformats.org/officeDocument/2006/relationships/slide" Target="slides/slide137.xml"/><Relationship Id="rId140" Type="http://schemas.openxmlformats.org/officeDocument/2006/relationships/slide" Target="slides/slide138.xml"/><Relationship Id="rId141" Type="http://schemas.openxmlformats.org/officeDocument/2006/relationships/slide" Target="slides/slide139.xml"/><Relationship Id="rId142" Type="http://schemas.openxmlformats.org/officeDocument/2006/relationships/slide" Target="slides/slide140.xml"/><Relationship Id="rId143" Type="http://schemas.openxmlformats.org/officeDocument/2006/relationships/slide" Target="slides/slide141.xml"/><Relationship Id="rId144" Type="http://schemas.openxmlformats.org/officeDocument/2006/relationships/slide" Target="slides/slide142.xml"/><Relationship Id="rId145" Type="http://schemas.openxmlformats.org/officeDocument/2006/relationships/slide" Target="slides/slide143.xml"/><Relationship Id="rId146" Type="http://schemas.openxmlformats.org/officeDocument/2006/relationships/slide" Target="slides/slide144.xml"/><Relationship Id="rId147" Type="http://schemas.openxmlformats.org/officeDocument/2006/relationships/slide" Target="slides/slide145.xml"/><Relationship Id="rId148" Type="http://schemas.openxmlformats.org/officeDocument/2006/relationships/slide" Target="slides/slide146.xml"/><Relationship Id="rId149" Type="http://schemas.openxmlformats.org/officeDocument/2006/relationships/slide" Target="slides/slide147.xml"/><Relationship Id="rId150" Type="http://schemas.openxmlformats.org/officeDocument/2006/relationships/slide" Target="slides/slide148.xml"/><Relationship Id="rId151" Type="http://schemas.openxmlformats.org/officeDocument/2006/relationships/slide" Target="slides/slide149.xml"/><Relationship Id="rId152" Type="http://schemas.openxmlformats.org/officeDocument/2006/relationships/slide" Target="slides/slide150.xml"/><Relationship Id="rId153" Type="http://schemas.openxmlformats.org/officeDocument/2006/relationships/slide" Target="slides/slide151.xml"/><Relationship Id="rId154" Type="http://schemas.openxmlformats.org/officeDocument/2006/relationships/slide" Target="slides/slide152.xml"/><Relationship Id="rId155" Type="http://schemas.openxmlformats.org/officeDocument/2006/relationships/slide" Target="slides/slide153.xml"/><Relationship Id="rId156" Type="http://schemas.openxmlformats.org/officeDocument/2006/relationships/slide" Target="slides/slide154.xml"/><Relationship Id="rId157" Type="http://schemas.openxmlformats.org/officeDocument/2006/relationships/slide" Target="slides/slide155.xml"/><Relationship Id="rId158" Type="http://schemas.openxmlformats.org/officeDocument/2006/relationships/slide" Target="slides/slide156.xml"/><Relationship Id="rId159" Type="http://schemas.openxmlformats.org/officeDocument/2006/relationships/slide" Target="slides/slide157.xml"/><Relationship Id="rId160" Type="http://schemas.openxmlformats.org/officeDocument/2006/relationships/slide" Target="slides/slide158.xml"/><Relationship Id="rId161" Type="http://schemas.openxmlformats.org/officeDocument/2006/relationships/slide" Target="slides/slide159.xml"/><Relationship Id="rId162" Type="http://schemas.openxmlformats.org/officeDocument/2006/relationships/slide" Target="slides/slide160.xml"/><Relationship Id="rId163" Type="http://schemas.openxmlformats.org/officeDocument/2006/relationships/slide" Target="slides/slide161.xml"/><Relationship Id="rId164" Type="http://schemas.openxmlformats.org/officeDocument/2006/relationships/slide" Target="slides/slide162.xml"/><Relationship Id="rId165" Type="http://schemas.openxmlformats.org/officeDocument/2006/relationships/slide" Target="slides/slide163.xml"/><Relationship Id="rId166" Type="http://schemas.openxmlformats.org/officeDocument/2006/relationships/slide" Target="slides/slide164.xml"/><Relationship Id="rId167" Type="http://schemas.openxmlformats.org/officeDocument/2006/relationships/slide" Target="slides/slide165.xml"/><Relationship Id="rId168" Type="http://schemas.openxmlformats.org/officeDocument/2006/relationships/slide" Target="slides/slide166.xml"/><Relationship Id="rId169" Type="http://schemas.openxmlformats.org/officeDocument/2006/relationships/slide" Target="slides/slide167.xml"/><Relationship Id="rId170" Type="http://schemas.openxmlformats.org/officeDocument/2006/relationships/slide" Target="slides/slide168.xml"/><Relationship Id="rId171" Type="http://schemas.openxmlformats.org/officeDocument/2006/relationships/slide" Target="slides/slide169.xml"/><Relationship Id="rId172" Type="http://schemas.openxmlformats.org/officeDocument/2006/relationships/slide" Target="slides/slide170.xml"/><Relationship Id="rId173" Type="http://schemas.openxmlformats.org/officeDocument/2006/relationships/slide" Target="slides/slide171.xml"/><Relationship Id="rId174" Type="http://schemas.openxmlformats.org/officeDocument/2006/relationships/slide" Target="slides/slide172.xml"/><Relationship Id="rId175" Type="http://schemas.openxmlformats.org/officeDocument/2006/relationships/slide" Target="slides/slide173.xml"/><Relationship Id="rId176" Type="http://schemas.openxmlformats.org/officeDocument/2006/relationships/slide" Target="slides/slide174.xml"/><Relationship Id="rId177" Type="http://schemas.openxmlformats.org/officeDocument/2006/relationships/slide" Target="slides/slide175.xml"/><Relationship Id="rId178" Type="http://schemas.openxmlformats.org/officeDocument/2006/relationships/slide" Target="slides/slide176.xml"/><Relationship Id="rId179" Type="http://schemas.openxmlformats.org/officeDocument/2006/relationships/slide" Target="slides/slide177.xml"/><Relationship Id="rId180" Type="http://schemas.openxmlformats.org/officeDocument/2006/relationships/slide" Target="slides/slide178.xml"/><Relationship Id="rId181" Type="http://schemas.openxmlformats.org/officeDocument/2006/relationships/slide" Target="slides/slide179.xml"/><Relationship Id="rId182" Type="http://schemas.openxmlformats.org/officeDocument/2006/relationships/slide" Target="slides/slide180.xml"/><Relationship Id="rId183" Type="http://schemas.openxmlformats.org/officeDocument/2006/relationships/slide" Target="slides/slide181.xml"/><Relationship Id="rId184" Type="http://schemas.openxmlformats.org/officeDocument/2006/relationships/slide" Target="slides/slide182.xml"/><Relationship Id="rId185" Type="http://schemas.openxmlformats.org/officeDocument/2006/relationships/slide" Target="slides/slide183.xml"/><Relationship Id="rId186" Type="http://schemas.openxmlformats.org/officeDocument/2006/relationships/slide" Target="slides/slide184.xml"/><Relationship Id="rId187" Type="http://schemas.openxmlformats.org/officeDocument/2006/relationships/slide" Target="slides/slide185.xml"/><Relationship Id="rId188" Type="http://schemas.openxmlformats.org/officeDocument/2006/relationships/slide" Target="slides/slide186.xml"/><Relationship Id="rId189" Type="http://schemas.openxmlformats.org/officeDocument/2006/relationships/slide" Target="slides/slide187.xml"/><Relationship Id="rId190" Type="http://schemas.openxmlformats.org/officeDocument/2006/relationships/slide" Target="slides/slide188.xml"/><Relationship Id="rId191" Type="http://schemas.openxmlformats.org/officeDocument/2006/relationships/slide" Target="slides/slide189.xml"/><Relationship Id="rId192" Type="http://schemas.openxmlformats.org/officeDocument/2006/relationships/slide" Target="slides/slide190.xml"/><Relationship Id="rId193" Type="http://schemas.openxmlformats.org/officeDocument/2006/relationships/slide" Target="slides/slide191.xml"/><Relationship Id="rId194" Type="http://schemas.openxmlformats.org/officeDocument/2006/relationships/slide" Target="slides/slide192.xml"/><Relationship Id="rId195" Type="http://schemas.openxmlformats.org/officeDocument/2006/relationships/slide" Target="slides/slide193.xml"/><Relationship Id="rId196" Type="http://schemas.openxmlformats.org/officeDocument/2006/relationships/slide" Target="slides/slide194.xml"/><Relationship Id="rId197" Type="http://schemas.openxmlformats.org/officeDocument/2006/relationships/slide" Target="slides/slide195.xml"/><Relationship Id="rId198" Type="http://schemas.openxmlformats.org/officeDocument/2006/relationships/slide" Target="slides/slide196.xml"/><Relationship Id="rId199" Type="http://schemas.openxmlformats.org/officeDocument/2006/relationships/slide" Target="slides/slide197.xml"/><Relationship Id="rId200" Type="http://schemas.openxmlformats.org/officeDocument/2006/relationships/slide" Target="slides/slide198.xml"/><Relationship Id="rId201" Type="http://schemas.openxmlformats.org/officeDocument/2006/relationships/slide" Target="slides/slide199.xml"/><Relationship Id="rId202" Type="http://schemas.openxmlformats.org/officeDocument/2006/relationships/slide" Target="slides/slide200.xml"/><Relationship Id="rId203" Type="http://schemas.openxmlformats.org/officeDocument/2006/relationships/slide" Target="slides/slide201.xml"/><Relationship Id="rId204" Type="http://schemas.openxmlformats.org/officeDocument/2006/relationships/slide" Target="slides/slide202.xml"/><Relationship Id="rId205" Type="http://schemas.openxmlformats.org/officeDocument/2006/relationships/slide" Target="slides/slide203.xml"/><Relationship Id="rId206" Type="http://schemas.openxmlformats.org/officeDocument/2006/relationships/slide" Target="slides/slide204.xml"/><Relationship Id="rId207" Type="http://schemas.openxmlformats.org/officeDocument/2006/relationships/slide" Target="slides/slide205.xml"/><Relationship Id="rId208" Type="http://schemas.openxmlformats.org/officeDocument/2006/relationships/slide" Target="slides/slide206.xml"/><Relationship Id="rId209" Type="http://schemas.openxmlformats.org/officeDocument/2006/relationships/slide" Target="slides/slide207.xml"/><Relationship Id="rId210" Type="http://schemas.openxmlformats.org/officeDocument/2006/relationships/slide" Target="slides/slide208.xml"/><Relationship Id="rId211" Type="http://schemas.openxmlformats.org/officeDocument/2006/relationships/slide" Target="slides/slide209.xml"/><Relationship Id="rId212" Type="http://schemas.openxmlformats.org/officeDocument/2006/relationships/slide" Target="slides/slide210.xml"/><Relationship Id="rId213" Type="http://schemas.openxmlformats.org/officeDocument/2006/relationships/slide" Target="slides/slide211.xml"/><Relationship Id="rId214" Type="http://schemas.openxmlformats.org/officeDocument/2006/relationships/slide" Target="slides/slide212.xml"/><Relationship Id="rId215" Type="http://schemas.openxmlformats.org/officeDocument/2006/relationships/slide" Target="slides/slide213.xml"/><Relationship Id="rId216" Type="http://schemas.openxmlformats.org/officeDocument/2006/relationships/slide" Target="slides/slide214.xml"/><Relationship Id="rId217" Type="http://schemas.openxmlformats.org/officeDocument/2006/relationships/slide" Target="slides/slide215.xml"/><Relationship Id="rId218" Type="http://schemas.openxmlformats.org/officeDocument/2006/relationships/slide" Target="slides/slide216.xml"/><Relationship Id="rId219" Type="http://schemas.openxmlformats.org/officeDocument/2006/relationships/slide" Target="slides/slide217.xml"/><Relationship Id="rId220" Type="http://schemas.openxmlformats.org/officeDocument/2006/relationships/slide" Target="slides/slide218.xml"/><Relationship Id="rId221" Type="http://schemas.openxmlformats.org/officeDocument/2006/relationships/slide" Target="slides/slide219.xml"/><Relationship Id="rId222" Type="http://schemas.openxmlformats.org/officeDocument/2006/relationships/slide" Target="slides/slide220.xml"/><Relationship Id="rId223" Type="http://schemas.openxmlformats.org/officeDocument/2006/relationships/slide" Target="slides/slide221.xml"/><Relationship Id="rId224" Type="http://schemas.openxmlformats.org/officeDocument/2006/relationships/slide" Target="slides/slide222.xml"/><Relationship Id="rId225" Type="http://schemas.openxmlformats.org/officeDocument/2006/relationships/slide" Target="slides/slide223.xml"/><Relationship Id="rId226" Type="http://schemas.openxmlformats.org/officeDocument/2006/relationships/slide" Target="slides/slide224.xml"/><Relationship Id="rId227" Type="http://schemas.openxmlformats.org/officeDocument/2006/relationships/slide" Target="slides/slide225.xml"/><Relationship Id="rId228" Type="http://schemas.openxmlformats.org/officeDocument/2006/relationships/slide" Target="slides/slide226.xml"/><Relationship Id="rId229" Type="http://schemas.openxmlformats.org/officeDocument/2006/relationships/slide" Target="slides/slide227.xml"/><Relationship Id="rId230" Type="http://schemas.openxmlformats.org/officeDocument/2006/relationships/slide" Target="slides/slide228.xml"/><Relationship Id="rId231" Type="http://schemas.openxmlformats.org/officeDocument/2006/relationships/slide" Target="slides/slide229.xml"/><Relationship Id="rId232" Type="http://schemas.openxmlformats.org/officeDocument/2006/relationships/slide" Target="slides/slide230.xml"/><Relationship Id="rId233" Type="http://schemas.openxmlformats.org/officeDocument/2006/relationships/slide" Target="slides/slide231.xml"/><Relationship Id="rId234" Type="http://schemas.openxmlformats.org/officeDocument/2006/relationships/slide" Target="slides/slide232.xml"/><Relationship Id="rId235" Type="http://schemas.openxmlformats.org/officeDocument/2006/relationships/slide" Target="slides/slide233.xml"/><Relationship Id="rId236" Type="http://schemas.openxmlformats.org/officeDocument/2006/relationships/slide" Target="slides/slide234.xml"/><Relationship Id="rId237" Type="http://schemas.openxmlformats.org/officeDocument/2006/relationships/slide" Target="slides/slide235.xml"/><Relationship Id="rId238" Type="http://schemas.openxmlformats.org/officeDocument/2006/relationships/slide" Target="slides/slide236.xml"/><Relationship Id="rId239" Type="http://schemas.openxmlformats.org/officeDocument/2006/relationships/slide" Target="slides/slide237.xml"/><Relationship Id="rId240" Type="http://schemas.openxmlformats.org/officeDocument/2006/relationships/slide" Target="slides/slide238.xml"/><Relationship Id="rId241" Type="http://schemas.openxmlformats.org/officeDocument/2006/relationships/slide" Target="slides/slide239.xml"/><Relationship Id="rId242" Type="http://schemas.openxmlformats.org/officeDocument/2006/relationships/slide" Target="slides/slide240.xml"/><Relationship Id="rId243" Type="http://schemas.openxmlformats.org/officeDocument/2006/relationships/slide" Target="slides/slide241.xml"/><Relationship Id="rId244" Type="http://schemas.openxmlformats.org/officeDocument/2006/relationships/slide" Target="slides/slide242.xml"/><Relationship Id="rId245" Type="http://schemas.openxmlformats.org/officeDocument/2006/relationships/slide" Target="slides/slide243.xml"/><Relationship Id="rId246" Type="http://schemas.openxmlformats.org/officeDocument/2006/relationships/slide" Target="slides/slide244.xml"/><Relationship Id="rId247" Type="http://schemas.openxmlformats.org/officeDocument/2006/relationships/slide" Target="slides/slide245.xml"/><Relationship Id="rId248" Type="http://schemas.openxmlformats.org/officeDocument/2006/relationships/slide" Target="slides/slide246.xml"/><Relationship Id="rId249" Type="http://schemas.openxmlformats.org/officeDocument/2006/relationships/slide" Target="slides/slide247.xml"/><Relationship Id="rId250" Type="http://schemas.openxmlformats.org/officeDocument/2006/relationships/slide" Target="slides/slide248.xml"/><Relationship Id="rId251" Type="http://schemas.openxmlformats.org/officeDocument/2006/relationships/slide" Target="slides/slide249.xml"/><Relationship Id="rId252" Type="http://schemas.openxmlformats.org/officeDocument/2006/relationships/slide" Target="slides/slide250.xml"/><Relationship Id="rId253" Type="http://schemas.openxmlformats.org/officeDocument/2006/relationships/slide" Target="slides/slide251.xml"/><Relationship Id="rId254" Type="http://schemas.openxmlformats.org/officeDocument/2006/relationships/slide" Target="slides/slide252.xml"/><Relationship Id="rId255" Type="http://schemas.openxmlformats.org/officeDocument/2006/relationships/slide" Target="slides/slide253.xml"/><Relationship Id="rId256" Type="http://schemas.openxmlformats.org/officeDocument/2006/relationships/slide" Target="slides/slide254.xml"/><Relationship Id="rId257" Type="http://schemas.openxmlformats.org/officeDocument/2006/relationships/slide" Target="slides/slide255.xml"/><Relationship Id="rId258" Type="http://schemas.openxmlformats.org/officeDocument/2006/relationships/slide" Target="slides/slide256.xml"/><Relationship Id="rId259" Type="http://schemas.openxmlformats.org/officeDocument/2006/relationships/slide" Target="slides/slide257.xml"/><Relationship Id="rId260" Type="http://schemas.openxmlformats.org/officeDocument/2006/relationships/slide" Target="slides/slide258.xml"/><Relationship Id="rId261" Type="http://schemas.openxmlformats.org/officeDocument/2006/relationships/slide" Target="slides/slide259.xml"/><Relationship Id="rId262" Type="http://schemas.openxmlformats.org/officeDocument/2006/relationships/slide" Target="slides/slide260.xml"/><Relationship Id="rId263" Type="http://schemas.openxmlformats.org/officeDocument/2006/relationships/slide" Target="slides/slide261.xml"/><Relationship Id="rId264" Type="http://schemas.openxmlformats.org/officeDocument/2006/relationships/slide" Target="slides/slide262.xml"/><Relationship Id="rId265" Type="http://schemas.openxmlformats.org/officeDocument/2006/relationships/slide" Target="slides/slide263.xml"/><Relationship Id="rId266" Type="http://schemas.openxmlformats.org/officeDocument/2006/relationships/slide" Target="slides/slide264.xml"/><Relationship Id="rId267" Type="http://schemas.openxmlformats.org/officeDocument/2006/relationships/slide" Target="slides/slide265.xml"/><Relationship Id="rId268" Type="http://schemas.openxmlformats.org/officeDocument/2006/relationships/slide" Target="slides/slide266.xml"/><Relationship Id="rId269" Type="http://schemas.openxmlformats.org/officeDocument/2006/relationships/slide" Target="slides/slide267.xml"/><Relationship Id="rId270" Type="http://schemas.openxmlformats.org/officeDocument/2006/relationships/slide" Target="slides/slide268.xml"/><Relationship Id="rId271" Type="http://schemas.openxmlformats.org/officeDocument/2006/relationships/slide" Target="slides/slide269.xml"/><Relationship Id="rId272" Type="http://schemas.openxmlformats.org/officeDocument/2006/relationships/slide" Target="slides/slide270.xml"/><Relationship Id="rId273" Type="http://schemas.openxmlformats.org/officeDocument/2006/relationships/slide" Target="slides/slide271.xml"/><Relationship Id="rId274" Type="http://schemas.openxmlformats.org/officeDocument/2006/relationships/slide" Target="slides/slide272.xml"/><Relationship Id="rId275" Type="http://schemas.openxmlformats.org/officeDocument/2006/relationships/slide" Target="slides/slide273.xml"/><Relationship Id="rId276" Type="http://schemas.openxmlformats.org/officeDocument/2006/relationships/slide" Target="slides/slide274.xml"/><Relationship Id="rId277" Type="http://schemas.openxmlformats.org/officeDocument/2006/relationships/slide" Target="slides/slide275.xml"/><Relationship Id="rId278" Type="http://schemas.openxmlformats.org/officeDocument/2006/relationships/slide" Target="slides/slide276.xml"/><Relationship Id="rId279" Type="http://schemas.openxmlformats.org/officeDocument/2006/relationships/slide" Target="slides/slide277.xml"/><Relationship Id="rId280" Type="http://schemas.openxmlformats.org/officeDocument/2006/relationships/slide" Target="slides/slide278.xml"/><Relationship Id="rId281" Type="http://schemas.openxmlformats.org/officeDocument/2006/relationships/slide" Target="slides/slide279.xml"/><Relationship Id="rId282" Type="http://schemas.openxmlformats.org/officeDocument/2006/relationships/slide" Target="slides/slide280.xml"/><Relationship Id="rId283" Type="http://schemas.openxmlformats.org/officeDocument/2006/relationships/slide" Target="slides/slide281.xml"/><Relationship Id="rId284" Type="http://schemas.openxmlformats.org/officeDocument/2006/relationships/slide" Target="slides/slide282.xml"/><Relationship Id="rId285" Type="http://schemas.openxmlformats.org/officeDocument/2006/relationships/slide" Target="slides/slide283.xml"/><Relationship Id="rId286" Type="http://schemas.openxmlformats.org/officeDocument/2006/relationships/slide" Target="slides/slide284.xml"/><Relationship Id="rId287" Type="http://schemas.openxmlformats.org/officeDocument/2006/relationships/slide" Target="slides/slide285.xml"/><Relationship Id="rId288" Type="http://schemas.openxmlformats.org/officeDocument/2006/relationships/slide" Target="slides/slide286.xml"/><Relationship Id="rId289" Type="http://schemas.openxmlformats.org/officeDocument/2006/relationships/slide" Target="slides/slide287.xml"/><Relationship Id="rId290" Type="http://schemas.openxmlformats.org/officeDocument/2006/relationships/slide" Target="slides/slide288.xml"/><Relationship Id="rId291" Type="http://schemas.openxmlformats.org/officeDocument/2006/relationships/slide" Target="slides/slide289.xml"/><Relationship Id="rId292" Type="http://schemas.openxmlformats.org/officeDocument/2006/relationships/slide" Target="slides/slide290.xml"/><Relationship Id="rId293" Type="http://schemas.openxmlformats.org/officeDocument/2006/relationships/slide" Target="slides/slide291.xml"/><Relationship Id="rId294" Type="http://schemas.openxmlformats.org/officeDocument/2006/relationships/slide" Target="slides/slide292.xml"/><Relationship Id="rId295" Type="http://schemas.openxmlformats.org/officeDocument/2006/relationships/slide" Target="slides/slide293.xml"/><Relationship Id="rId296" Type="http://schemas.openxmlformats.org/officeDocument/2006/relationships/slide" Target="slides/slide294.xml"/><Relationship Id="rId297" Type="http://schemas.openxmlformats.org/officeDocument/2006/relationships/slide" Target="slides/slide295.xml"/><Relationship Id="rId298" Type="http://schemas.openxmlformats.org/officeDocument/2006/relationships/slide" Target="slides/slide296.xml"/><Relationship Id="rId299" Type="http://schemas.openxmlformats.org/officeDocument/2006/relationships/slide" Target="slides/slide297.xml"/><Relationship Id="rId300" Type="http://schemas.openxmlformats.org/officeDocument/2006/relationships/slide" Target="slides/slide298.xml"/><Relationship Id="rId301" Type="http://schemas.openxmlformats.org/officeDocument/2006/relationships/slide" Target="slides/slide299.xml"/><Relationship Id="rId302" Type="http://schemas.openxmlformats.org/officeDocument/2006/relationships/slide" Target="slides/slide300.xml"/><Relationship Id="rId303" Type="http://schemas.openxmlformats.org/officeDocument/2006/relationships/slide" Target="slides/slide301.xml"/><Relationship Id="rId304" Type="http://schemas.openxmlformats.org/officeDocument/2006/relationships/slide" Target="slides/slide302.xml"/><Relationship Id="rId305" Type="http://schemas.openxmlformats.org/officeDocument/2006/relationships/slide" Target="slides/slide303.xml"/><Relationship Id="rId306" Type="http://schemas.openxmlformats.org/officeDocument/2006/relationships/slide" Target="slides/slide304.xml"/><Relationship Id="rId307" Type="http://schemas.openxmlformats.org/officeDocument/2006/relationships/slide" Target="slides/slide305.xml"/><Relationship Id="rId308" Type="http://schemas.openxmlformats.org/officeDocument/2006/relationships/slide" Target="slides/slide306.xml"/><Relationship Id="rId309" Type="http://schemas.openxmlformats.org/officeDocument/2006/relationships/slide" Target="slides/slide307.xml"/><Relationship Id="rId310" Type="http://schemas.openxmlformats.org/officeDocument/2006/relationships/slide" Target="slides/slide308.xml"/><Relationship Id="rId311" Type="http://schemas.openxmlformats.org/officeDocument/2006/relationships/slide" Target="slides/slide309.xml"/><Relationship Id="rId312" Type="http://schemas.openxmlformats.org/officeDocument/2006/relationships/slide" Target="slides/slide310.xml"/><Relationship Id="rId313" Type="http://schemas.openxmlformats.org/officeDocument/2006/relationships/slide" Target="slides/slide311.xml"/><Relationship Id="rId314" Type="http://schemas.openxmlformats.org/officeDocument/2006/relationships/slide" Target="slides/slide312.xml"/><Relationship Id="rId315" Type="http://schemas.openxmlformats.org/officeDocument/2006/relationships/slide" Target="slides/slide313.xml"/><Relationship Id="rId316" Type="http://schemas.openxmlformats.org/officeDocument/2006/relationships/slide" Target="slides/slide314.xml"/><Relationship Id="rId317" Type="http://schemas.openxmlformats.org/officeDocument/2006/relationships/slide" Target="slides/slide315.xml"/><Relationship Id="rId318" Type="http://schemas.openxmlformats.org/officeDocument/2006/relationships/slide" Target="slides/slide316.xml"/><Relationship Id="rId319" Type="http://schemas.openxmlformats.org/officeDocument/2006/relationships/slide" Target="slides/slide317.xml"/><Relationship Id="rId320" Type="http://schemas.openxmlformats.org/officeDocument/2006/relationships/slide" Target="slides/slide318.xml"/><Relationship Id="rId321" Type="http://schemas.openxmlformats.org/officeDocument/2006/relationships/slide" Target="slides/slide319.xml"/><Relationship Id="rId322" Type="http://schemas.openxmlformats.org/officeDocument/2006/relationships/slide" Target="slides/slide320.xml"/><Relationship Id="rId323" Type="http://schemas.openxmlformats.org/officeDocument/2006/relationships/slide" Target="slides/slide321.xml"/><Relationship Id="rId324" Type="http://schemas.openxmlformats.org/officeDocument/2006/relationships/slide" Target="slides/slide322.xml"/><Relationship Id="rId325" Type="http://schemas.openxmlformats.org/officeDocument/2006/relationships/slide" Target="slides/slide323.xml"/><Relationship Id="rId326" Type="http://schemas.openxmlformats.org/officeDocument/2006/relationships/slide" Target="slides/slide324.xml"/><Relationship Id="rId327" Type="http://schemas.openxmlformats.org/officeDocument/2006/relationships/slide" Target="slides/slide325.xml"/><Relationship Id="rId328" Type="http://schemas.openxmlformats.org/officeDocument/2006/relationships/slide" Target="slides/slide326.xml"/><Relationship Id="rId329" Type="http://schemas.openxmlformats.org/officeDocument/2006/relationships/slide" Target="slides/slide327.xml"/><Relationship Id="rId330" Type="http://schemas.openxmlformats.org/officeDocument/2006/relationships/slide" Target="slides/slide328.xml"/><Relationship Id="rId331" Type="http://schemas.openxmlformats.org/officeDocument/2006/relationships/slide" Target="slides/slide329.xml"/><Relationship Id="rId332" Type="http://schemas.openxmlformats.org/officeDocument/2006/relationships/slide" Target="slides/slide330.xml"/><Relationship Id="rId333" Type="http://schemas.openxmlformats.org/officeDocument/2006/relationships/slide" Target="slides/slide331.xml"/><Relationship Id="rId334" Type="http://schemas.openxmlformats.org/officeDocument/2006/relationships/slide" Target="slides/slide332.xml"/><Relationship Id="rId335" Type="http://schemas.openxmlformats.org/officeDocument/2006/relationships/slide" Target="slides/slide333.xml"/><Relationship Id="rId336" Type="http://schemas.openxmlformats.org/officeDocument/2006/relationships/slide" Target="slides/slide334.xml"/><Relationship Id="rId337" Type="http://schemas.openxmlformats.org/officeDocument/2006/relationships/slide" Target="slides/slide335.xml"/><Relationship Id="rId338" Type="http://schemas.openxmlformats.org/officeDocument/2006/relationships/slide" Target="slides/slide336.xml"/><Relationship Id="rId339" Type="http://schemas.openxmlformats.org/officeDocument/2006/relationships/slide" Target="slides/slide337.xml"/><Relationship Id="rId340" Type="http://schemas.openxmlformats.org/officeDocument/2006/relationships/slide" Target="slides/slide338.xml"/><Relationship Id="rId341" Type="http://schemas.openxmlformats.org/officeDocument/2006/relationships/slide" Target="slides/slide339.xml"/><Relationship Id="rId342" Type="http://schemas.openxmlformats.org/officeDocument/2006/relationships/slide" Target="slides/slide340.xml"/><Relationship Id="rId343" Type="http://schemas.openxmlformats.org/officeDocument/2006/relationships/slide" Target="slides/slide341.xml"/><Relationship Id="rId344" Type="http://schemas.openxmlformats.org/officeDocument/2006/relationships/slide" Target="slides/slide342.xml"/><Relationship Id="rId345" Type="http://schemas.openxmlformats.org/officeDocument/2006/relationships/slide" Target="slides/slide343.xml"/><Relationship Id="rId346" Type="http://schemas.openxmlformats.org/officeDocument/2006/relationships/slide" Target="slides/slide344.xml"/><Relationship Id="rId347" Type="http://schemas.openxmlformats.org/officeDocument/2006/relationships/slide" Target="slides/slide345.xml"/><Relationship Id="rId348" Type="http://schemas.openxmlformats.org/officeDocument/2006/relationships/slide" Target="slides/slide346.xml"/><Relationship Id="rId349" Type="http://schemas.openxmlformats.org/officeDocument/2006/relationships/slide" Target="slides/slide347.xml"/><Relationship Id="rId350" Type="http://schemas.openxmlformats.org/officeDocument/2006/relationships/slide" Target="slides/slide348.xml"/><Relationship Id="rId351" Type="http://schemas.openxmlformats.org/officeDocument/2006/relationships/slide" Target="slides/slide349.xml"/><Relationship Id="rId352" Type="http://schemas.openxmlformats.org/officeDocument/2006/relationships/slide" Target="slides/slide350.xml"/><Relationship Id="rId353" Type="http://schemas.openxmlformats.org/officeDocument/2006/relationships/slide" Target="slides/slide351.xml"/><Relationship Id="rId354" Type="http://schemas.openxmlformats.org/officeDocument/2006/relationships/slide" Target="slides/slide352.xml"/><Relationship Id="rId355" Type="http://schemas.openxmlformats.org/officeDocument/2006/relationships/slide" Target="slides/slide353.xml"/><Relationship Id="rId356" Type="http://schemas.openxmlformats.org/officeDocument/2006/relationships/slide" Target="slides/slide354.xml"/><Relationship Id="rId357" Type="http://schemas.openxmlformats.org/officeDocument/2006/relationships/slide" Target="slides/slide355.xml"/><Relationship Id="rId358" Type="http://schemas.openxmlformats.org/officeDocument/2006/relationships/slide" Target="slides/slide356.xml"/><Relationship Id="rId359" Type="http://schemas.openxmlformats.org/officeDocument/2006/relationships/slide" Target="slides/slide357.xml"/><Relationship Id="rId360" Type="http://schemas.openxmlformats.org/officeDocument/2006/relationships/slide" Target="slides/slide358.xml"/><Relationship Id="rId361" Type="http://schemas.openxmlformats.org/officeDocument/2006/relationships/slide" Target="slides/slide359.xml"/><Relationship Id="rId362" Type="http://schemas.openxmlformats.org/officeDocument/2006/relationships/slide" Target="slides/slide360.xml"/><Relationship Id="rId363" Type="http://schemas.openxmlformats.org/officeDocument/2006/relationships/slide" Target="slides/slide361.xml"/><Relationship Id="rId364" Type="http://schemas.openxmlformats.org/officeDocument/2006/relationships/slide" Target="slides/slide362.xml"/><Relationship Id="rId365" Type="http://schemas.openxmlformats.org/officeDocument/2006/relationships/slide" Target="slides/slide363.xml"/><Relationship Id="rId366" Type="http://schemas.openxmlformats.org/officeDocument/2006/relationships/slide" Target="slides/slide364.xml"/><Relationship Id="rId367" Type="http://schemas.openxmlformats.org/officeDocument/2006/relationships/slide" Target="slides/slide365.xml"/><Relationship Id="rId368" Type="http://schemas.openxmlformats.org/officeDocument/2006/relationships/slide" Target="slides/slide366.xml"/><Relationship Id="rId369" Type="http://schemas.openxmlformats.org/officeDocument/2006/relationships/slide" Target="slides/slide367.xml"/><Relationship Id="rId370" Type="http://schemas.openxmlformats.org/officeDocument/2006/relationships/slide" Target="slides/slide368.xml"/><Relationship Id="rId371" Type="http://schemas.openxmlformats.org/officeDocument/2006/relationships/slide" Target="slides/slide369.xml"/><Relationship Id="rId372" Type="http://schemas.openxmlformats.org/officeDocument/2006/relationships/slide" Target="slides/slide370.xml"/><Relationship Id="rId373" Type="http://schemas.openxmlformats.org/officeDocument/2006/relationships/slide" Target="slides/slide371.xml"/><Relationship Id="rId374" Type="http://schemas.openxmlformats.org/officeDocument/2006/relationships/slide" Target="slides/slide372.xml"/><Relationship Id="rId375" Type="http://schemas.openxmlformats.org/officeDocument/2006/relationships/slide" Target="slides/slide373.xml"/><Relationship Id="rId376" Type="http://schemas.openxmlformats.org/officeDocument/2006/relationships/slide" Target="slides/slide374.xml"/><Relationship Id="rId377" Type="http://schemas.openxmlformats.org/officeDocument/2006/relationships/slide" Target="slides/slide375.xml"/><Relationship Id="rId378" Type="http://schemas.openxmlformats.org/officeDocument/2006/relationships/slide" Target="slides/slide376.xml"/><Relationship Id="rId379" Type="http://schemas.openxmlformats.org/officeDocument/2006/relationships/slide" Target="slides/slide377.xml"/><Relationship Id="rId380" Type="http://schemas.openxmlformats.org/officeDocument/2006/relationships/slide" Target="slides/slide378.xml"/><Relationship Id="rId381" Type="http://schemas.openxmlformats.org/officeDocument/2006/relationships/slide" Target="slides/slide379.xml"/><Relationship Id="rId382" Type="http://schemas.openxmlformats.org/officeDocument/2006/relationships/slide" Target="slides/slide380.xml"/><Relationship Id="rId383" Type="http://schemas.openxmlformats.org/officeDocument/2006/relationships/slide" Target="slides/slide381.xml"/><Relationship Id="rId384" Type="http://schemas.openxmlformats.org/officeDocument/2006/relationships/slide" Target="slides/slide382.xml"/><Relationship Id="rId385" Type="http://schemas.openxmlformats.org/officeDocument/2006/relationships/slide" Target="slides/slide383.xml"/><Relationship Id="rId386" Type="http://schemas.openxmlformats.org/officeDocument/2006/relationships/slide" Target="slides/slide384.xml"/><Relationship Id="rId387" Type="http://schemas.openxmlformats.org/officeDocument/2006/relationships/slide" Target="slides/slide385.xml"/><Relationship Id="rId388" Type="http://schemas.openxmlformats.org/officeDocument/2006/relationships/slide" Target="slides/slide386.xml"/><Relationship Id="rId389" Type="http://schemas.openxmlformats.org/officeDocument/2006/relationships/slide" Target="slides/slide387.xml"/><Relationship Id="rId390" Type="http://schemas.openxmlformats.org/officeDocument/2006/relationships/slide" Target="slides/slide388.xml"/><Relationship Id="rId391" Type="http://schemas.openxmlformats.org/officeDocument/2006/relationships/slide" Target="slides/slide389.xml"/><Relationship Id="rId392" Type="http://schemas.openxmlformats.org/officeDocument/2006/relationships/slide" Target="slides/slide390.xml"/><Relationship Id="rId393" Type="http://schemas.openxmlformats.org/officeDocument/2006/relationships/slide" Target="slides/slide391.xml"/><Relationship Id="rId394" Type="http://schemas.openxmlformats.org/officeDocument/2006/relationships/slide" Target="slides/slide392.xml"/><Relationship Id="rId395" Type="http://schemas.openxmlformats.org/officeDocument/2006/relationships/slide" Target="slides/slide393.xml"/><Relationship Id="rId396" Type="http://schemas.openxmlformats.org/officeDocument/2006/relationships/slide" Target="slides/slide394.xml"/><Relationship Id="rId397" Type="http://schemas.openxmlformats.org/officeDocument/2006/relationships/slide" Target="slides/slide395.xml"/><Relationship Id="rId398" Type="http://schemas.openxmlformats.org/officeDocument/2006/relationships/slide" Target="slides/slide396.xml"/><Relationship Id="rId399" Type="http://schemas.openxmlformats.org/officeDocument/2006/relationships/slide" Target="slides/slide397.xml"/><Relationship Id="rId400" Type="http://schemas.openxmlformats.org/officeDocument/2006/relationships/slide" Target="slides/slide398.xml"/><Relationship Id="rId401" Type="http://schemas.openxmlformats.org/officeDocument/2006/relationships/slide" Target="slides/slide399.xml"/><Relationship Id="rId402" Type="http://schemas.openxmlformats.org/officeDocument/2006/relationships/slide" Target="slides/slide400.xml"/><Relationship Id="rId403" Type="http://schemas.openxmlformats.org/officeDocument/2006/relationships/slide" Target="slides/slide401.xml"/><Relationship Id="rId404" Type="http://schemas.openxmlformats.org/officeDocument/2006/relationships/slide" Target="slides/slide402.xml"/><Relationship Id="rId405" Type="http://schemas.openxmlformats.org/officeDocument/2006/relationships/slide" Target="slides/slide403.xml"/><Relationship Id="rId406" Type="http://schemas.openxmlformats.org/officeDocument/2006/relationships/slide" Target="slides/slide404.xml"/><Relationship Id="rId407" Type="http://schemas.openxmlformats.org/officeDocument/2006/relationships/slide" Target="slides/slide405.xml"/><Relationship Id="rId408" Type="http://schemas.openxmlformats.org/officeDocument/2006/relationships/slide" Target="slides/slide406.xml"/><Relationship Id="rId409" Type="http://schemas.openxmlformats.org/officeDocument/2006/relationships/slide" Target="slides/slide407.xml"/><Relationship Id="rId410" Type="http://schemas.openxmlformats.org/officeDocument/2006/relationships/slide" Target="slides/slide408.xml"/><Relationship Id="rId411" Type="http://schemas.openxmlformats.org/officeDocument/2006/relationships/slide" Target="slides/slide409.xml"/><Relationship Id="rId412" Type="http://schemas.openxmlformats.org/officeDocument/2006/relationships/slide" Target="slides/slide410.xml"/><Relationship Id="rId413" Type="http://schemas.openxmlformats.org/officeDocument/2006/relationships/slide" Target="slides/slide411.xml"/><Relationship Id="rId414" Type="http://schemas.openxmlformats.org/officeDocument/2006/relationships/slide" Target="slides/slide412.xml"/><Relationship Id="rId415" Type="http://schemas.openxmlformats.org/officeDocument/2006/relationships/slide" Target="slides/slide413.xml"/><Relationship Id="rId416" Type="http://schemas.openxmlformats.org/officeDocument/2006/relationships/slide" Target="slides/slide414.xml"/><Relationship Id="rId417" Type="http://schemas.openxmlformats.org/officeDocument/2006/relationships/slide" Target="slides/slide415.xml"/><Relationship Id="rId418" Type="http://schemas.openxmlformats.org/officeDocument/2006/relationships/slide" Target="slides/slide416.xml"/><Relationship Id="rId419" Type="http://schemas.openxmlformats.org/officeDocument/2006/relationships/slide" Target="slides/slide417.xml"/><Relationship Id="rId420" Type="http://schemas.openxmlformats.org/officeDocument/2006/relationships/slide" Target="slides/slide418.xml"/><Relationship Id="rId421" Type="http://schemas.openxmlformats.org/officeDocument/2006/relationships/slide" Target="slides/slide419.xml"/><Relationship Id="rId422" Type="http://schemas.openxmlformats.org/officeDocument/2006/relationships/slide" Target="slides/slide420.xml"/><Relationship Id="rId423" Type="http://schemas.openxmlformats.org/officeDocument/2006/relationships/slide" Target="slides/slide421.xml"/><Relationship Id="rId424" Type="http://schemas.openxmlformats.org/officeDocument/2006/relationships/slide" Target="slides/slide422.xml"/><Relationship Id="rId425" Type="http://schemas.openxmlformats.org/officeDocument/2006/relationships/slide" Target="slides/slide423.xml"/><Relationship Id="rId426" Type="http://schemas.openxmlformats.org/officeDocument/2006/relationships/slide" Target="slides/slide424.xml"/><Relationship Id="rId427" Type="http://schemas.openxmlformats.org/officeDocument/2006/relationships/slide" Target="slides/slide425.xml"/><Relationship Id="rId428" Type="http://schemas.openxmlformats.org/officeDocument/2006/relationships/slide" Target="slides/slide426.xml"/><Relationship Id="rId429" Type="http://schemas.openxmlformats.org/officeDocument/2006/relationships/slide" Target="slides/slide427.xml"/><Relationship Id="rId430" Type="http://schemas.openxmlformats.org/officeDocument/2006/relationships/slide" Target="slides/slide428.xml"/><Relationship Id="rId431" Type="http://schemas.openxmlformats.org/officeDocument/2006/relationships/slide" Target="slides/slide429.xml"/><Relationship Id="rId432" Type="http://schemas.openxmlformats.org/officeDocument/2006/relationships/slide" Target="slides/slide430.xml"/><Relationship Id="rId433" Type="http://schemas.openxmlformats.org/officeDocument/2006/relationships/slide" Target="slides/slide431.xml"/><Relationship Id="rId434" Type="http://schemas.openxmlformats.org/officeDocument/2006/relationships/slide" Target="slides/slide432.xml"/><Relationship Id="rId435" Type="http://schemas.openxmlformats.org/officeDocument/2006/relationships/slide" Target="slides/slide433.xml"/><Relationship Id="rId436" Type="http://schemas.openxmlformats.org/officeDocument/2006/relationships/slide" Target="slides/slide434.xml"/><Relationship Id="rId437" Type="http://schemas.openxmlformats.org/officeDocument/2006/relationships/slide" Target="slides/slide435.xml"/><Relationship Id="rId438" Type="http://schemas.openxmlformats.org/officeDocument/2006/relationships/slide" Target="slides/slide436.xml"/><Relationship Id="rId439" Type="http://schemas.openxmlformats.org/officeDocument/2006/relationships/slide" Target="slides/slide437.xml"/><Relationship Id="rId440" Type="http://schemas.openxmlformats.org/officeDocument/2006/relationships/slide" Target="slides/slide438.xml"/><Relationship Id="rId441" Type="http://schemas.openxmlformats.org/officeDocument/2006/relationships/slide" Target="slides/slide439.xml"/><Relationship Id="rId442" Type="http://schemas.openxmlformats.org/officeDocument/2006/relationships/slide" Target="slides/slide440.xml"/><Relationship Id="rId443" Type="http://schemas.openxmlformats.org/officeDocument/2006/relationships/slide" Target="slides/slide441.xml"/><Relationship Id="rId444" Type="http://schemas.openxmlformats.org/officeDocument/2006/relationships/slide" Target="slides/slide442.xml"/><Relationship Id="rId445" Type="http://schemas.openxmlformats.org/officeDocument/2006/relationships/slide" Target="slides/slide443.xml"/><Relationship Id="rId446" Type="http://schemas.openxmlformats.org/officeDocument/2006/relationships/slide" Target="slides/slide444.xml"/><Relationship Id="rId447" Type="http://schemas.openxmlformats.org/officeDocument/2006/relationships/slide" Target="slides/slide445.xml"/><Relationship Id="rId448" Type="http://schemas.openxmlformats.org/officeDocument/2006/relationships/slide" Target="slides/slide446.xml"/><Relationship Id="rId449" Type="http://schemas.openxmlformats.org/officeDocument/2006/relationships/slide" Target="slides/slide447.xml"/><Relationship Id="rId450" Type="http://schemas.openxmlformats.org/officeDocument/2006/relationships/slide" Target="slides/slide448.xml"/><Relationship Id="rId451" Type="http://schemas.openxmlformats.org/officeDocument/2006/relationships/slide" Target="slides/slide449.xml"/><Relationship Id="rId452" Type="http://schemas.openxmlformats.org/officeDocument/2006/relationships/slide" Target="slides/slide450.xml"/><Relationship Id="rId453" Type="http://schemas.openxmlformats.org/officeDocument/2006/relationships/slide" Target="slides/slide451.xml"/><Relationship Id="rId454" Type="http://schemas.openxmlformats.org/officeDocument/2006/relationships/slide" Target="slides/slide452.xml"/><Relationship Id="rId455" Type="http://schemas.openxmlformats.org/officeDocument/2006/relationships/slide" Target="slides/slide453.xml"/><Relationship Id="rId456" Type="http://schemas.openxmlformats.org/officeDocument/2006/relationships/slide" Target="slides/slide454.xml"/><Relationship Id="rId457" Type="http://schemas.openxmlformats.org/officeDocument/2006/relationships/slide" Target="slides/slide455.xml"/><Relationship Id="rId458" Type="http://schemas.openxmlformats.org/officeDocument/2006/relationships/slide" Target="slides/slide456.xml"/><Relationship Id="rId459" Type="http://schemas.openxmlformats.org/officeDocument/2006/relationships/slide" Target="slides/slide457.xml"/><Relationship Id="rId460" Type="http://schemas.openxmlformats.org/officeDocument/2006/relationships/slide" Target="slides/slide458.xml"/><Relationship Id="rId461" Type="http://schemas.openxmlformats.org/officeDocument/2006/relationships/slide" Target="slides/slide459.xml"/><Relationship Id="rId462" Type="http://schemas.openxmlformats.org/officeDocument/2006/relationships/slide" Target="slides/slide460.xml"/><Relationship Id="rId463" Type="http://schemas.openxmlformats.org/officeDocument/2006/relationships/slide" Target="slides/slide461.xml"/><Relationship Id="rId464" Type="http://schemas.openxmlformats.org/officeDocument/2006/relationships/slide" Target="slides/slide462.xml"/><Relationship Id="rId465" Type="http://schemas.openxmlformats.org/officeDocument/2006/relationships/slide" Target="slides/slide463.xml"/><Relationship Id="rId466" Type="http://schemas.openxmlformats.org/officeDocument/2006/relationships/slide" Target="slides/slide464.xml"/><Relationship Id="rId467" Type="http://schemas.openxmlformats.org/officeDocument/2006/relationships/slide" Target="slides/slide465.xml"/><Relationship Id="rId468" Type="http://schemas.openxmlformats.org/officeDocument/2006/relationships/slide" Target="slides/slide466.xml"/><Relationship Id="rId469" Type="http://schemas.openxmlformats.org/officeDocument/2006/relationships/slide" Target="slides/slide467.xml"/><Relationship Id="rId470" Type="http://schemas.openxmlformats.org/officeDocument/2006/relationships/slide" Target="slides/slide468.xml"/><Relationship Id="rId471" Type="http://schemas.openxmlformats.org/officeDocument/2006/relationships/slide" Target="slides/slide469.xml"/><Relationship Id="rId472" Type="http://schemas.openxmlformats.org/officeDocument/2006/relationships/slide" Target="slides/slide470.xml"/><Relationship Id="rId473" Type="http://schemas.openxmlformats.org/officeDocument/2006/relationships/slide" Target="slides/slide471.xml"/><Relationship Id="rId474" Type="http://schemas.openxmlformats.org/officeDocument/2006/relationships/slide" Target="slides/slide472.xml"/><Relationship Id="rId475" Type="http://schemas.openxmlformats.org/officeDocument/2006/relationships/slide" Target="slides/slide473.xml"/><Relationship Id="rId476" Type="http://schemas.openxmlformats.org/officeDocument/2006/relationships/slide" Target="slides/slide474.xml"/><Relationship Id="rId477" Type="http://schemas.openxmlformats.org/officeDocument/2006/relationships/slide" Target="slides/slide475.xml"/><Relationship Id="rId478" Type="http://schemas.openxmlformats.org/officeDocument/2006/relationships/slide" Target="slides/slide476.xml"/><Relationship Id="rId479" Type="http://schemas.openxmlformats.org/officeDocument/2006/relationships/slide" Target="slides/slide477.xml"/><Relationship Id="rId480" Type="http://schemas.openxmlformats.org/officeDocument/2006/relationships/slide" Target="slides/slide478.xml"/><Relationship Id="rId481" Type="http://schemas.openxmlformats.org/officeDocument/2006/relationships/slide" Target="slides/slide479.xml"/><Relationship Id="rId482" Type="http://schemas.openxmlformats.org/officeDocument/2006/relationships/slide" Target="slides/slide480.xml"/><Relationship Id="rId483" Type="http://schemas.openxmlformats.org/officeDocument/2006/relationships/slide" Target="slides/slide481.xml"/><Relationship Id="rId484" Type="http://schemas.openxmlformats.org/officeDocument/2006/relationships/slide" Target="slides/slide482.xml"/><Relationship Id="rId485" Type="http://schemas.openxmlformats.org/officeDocument/2006/relationships/slide" Target="slides/slide483.xml"/><Relationship Id="rId486" Type="http://schemas.openxmlformats.org/officeDocument/2006/relationships/slide" Target="slides/slide484.xml"/><Relationship Id="rId487" Type="http://schemas.openxmlformats.org/officeDocument/2006/relationships/slide" Target="slides/slide485.xml"/><Relationship Id="rId488" Type="http://schemas.openxmlformats.org/officeDocument/2006/relationships/slide" Target="slides/slide486.xml"/><Relationship Id="rId489" Type="http://schemas.openxmlformats.org/officeDocument/2006/relationships/slide" Target="slides/slide487.xml"/><Relationship Id="rId490" Type="http://schemas.openxmlformats.org/officeDocument/2006/relationships/slide" Target="slides/slide488.xml"/><Relationship Id="rId491" Type="http://schemas.openxmlformats.org/officeDocument/2006/relationships/slide" Target="slides/slide489.xml"/><Relationship Id="rId492" Type="http://schemas.openxmlformats.org/officeDocument/2006/relationships/slide" Target="slides/slide490.xml"/><Relationship Id="rId493" Type="http://schemas.openxmlformats.org/officeDocument/2006/relationships/slide" Target="slides/slide491.xml"/><Relationship Id="rId494" Type="http://schemas.openxmlformats.org/officeDocument/2006/relationships/slide" Target="slides/slide492.xml"/><Relationship Id="rId495" Type="http://schemas.openxmlformats.org/officeDocument/2006/relationships/slide" Target="slides/slide493.xml"/><Relationship Id="rId496" Type="http://schemas.openxmlformats.org/officeDocument/2006/relationships/slide" Target="slides/slide494.xml"/><Relationship Id="rId497" Type="http://schemas.openxmlformats.org/officeDocument/2006/relationships/slide" Target="slides/slide495.xml"/><Relationship Id="rId498" Type="http://schemas.openxmlformats.org/officeDocument/2006/relationships/slide" Target="slides/slide496.xml"/><Relationship Id="rId499" Type="http://schemas.openxmlformats.org/officeDocument/2006/relationships/slide" Target="slides/slide497.xml"/><Relationship Id="rId500" Type="http://schemas.openxmlformats.org/officeDocument/2006/relationships/slide" Target="slides/slide498.xml"/><Relationship Id="rId501" Type="http://schemas.openxmlformats.org/officeDocument/2006/relationships/slide" Target="slides/slide499.xml"/><Relationship Id="rId502" Type="http://schemas.openxmlformats.org/officeDocument/2006/relationships/slide" Target="slides/slide500.xml"/><Relationship Id="rId503" Type="http://schemas.openxmlformats.org/officeDocument/2006/relationships/slide" Target="slides/slide501.xml"/><Relationship Id="rId504" Type="http://schemas.openxmlformats.org/officeDocument/2006/relationships/slide" Target="slides/slide502.xml"/><Relationship Id="rId505" Type="http://schemas.openxmlformats.org/officeDocument/2006/relationships/slide" Target="slides/slide503.xml"/><Relationship Id="rId506" Type="http://schemas.openxmlformats.org/officeDocument/2006/relationships/slide" Target="slides/slide504.xml"/><Relationship Id="rId507" Type="http://schemas.openxmlformats.org/officeDocument/2006/relationships/slide" Target="slides/slide505.xml"/><Relationship Id="rId508" Type="http://schemas.openxmlformats.org/officeDocument/2006/relationships/slide" Target="slides/slide506.xml"/><Relationship Id="rId509" Type="http://schemas.openxmlformats.org/officeDocument/2006/relationships/slide" Target="slides/slide507.xml"/><Relationship Id="rId510" Type="http://schemas.openxmlformats.org/officeDocument/2006/relationships/slide" Target="slides/slide508.xml"/><Relationship Id="rId511" Type="http://schemas.openxmlformats.org/officeDocument/2006/relationships/slide" Target="slides/slide509.xml"/><Relationship Id="rId512" Type="http://schemas.openxmlformats.org/officeDocument/2006/relationships/slide" Target="slides/slide510.xml"/><Relationship Id="rId513" Type="http://schemas.openxmlformats.org/officeDocument/2006/relationships/slide" Target="slides/slide511.xml"/><Relationship Id="rId514" Type="http://schemas.openxmlformats.org/officeDocument/2006/relationships/slide" Target="slides/slide512.xml"/><Relationship Id="rId515" Type="http://schemas.openxmlformats.org/officeDocument/2006/relationships/slide" Target="slides/slide513.xml"/><Relationship Id="rId516" Type="http://schemas.openxmlformats.org/officeDocument/2006/relationships/slide" Target="slides/slide514.xml"/><Relationship Id="rId517" Type="http://schemas.openxmlformats.org/officeDocument/2006/relationships/slide" Target="slides/slide515.xml"/><Relationship Id="rId518" Type="http://schemas.openxmlformats.org/officeDocument/2006/relationships/slide" Target="slides/slide516.xml"/><Relationship Id="rId519" Type="http://schemas.openxmlformats.org/officeDocument/2006/relationships/slide" Target="slides/slide517.xml"/><Relationship Id="rId520" Type="http://schemas.openxmlformats.org/officeDocument/2006/relationships/slide" Target="slides/slide518.xml"/><Relationship Id="rId521" Type="http://schemas.openxmlformats.org/officeDocument/2006/relationships/slide" Target="slides/slide519.xml"/><Relationship Id="rId522" Type="http://schemas.openxmlformats.org/officeDocument/2006/relationships/slide" Target="slides/slide520.xml"/><Relationship Id="rId523" Type="http://schemas.openxmlformats.org/officeDocument/2006/relationships/slide" Target="slides/slide521.xml"/><Relationship Id="rId524" Type="http://schemas.openxmlformats.org/officeDocument/2006/relationships/slide" Target="slides/slide522.xml"/><Relationship Id="rId525" Type="http://schemas.openxmlformats.org/officeDocument/2006/relationships/slide" Target="slides/slide523.xml"/><Relationship Id="rId526" Type="http://schemas.openxmlformats.org/officeDocument/2006/relationships/slide" Target="slides/slide524.xml"/><Relationship Id="rId527" Type="http://schemas.openxmlformats.org/officeDocument/2006/relationships/slide" Target="slides/slide525.xml"/><Relationship Id="rId528" Type="http://schemas.openxmlformats.org/officeDocument/2006/relationships/slide" Target="slides/slide526.xml"/><Relationship Id="rId529" Type="http://schemas.openxmlformats.org/officeDocument/2006/relationships/slide" Target="slides/slide527.xml"/><Relationship Id="rId530" Type="http://schemas.openxmlformats.org/officeDocument/2006/relationships/slide" Target="slides/slide528.xml"/><Relationship Id="rId531" Type="http://schemas.openxmlformats.org/officeDocument/2006/relationships/slide" Target="slides/slide529.xml"/><Relationship Id="rId532" Type="http://schemas.openxmlformats.org/officeDocument/2006/relationships/slide" Target="slides/slide530.xml"/><Relationship Id="rId533" Type="http://schemas.openxmlformats.org/officeDocument/2006/relationships/slide" Target="slides/slide531.xml"/><Relationship Id="rId534" Type="http://schemas.openxmlformats.org/officeDocument/2006/relationships/slide" Target="slides/slide532.xml"/><Relationship Id="rId535" Type="http://schemas.openxmlformats.org/officeDocument/2006/relationships/slide" Target="slides/slide533.xml"/><Relationship Id="rId536" Type="http://schemas.openxmlformats.org/officeDocument/2006/relationships/slide" Target="slides/slide534.xml"/><Relationship Id="rId537" Type="http://schemas.openxmlformats.org/officeDocument/2006/relationships/slide" Target="slides/slide535.xml"/><Relationship Id="rId538" Type="http://schemas.openxmlformats.org/officeDocument/2006/relationships/slide" Target="slides/slide536.xml"/><Relationship Id="rId539" Type="http://schemas.openxmlformats.org/officeDocument/2006/relationships/slide" Target="slides/slide537.xml"/><Relationship Id="rId540" Type="http://schemas.openxmlformats.org/officeDocument/2006/relationships/slide" Target="slides/slide538.xml"/><Relationship Id="rId541" Type="http://schemas.openxmlformats.org/officeDocument/2006/relationships/slide" Target="slides/slide539.xml"/><Relationship Id="rId542" Type="http://schemas.openxmlformats.org/officeDocument/2006/relationships/slide" Target="slides/slide540.xml"/><Relationship Id="rId543" Type="http://schemas.openxmlformats.org/officeDocument/2006/relationships/slide" Target="slides/slide541.xml"/><Relationship Id="rId544" Type="http://schemas.openxmlformats.org/officeDocument/2006/relationships/slide" Target="slides/slide542.xml"/><Relationship Id="rId545" Type="http://schemas.openxmlformats.org/officeDocument/2006/relationships/slide" Target="slides/slide543.xml"/><Relationship Id="rId546" Type="http://schemas.openxmlformats.org/officeDocument/2006/relationships/slide" Target="slides/slide544.xml"/><Relationship Id="rId547" Type="http://schemas.openxmlformats.org/officeDocument/2006/relationships/slide" Target="slides/slide545.xml"/><Relationship Id="rId548" Type="http://schemas.openxmlformats.org/officeDocument/2006/relationships/slide" Target="slides/slide546.xml"/><Relationship Id="rId549" Type="http://schemas.openxmlformats.org/officeDocument/2006/relationships/slide" Target="slides/slide547.xml"/><Relationship Id="rId550" Type="http://schemas.openxmlformats.org/officeDocument/2006/relationships/slide" Target="slides/slide548.xml"/><Relationship Id="rId551" Type="http://schemas.openxmlformats.org/officeDocument/2006/relationships/slide" Target="slides/slide549.xml"/><Relationship Id="rId552" Type="http://schemas.openxmlformats.org/officeDocument/2006/relationships/slide" Target="slides/slide550.xml"/><Relationship Id="rId553" Type="http://schemas.openxmlformats.org/officeDocument/2006/relationships/slide" Target="slides/slide551.xml"/><Relationship Id="rId554" Type="http://schemas.openxmlformats.org/officeDocument/2006/relationships/slide" Target="slides/slide552.xml"/><Relationship Id="rId555" Type="http://schemas.openxmlformats.org/officeDocument/2006/relationships/slide" Target="slides/slide553.xml"/><Relationship Id="rId556" Type="http://schemas.openxmlformats.org/officeDocument/2006/relationships/slide" Target="slides/slide554.xml"/><Relationship Id="rId557" Type="http://schemas.openxmlformats.org/officeDocument/2006/relationships/slide" Target="slides/slide555.xml"/><Relationship Id="rId558" Type="http://schemas.openxmlformats.org/officeDocument/2006/relationships/slide" Target="slides/slide556.xml"/><Relationship Id="rId559" Type="http://schemas.openxmlformats.org/officeDocument/2006/relationships/slide" Target="slides/slide557.xml"/><Relationship Id="rId560" Type="http://schemas.openxmlformats.org/officeDocument/2006/relationships/slide" Target="slides/slide558.xml"/><Relationship Id="rId561" Type="http://schemas.openxmlformats.org/officeDocument/2006/relationships/slide" Target="slides/slide559.xml"/><Relationship Id="rId562" Type="http://schemas.openxmlformats.org/officeDocument/2006/relationships/slide" Target="slides/slide560.xml"/><Relationship Id="rId563" Type="http://schemas.openxmlformats.org/officeDocument/2006/relationships/slide" Target="slides/slide561.xml"/><Relationship Id="rId564" Type="http://schemas.openxmlformats.org/officeDocument/2006/relationships/slide" Target="slides/slide562.xml"/><Relationship Id="rId565" Type="http://schemas.openxmlformats.org/officeDocument/2006/relationships/slide" Target="slides/slide563.xml"/><Relationship Id="rId566" Type="http://schemas.openxmlformats.org/officeDocument/2006/relationships/slide" Target="slides/slide564.xml"/><Relationship Id="rId567" Type="http://schemas.openxmlformats.org/officeDocument/2006/relationships/slide" Target="slides/slide565.xml"/><Relationship Id="rId568" Type="http://schemas.openxmlformats.org/officeDocument/2006/relationships/slide" Target="slides/slide566.xml"/><Relationship Id="rId569" Type="http://schemas.openxmlformats.org/officeDocument/2006/relationships/slide" Target="slides/slide567.xml"/><Relationship Id="rId570" Type="http://schemas.openxmlformats.org/officeDocument/2006/relationships/slide" Target="slides/slide568.xml"/><Relationship Id="rId571" Type="http://schemas.openxmlformats.org/officeDocument/2006/relationships/slide" Target="slides/slide569.xml"/><Relationship Id="rId572" Type="http://schemas.openxmlformats.org/officeDocument/2006/relationships/slide" Target="slides/slide570.xml"/><Relationship Id="rId573" Type="http://schemas.openxmlformats.org/officeDocument/2006/relationships/slide" Target="slides/slide571.xml"/><Relationship Id="rId574" Type="http://schemas.openxmlformats.org/officeDocument/2006/relationships/slide" Target="slides/slide572.xml"/><Relationship Id="rId575" Type="http://schemas.openxmlformats.org/officeDocument/2006/relationships/slide" Target="slides/slide573.xml"/><Relationship Id="rId576" Type="http://schemas.openxmlformats.org/officeDocument/2006/relationships/slide" Target="slides/slide574.xml"/><Relationship Id="rId577" Type="http://schemas.openxmlformats.org/officeDocument/2006/relationships/slide" Target="slides/slide575.xml"/><Relationship Id="rId578" Type="http://schemas.openxmlformats.org/officeDocument/2006/relationships/slide" Target="slides/slide576.xml"/><Relationship Id="rId579" Type="http://schemas.openxmlformats.org/officeDocument/2006/relationships/slide" Target="slides/slide577.xml"/><Relationship Id="rId580" Type="http://schemas.openxmlformats.org/officeDocument/2006/relationships/slide" Target="slides/slide578.xml"/><Relationship Id="rId581" Type="http://schemas.openxmlformats.org/officeDocument/2006/relationships/slide" Target="slides/slide579.xml"/><Relationship Id="rId582" Type="http://schemas.openxmlformats.org/officeDocument/2006/relationships/slide" Target="slides/slide580.xml"/><Relationship Id="rId583" Type="http://schemas.openxmlformats.org/officeDocument/2006/relationships/slide" Target="slides/slide581.xml"/><Relationship Id="rId584" Type="http://schemas.openxmlformats.org/officeDocument/2006/relationships/slide" Target="slides/slide582.xml"/><Relationship Id="rId585" Type="http://schemas.openxmlformats.org/officeDocument/2006/relationships/slide" Target="slides/slide583.xml"/><Relationship Id="rId586" Type="http://schemas.openxmlformats.org/officeDocument/2006/relationships/slide" Target="slides/slide584.xml"/><Relationship Id="rId587" Type="http://schemas.openxmlformats.org/officeDocument/2006/relationships/slide" Target="slides/slide585.xml"/><Relationship Id="rId588" Type="http://schemas.openxmlformats.org/officeDocument/2006/relationships/slide" Target="slides/slide586.xml"/><Relationship Id="rId589" Type="http://schemas.openxmlformats.org/officeDocument/2006/relationships/slide" Target="slides/slide587.xml"/><Relationship Id="rId590" Type="http://schemas.openxmlformats.org/officeDocument/2006/relationships/slide" Target="slides/slide588.xml"/><Relationship Id="rId591" Type="http://schemas.openxmlformats.org/officeDocument/2006/relationships/slide" Target="slides/slide589.xml"/><Relationship Id="rId592" Type="http://schemas.openxmlformats.org/officeDocument/2006/relationships/slide" Target="slides/slide590.xml"/><Relationship Id="rId593" Type="http://schemas.openxmlformats.org/officeDocument/2006/relationships/slide" Target="slides/slide591.xml"/><Relationship Id="rId594" Type="http://schemas.openxmlformats.org/officeDocument/2006/relationships/slide" Target="slides/slide592.xml"/><Relationship Id="rId595" Type="http://schemas.openxmlformats.org/officeDocument/2006/relationships/slide" Target="slides/slide593.xml"/><Relationship Id="rId596" Type="http://schemas.openxmlformats.org/officeDocument/2006/relationships/slide" Target="slides/slide594.xml"/><Relationship Id="rId597" Type="http://schemas.openxmlformats.org/officeDocument/2006/relationships/slide" Target="slides/slide595.xml"/><Relationship Id="rId598" Type="http://schemas.openxmlformats.org/officeDocument/2006/relationships/slide" Target="slides/slide596.xml"/><Relationship Id="rId599" Type="http://schemas.openxmlformats.org/officeDocument/2006/relationships/slide" Target="slides/slide597.xml"/><Relationship Id="rId600" Type="http://schemas.openxmlformats.org/officeDocument/2006/relationships/slide" Target="slides/slide598.xml"/><Relationship Id="rId601" Type="http://schemas.openxmlformats.org/officeDocument/2006/relationships/slide" Target="slides/slide599.xml"/><Relationship Id="rId602" Type="http://schemas.openxmlformats.org/officeDocument/2006/relationships/slide" Target="slides/slide600.xml"/><Relationship Id="rId603" Type="http://schemas.openxmlformats.org/officeDocument/2006/relationships/slide" Target="slides/slide601.xml"/><Relationship Id="rId604" Type="http://schemas.openxmlformats.org/officeDocument/2006/relationships/slide" Target="slides/slide602.xml"/><Relationship Id="rId605" Type="http://schemas.openxmlformats.org/officeDocument/2006/relationships/slide" Target="slides/slide603.xml"/><Relationship Id="rId606" Type="http://schemas.openxmlformats.org/officeDocument/2006/relationships/slide" Target="slides/slide604.xml"/><Relationship Id="rId607" Type="http://schemas.openxmlformats.org/officeDocument/2006/relationships/slide" Target="slides/slide605.xml"/><Relationship Id="rId608" Type="http://schemas.openxmlformats.org/officeDocument/2006/relationships/slide" Target="slides/slide606.xml"/><Relationship Id="rId609" Type="http://schemas.openxmlformats.org/officeDocument/2006/relationships/slide" Target="slides/slide607.xml"/><Relationship Id="rId610" Type="http://schemas.openxmlformats.org/officeDocument/2006/relationships/slide" Target="slides/slide608.xml"/><Relationship Id="rId611" Type="http://schemas.openxmlformats.org/officeDocument/2006/relationships/slide" Target="slides/slide609.xml"/><Relationship Id="rId612" Type="http://schemas.openxmlformats.org/officeDocument/2006/relationships/slide" Target="slides/slide610.xml"/><Relationship Id="rId613" Type="http://schemas.openxmlformats.org/officeDocument/2006/relationships/slide" Target="slides/slide611.xml"/><Relationship Id="rId614" Type="http://schemas.openxmlformats.org/officeDocument/2006/relationships/slide" Target="slides/slide612.xml"/><Relationship Id="rId615" Type="http://schemas.openxmlformats.org/officeDocument/2006/relationships/slide" Target="slides/slide613.xml"/><Relationship Id="rId616" Type="http://schemas.openxmlformats.org/officeDocument/2006/relationships/slide" Target="slides/slide614.xml"/><Relationship Id="rId617" Type="http://schemas.openxmlformats.org/officeDocument/2006/relationships/slide" Target="slides/slide615.xml"/><Relationship Id="rId618" Type="http://schemas.openxmlformats.org/officeDocument/2006/relationships/slide" Target="slides/slide616.xml"/><Relationship Id="rId619" Type="http://schemas.openxmlformats.org/officeDocument/2006/relationships/slide" Target="slides/slide617.xml"/><Relationship Id="rId620" Type="http://schemas.openxmlformats.org/officeDocument/2006/relationships/slide" Target="slides/slide618.xml"/><Relationship Id="rId621" Type="http://schemas.openxmlformats.org/officeDocument/2006/relationships/slide" Target="slides/slide619.xml"/><Relationship Id="rId622" Type="http://schemas.openxmlformats.org/officeDocument/2006/relationships/slide" Target="slides/slide620.xml"/><Relationship Id="rId623" Type="http://schemas.openxmlformats.org/officeDocument/2006/relationships/slide" Target="slides/slide621.xml"/><Relationship Id="rId624" Type="http://schemas.openxmlformats.org/officeDocument/2006/relationships/slide" Target="slides/slide622.xml"/><Relationship Id="rId625" Type="http://schemas.openxmlformats.org/officeDocument/2006/relationships/slide" Target="slides/slide623.xml"/><Relationship Id="rId626" Type="http://schemas.openxmlformats.org/officeDocument/2006/relationships/slide" Target="slides/slide624.xml"/><Relationship Id="rId627" Type="http://schemas.openxmlformats.org/officeDocument/2006/relationships/slide" Target="slides/slide625.xml"/><Relationship Id="rId628" Type="http://schemas.openxmlformats.org/officeDocument/2006/relationships/slide" Target="slides/slide626.xml"/><Relationship Id="rId629" Type="http://schemas.openxmlformats.org/officeDocument/2006/relationships/slide" Target="slides/slide627.xml"/><Relationship Id="rId630" Type="http://schemas.openxmlformats.org/officeDocument/2006/relationships/slide" Target="slides/slide628.xml"/><Relationship Id="rId631" Type="http://schemas.openxmlformats.org/officeDocument/2006/relationships/slide" Target="slides/slide629.xml"/><Relationship Id="rId632" Type="http://schemas.openxmlformats.org/officeDocument/2006/relationships/slide" Target="slides/slide630.xml"/><Relationship Id="rId633" Type="http://schemas.openxmlformats.org/officeDocument/2006/relationships/slide" Target="slides/slide631.xml"/><Relationship Id="rId634" Type="http://schemas.openxmlformats.org/officeDocument/2006/relationships/slide" Target="slides/slide632.xml"/><Relationship Id="rId635" Type="http://schemas.openxmlformats.org/officeDocument/2006/relationships/slide" Target="slides/slide633.xml"/><Relationship Id="rId636" Type="http://schemas.openxmlformats.org/officeDocument/2006/relationships/slide" Target="slides/slide634.xml"/><Relationship Id="rId637" Type="http://schemas.openxmlformats.org/officeDocument/2006/relationships/slide" Target="slides/slide635.xml"/><Relationship Id="rId638" Type="http://schemas.openxmlformats.org/officeDocument/2006/relationships/slide" Target="slides/slide636.xml"/><Relationship Id="rId639" Type="http://schemas.openxmlformats.org/officeDocument/2006/relationships/slide" Target="slides/slide637.xml"/><Relationship Id="rId640" Type="http://schemas.openxmlformats.org/officeDocument/2006/relationships/slide" Target="slides/slide638.xml"/><Relationship Id="rId641" Type="http://schemas.openxmlformats.org/officeDocument/2006/relationships/slide" Target="slides/slide639.xml"/><Relationship Id="rId642" Type="http://schemas.openxmlformats.org/officeDocument/2006/relationships/slide" Target="slides/slide640.xml"/><Relationship Id="rId643" Type="http://schemas.openxmlformats.org/officeDocument/2006/relationships/slide" Target="slides/slide641.xml"/><Relationship Id="rId644" Type="http://schemas.openxmlformats.org/officeDocument/2006/relationships/slide" Target="slides/slide642.xml"/><Relationship Id="rId645" Type="http://schemas.openxmlformats.org/officeDocument/2006/relationships/slide" Target="slides/slide643.xml"/><Relationship Id="rId646" Type="http://schemas.openxmlformats.org/officeDocument/2006/relationships/slide" Target="slides/slide644.xml"/><Relationship Id="rId647" Type="http://schemas.openxmlformats.org/officeDocument/2006/relationships/slide" Target="slides/slide645.xml"/><Relationship Id="rId648" Type="http://schemas.openxmlformats.org/officeDocument/2006/relationships/slide" Target="slides/slide646.xml"/><Relationship Id="rId649" Type="http://schemas.openxmlformats.org/officeDocument/2006/relationships/slide" Target="slides/slide647.xml"/><Relationship Id="rId650" Type="http://schemas.openxmlformats.org/officeDocument/2006/relationships/slide" Target="slides/slide648.xml"/><Relationship Id="rId651" Type="http://schemas.openxmlformats.org/officeDocument/2006/relationships/slide" Target="slides/slide649.xml"/><Relationship Id="rId652" Type="http://schemas.openxmlformats.org/officeDocument/2006/relationships/slide" Target="slides/slide650.xml"/><Relationship Id="rId653" Type="http://schemas.openxmlformats.org/officeDocument/2006/relationships/slide" Target="slides/slide651.xml"/><Relationship Id="rId654" Type="http://schemas.openxmlformats.org/officeDocument/2006/relationships/slide" Target="slides/slide652.xml"/><Relationship Id="rId655" Type="http://schemas.openxmlformats.org/officeDocument/2006/relationships/slide" Target="slides/slide653.xml"/><Relationship Id="rId656" Type="http://schemas.openxmlformats.org/officeDocument/2006/relationships/slide" Target="slides/slide654.xml"/><Relationship Id="rId657" Type="http://schemas.openxmlformats.org/officeDocument/2006/relationships/slide" Target="slides/slide655.xml"/><Relationship Id="rId658" Type="http://schemas.openxmlformats.org/officeDocument/2006/relationships/slide" Target="slides/slide656.xml"/><Relationship Id="rId659" Type="http://schemas.openxmlformats.org/officeDocument/2006/relationships/slide" Target="slides/slide657.xml"/><Relationship Id="rId660" Type="http://schemas.openxmlformats.org/officeDocument/2006/relationships/slide" Target="slides/slide658.xml"/><Relationship Id="rId661" Type="http://schemas.openxmlformats.org/officeDocument/2006/relationships/slide" Target="slides/slide659.xml"/><Relationship Id="rId662" Type="http://schemas.openxmlformats.org/officeDocument/2006/relationships/slide" Target="slides/slide660.xml"/><Relationship Id="rId663" Type="http://schemas.openxmlformats.org/officeDocument/2006/relationships/slide" Target="slides/slide661.xml"/><Relationship Id="rId664" Type="http://schemas.openxmlformats.org/officeDocument/2006/relationships/slide" Target="slides/slide662.xml"/><Relationship Id="rId665" Type="http://schemas.openxmlformats.org/officeDocument/2006/relationships/slide" Target="slides/slide663.xml"/><Relationship Id="rId666" Type="http://schemas.openxmlformats.org/officeDocument/2006/relationships/slide" Target="slides/slide664.xml"/><Relationship Id="rId667" Type="http://schemas.openxmlformats.org/officeDocument/2006/relationships/slide" Target="slides/slide665.xml"/><Relationship Id="rId668" Type="http://schemas.openxmlformats.org/officeDocument/2006/relationships/slide" Target="slides/slide666.xml"/><Relationship Id="rId669" Type="http://schemas.openxmlformats.org/officeDocument/2006/relationships/slide" Target="slides/slide667.xml"/><Relationship Id="rId670" Type="http://schemas.openxmlformats.org/officeDocument/2006/relationships/slide" Target="slides/slide668.xml"/><Relationship Id="rId671" Type="http://schemas.openxmlformats.org/officeDocument/2006/relationships/slide" Target="slides/slide669.xml"/><Relationship Id="rId672" Type="http://schemas.openxmlformats.org/officeDocument/2006/relationships/slide" Target="slides/slide670.xml"/><Relationship Id="rId673" Type="http://schemas.openxmlformats.org/officeDocument/2006/relationships/slide" Target="slides/slide671.xml"/><Relationship Id="rId674" Type="http://schemas.openxmlformats.org/officeDocument/2006/relationships/slide" Target="slides/slide672.xml"/><Relationship Id="rId675" Type="http://schemas.openxmlformats.org/officeDocument/2006/relationships/slide" Target="slides/slide673.xml"/><Relationship Id="rId676" Type="http://schemas.openxmlformats.org/officeDocument/2006/relationships/slide" Target="slides/slide674.xml"/><Relationship Id="rId677" Type="http://schemas.openxmlformats.org/officeDocument/2006/relationships/slide" Target="slides/slide675.xml"/><Relationship Id="rId678" Type="http://schemas.openxmlformats.org/officeDocument/2006/relationships/slide" Target="slides/slide676.xml"/><Relationship Id="rId679" Type="http://schemas.openxmlformats.org/officeDocument/2006/relationships/slide" Target="slides/slide677.xml"/><Relationship Id="rId680" Type="http://schemas.openxmlformats.org/officeDocument/2006/relationships/slide" Target="slides/slide678.xml"/><Relationship Id="rId681" Type="http://schemas.openxmlformats.org/officeDocument/2006/relationships/slide" Target="slides/slide679.xml"/><Relationship Id="rId682" Type="http://schemas.openxmlformats.org/officeDocument/2006/relationships/slide" Target="slides/slide680.xml"/><Relationship Id="rId683" Type="http://schemas.openxmlformats.org/officeDocument/2006/relationships/slide" Target="slides/slide681.xml"/><Relationship Id="rId684" Type="http://schemas.openxmlformats.org/officeDocument/2006/relationships/slide" Target="slides/slide682.xml"/><Relationship Id="rId685" Type="http://schemas.openxmlformats.org/officeDocument/2006/relationships/slide" Target="slides/slide683.xml"/><Relationship Id="rId686" Type="http://schemas.openxmlformats.org/officeDocument/2006/relationships/slide" Target="slides/slide684.xml"/><Relationship Id="rId687" Type="http://schemas.openxmlformats.org/officeDocument/2006/relationships/slide" Target="slides/slide685.xml"/><Relationship Id="rId688" Type="http://schemas.openxmlformats.org/officeDocument/2006/relationships/slide" Target="slides/slide686.xml"/><Relationship Id="rId689" Type="http://schemas.openxmlformats.org/officeDocument/2006/relationships/slide" Target="slides/slide687.xml"/><Relationship Id="rId690" Type="http://schemas.openxmlformats.org/officeDocument/2006/relationships/slide" Target="slides/slide688.xml"/><Relationship Id="rId691" Type="http://schemas.openxmlformats.org/officeDocument/2006/relationships/slide" Target="slides/slide689.xml"/><Relationship Id="rId692" Type="http://schemas.openxmlformats.org/officeDocument/2006/relationships/slide" Target="slides/slide690.xml"/><Relationship Id="rId693" Type="http://schemas.openxmlformats.org/officeDocument/2006/relationships/slide" Target="slides/slide691.xml"/><Relationship Id="rId694" Type="http://schemas.openxmlformats.org/officeDocument/2006/relationships/slide" Target="slides/slide692.xml"/><Relationship Id="rId695" Type="http://schemas.openxmlformats.org/officeDocument/2006/relationships/slide" Target="slides/slide693.xml"/><Relationship Id="rId696" Type="http://schemas.openxmlformats.org/officeDocument/2006/relationships/slide" Target="slides/slide694.xml"/><Relationship Id="rId697" Type="http://schemas.openxmlformats.org/officeDocument/2006/relationships/slide" Target="slides/slide695.xml"/><Relationship Id="rId698" Type="http://schemas.openxmlformats.org/officeDocument/2006/relationships/slide" Target="slides/slide696.xml"/><Relationship Id="rId699" Type="http://schemas.openxmlformats.org/officeDocument/2006/relationships/slide" Target="slides/slide697.xml"/><Relationship Id="rId700" Type="http://schemas.openxmlformats.org/officeDocument/2006/relationships/slide" Target="slides/slide698.xml"/><Relationship Id="rId701" Type="http://schemas.openxmlformats.org/officeDocument/2006/relationships/slide" Target="slides/slide699.xml"/><Relationship Id="rId702" Type="http://schemas.openxmlformats.org/officeDocument/2006/relationships/slide" Target="slides/slide700.xml"/><Relationship Id="rId703" Type="http://schemas.openxmlformats.org/officeDocument/2006/relationships/slide" Target="slides/slide701.xml"/><Relationship Id="rId704" Type="http://schemas.openxmlformats.org/officeDocument/2006/relationships/slide" Target="slides/slide702.xml"/><Relationship Id="rId705" Type="http://schemas.openxmlformats.org/officeDocument/2006/relationships/slide" Target="slides/slide703.xml"/><Relationship Id="rId706" Type="http://schemas.openxmlformats.org/officeDocument/2006/relationships/slide" Target="slides/slide704.xml"/><Relationship Id="rId707" Type="http://schemas.openxmlformats.org/officeDocument/2006/relationships/slide" Target="slides/slide705.xml"/><Relationship Id="rId708" Type="http://schemas.openxmlformats.org/officeDocument/2006/relationships/slide" Target="slides/slide706.xml"/><Relationship Id="rId709" Type="http://schemas.openxmlformats.org/officeDocument/2006/relationships/slide" Target="slides/slide707.xml"/><Relationship Id="rId710" Type="http://schemas.openxmlformats.org/officeDocument/2006/relationships/slide" Target="slides/slide708.xml"/><Relationship Id="rId711" Type="http://schemas.openxmlformats.org/officeDocument/2006/relationships/slide" Target="slides/slide709.xml"/><Relationship Id="rId712" Type="http://schemas.openxmlformats.org/officeDocument/2006/relationships/slide" Target="slides/slide710.xml"/><Relationship Id="rId713" Type="http://schemas.openxmlformats.org/officeDocument/2006/relationships/slide" Target="slides/slide711.xml"/><Relationship Id="rId714" Type="http://schemas.openxmlformats.org/officeDocument/2006/relationships/slide" Target="slides/slide712.xml"/><Relationship Id="rId715" Type="http://schemas.openxmlformats.org/officeDocument/2006/relationships/slide" Target="slides/slide713.xml"/><Relationship Id="rId716" Type="http://schemas.openxmlformats.org/officeDocument/2006/relationships/slide" Target="slides/slide714.xml"/><Relationship Id="rId717" Type="http://schemas.openxmlformats.org/officeDocument/2006/relationships/slide" Target="slides/slide715.xml"/><Relationship Id="rId718" Type="http://schemas.openxmlformats.org/officeDocument/2006/relationships/slide" Target="slides/slide716.xml"/><Relationship Id="rId719" Type="http://schemas.openxmlformats.org/officeDocument/2006/relationships/slide" Target="slides/slide717.xml"/><Relationship Id="rId720" Type="http://schemas.openxmlformats.org/officeDocument/2006/relationships/slide" Target="slides/slide718.xml"/><Relationship Id="rId721" Type="http://schemas.openxmlformats.org/officeDocument/2006/relationships/slide" Target="slides/slide719.xml"/><Relationship Id="rId722" Type="http://schemas.openxmlformats.org/officeDocument/2006/relationships/slide" Target="slides/slide720.xml"/><Relationship Id="rId723" Type="http://schemas.openxmlformats.org/officeDocument/2006/relationships/slide" Target="slides/slide721.xml"/><Relationship Id="rId724" Type="http://schemas.openxmlformats.org/officeDocument/2006/relationships/slide" Target="slides/slide722.xml"/><Relationship Id="rId725" Type="http://schemas.openxmlformats.org/officeDocument/2006/relationships/slide" Target="slides/slide723.xml"/><Relationship Id="rId726" Type="http://schemas.openxmlformats.org/officeDocument/2006/relationships/slide" Target="slides/slide724.xml"/><Relationship Id="rId727" Type="http://schemas.openxmlformats.org/officeDocument/2006/relationships/slide" Target="slides/slide725.xml"/><Relationship Id="rId728" Type="http://schemas.openxmlformats.org/officeDocument/2006/relationships/slide" Target="slides/slide726.xml"/><Relationship Id="rId729" Type="http://schemas.openxmlformats.org/officeDocument/2006/relationships/slide" Target="slides/slide727.xml"/><Relationship Id="rId730" Type="http://schemas.openxmlformats.org/officeDocument/2006/relationships/slide" Target="slides/slide728.xml"/><Relationship Id="rId731" Type="http://schemas.openxmlformats.org/officeDocument/2006/relationships/slide" Target="slides/slide729.xml"/><Relationship Id="rId732" Type="http://schemas.openxmlformats.org/officeDocument/2006/relationships/slide" Target="slides/slide730.xml"/><Relationship Id="rId733" Type="http://schemas.openxmlformats.org/officeDocument/2006/relationships/slide" Target="slides/slide731.xml"/><Relationship Id="rId734" Type="http://schemas.openxmlformats.org/officeDocument/2006/relationships/slide" Target="slides/slide732.xml"/><Relationship Id="rId735" Type="http://schemas.openxmlformats.org/officeDocument/2006/relationships/slide" Target="slides/slide733.xml"/><Relationship Id="rId736" Type="http://schemas.openxmlformats.org/officeDocument/2006/relationships/slide" Target="slides/slide734.xml"/><Relationship Id="rId737" Type="http://schemas.openxmlformats.org/officeDocument/2006/relationships/slide" Target="slides/slide735.xml"/><Relationship Id="rId738" Type="http://schemas.openxmlformats.org/officeDocument/2006/relationships/slide" Target="slides/slide736.xml"/><Relationship Id="rId739" Type="http://schemas.openxmlformats.org/officeDocument/2006/relationships/slide" Target="slides/slide737.xml"/><Relationship Id="rId740" Type="http://schemas.openxmlformats.org/officeDocument/2006/relationships/slide" Target="slides/slide738.xml"/><Relationship Id="rId741" Type="http://schemas.openxmlformats.org/officeDocument/2006/relationships/slide" Target="slides/slide739.xml"/><Relationship Id="rId742" Type="http://schemas.openxmlformats.org/officeDocument/2006/relationships/slide" Target="slides/slide740.xml"/><Relationship Id="rId743" Type="http://schemas.openxmlformats.org/officeDocument/2006/relationships/slide" Target="slides/slide741.xml"/><Relationship Id="rId744" Type="http://schemas.openxmlformats.org/officeDocument/2006/relationships/slide" Target="slides/slide742.xml"/><Relationship Id="rId745" Type="http://schemas.openxmlformats.org/officeDocument/2006/relationships/slide" Target="slides/slide743.xml"/><Relationship Id="rId746" Type="http://schemas.openxmlformats.org/officeDocument/2006/relationships/slide" Target="slides/slide744.xml"/><Relationship Id="rId747" Type="http://schemas.openxmlformats.org/officeDocument/2006/relationships/slide" Target="slides/slide745.xml"/><Relationship Id="rId748" Type="http://schemas.openxmlformats.org/officeDocument/2006/relationships/slide" Target="slides/slide746.xml"/><Relationship Id="rId749" Type="http://schemas.openxmlformats.org/officeDocument/2006/relationships/slide" Target="slides/slide747.xml"/><Relationship Id="rId750" Type="http://schemas.openxmlformats.org/officeDocument/2006/relationships/slide" Target="slides/slide748.xml"/><Relationship Id="rId751" Type="http://schemas.openxmlformats.org/officeDocument/2006/relationships/slide" Target="slides/slide749.xml"/><Relationship Id="rId752" Type="http://schemas.openxmlformats.org/officeDocument/2006/relationships/slide" Target="slides/slide750.xml"/><Relationship Id="rId753" Type="http://schemas.openxmlformats.org/officeDocument/2006/relationships/slide" Target="slides/slide751.xml"/><Relationship Id="rId754" Type="http://schemas.openxmlformats.org/officeDocument/2006/relationships/slide" Target="slides/slide752.xml"/><Relationship Id="rId755" Type="http://schemas.openxmlformats.org/officeDocument/2006/relationships/slide" Target="slides/slide753.xml"/><Relationship Id="rId756" Type="http://schemas.openxmlformats.org/officeDocument/2006/relationships/slide" Target="slides/slide754.xml"/><Relationship Id="rId757" Type="http://schemas.openxmlformats.org/officeDocument/2006/relationships/slide" Target="slides/slide755.xml"/><Relationship Id="rId758" Type="http://schemas.openxmlformats.org/officeDocument/2006/relationships/slide" Target="slides/slide756.xml"/><Relationship Id="rId759" Type="http://schemas.openxmlformats.org/officeDocument/2006/relationships/slide" Target="slides/slide757.xml"/><Relationship Id="rId760" Type="http://schemas.openxmlformats.org/officeDocument/2006/relationships/slide" Target="slides/slide758.xml"/><Relationship Id="rId761" Type="http://schemas.openxmlformats.org/officeDocument/2006/relationships/slide" Target="slides/slide759.xml"/><Relationship Id="rId762" Type="http://schemas.openxmlformats.org/officeDocument/2006/relationships/slide" Target="slides/slide760.xml"/><Relationship Id="rId763" Type="http://schemas.openxmlformats.org/officeDocument/2006/relationships/slide" Target="slides/slide761.xml"/><Relationship Id="rId764" Type="http://schemas.openxmlformats.org/officeDocument/2006/relationships/slide" Target="slides/slide762.xml"/><Relationship Id="rId765" Type="http://schemas.openxmlformats.org/officeDocument/2006/relationships/slide" Target="slides/slide763.xml"/><Relationship Id="rId766" Type="http://schemas.openxmlformats.org/officeDocument/2006/relationships/slide" Target="slides/slide764.xml"/><Relationship Id="rId767" Type="http://schemas.openxmlformats.org/officeDocument/2006/relationships/slide" Target="slides/slide765.xml"/><Relationship Id="rId768" Type="http://schemas.openxmlformats.org/officeDocument/2006/relationships/slide" Target="slides/slide766.xml"/><Relationship Id="rId769" Type="http://schemas.openxmlformats.org/officeDocument/2006/relationships/slide" Target="slides/slide767.xml"/><Relationship Id="rId770" Type="http://schemas.openxmlformats.org/officeDocument/2006/relationships/slide" Target="slides/slide768.xml"/><Relationship Id="rId771" Type="http://schemas.openxmlformats.org/officeDocument/2006/relationships/slide" Target="slides/slide769.xml"/><Relationship Id="rId772" Type="http://schemas.openxmlformats.org/officeDocument/2006/relationships/slide" Target="slides/slide770.xml"/><Relationship Id="rId773" Type="http://schemas.openxmlformats.org/officeDocument/2006/relationships/slide" Target="slides/slide771.xml"/><Relationship Id="rId774" Type="http://schemas.openxmlformats.org/officeDocument/2006/relationships/slide" Target="slides/slide772.xml"/><Relationship Id="rId775" Type="http://schemas.openxmlformats.org/officeDocument/2006/relationships/slide" Target="slides/slide773.xml"/><Relationship Id="rId776" Type="http://schemas.openxmlformats.org/officeDocument/2006/relationships/slide" Target="slides/slide774.xml"/><Relationship Id="rId777" Type="http://schemas.openxmlformats.org/officeDocument/2006/relationships/slide" Target="slides/slide775.xml"/><Relationship Id="rId778" Type="http://schemas.openxmlformats.org/officeDocument/2006/relationships/slide" Target="slides/slide776.xml"/><Relationship Id="rId779" Type="http://schemas.openxmlformats.org/officeDocument/2006/relationships/slide" Target="slides/slide777.xml"/><Relationship Id="rId780" Type="http://schemas.openxmlformats.org/officeDocument/2006/relationships/slide" Target="slides/slide778.xml"/><Relationship Id="rId781" Type="http://schemas.openxmlformats.org/officeDocument/2006/relationships/slide" Target="slides/slide779.xml"/><Relationship Id="rId782" Type="http://schemas.openxmlformats.org/officeDocument/2006/relationships/slide" Target="slides/slide780.xml"/><Relationship Id="rId783" Type="http://schemas.openxmlformats.org/officeDocument/2006/relationships/slide" Target="slides/slide781.xml"/><Relationship Id="rId784" Type="http://schemas.openxmlformats.org/officeDocument/2006/relationships/slide" Target="slides/slide782.xml"/><Relationship Id="rId785" Type="http://schemas.openxmlformats.org/officeDocument/2006/relationships/slide" Target="slides/slide783.xml"/><Relationship Id="rId786" Type="http://schemas.openxmlformats.org/officeDocument/2006/relationships/slide" Target="slides/slide784.xml"/><Relationship Id="rId787" Type="http://schemas.openxmlformats.org/officeDocument/2006/relationships/slide" Target="slides/slide785.xml"/><Relationship Id="rId788" Type="http://schemas.openxmlformats.org/officeDocument/2006/relationships/slide" Target="slides/slide786.xml"/><Relationship Id="rId789" Type="http://schemas.openxmlformats.org/officeDocument/2006/relationships/slide" Target="slides/slide787.xml"/><Relationship Id="rId790" Type="http://schemas.openxmlformats.org/officeDocument/2006/relationships/slide" Target="slides/slide788.xml"/><Relationship Id="rId791" Type="http://schemas.openxmlformats.org/officeDocument/2006/relationships/slide" Target="slides/slide789.xml"/><Relationship Id="rId792" Type="http://schemas.openxmlformats.org/officeDocument/2006/relationships/slide" Target="slides/slide790.xml"/><Relationship Id="rId793" Type="http://schemas.openxmlformats.org/officeDocument/2006/relationships/slide" Target="slides/slide791.xml"/><Relationship Id="rId794" Type="http://schemas.openxmlformats.org/officeDocument/2006/relationships/slide" Target="slides/slide792.xml"/><Relationship Id="rId795" Type="http://schemas.openxmlformats.org/officeDocument/2006/relationships/slide" Target="slides/slide793.xml"/><Relationship Id="rId796" Type="http://schemas.openxmlformats.org/officeDocument/2006/relationships/slide" Target="slides/slide794.xml"/><Relationship Id="rId797" Type="http://schemas.openxmlformats.org/officeDocument/2006/relationships/slide" Target="slides/slide795.xml"/><Relationship Id="rId798" Type="http://schemas.openxmlformats.org/officeDocument/2006/relationships/slide" Target="slides/slide796.xml"/><Relationship Id="rId799" Type="http://schemas.openxmlformats.org/officeDocument/2006/relationships/slide" Target="slides/slide797.xml"/><Relationship Id="rId800" Type="http://schemas.openxmlformats.org/officeDocument/2006/relationships/slide" Target="slides/slide798.xml"/><Relationship Id="rId801" Type="http://schemas.openxmlformats.org/officeDocument/2006/relationships/slide" Target="slides/slide799.xml"/><Relationship Id="rId802" Type="http://schemas.openxmlformats.org/officeDocument/2006/relationships/slide" Target="slides/slide800.xml"/><Relationship Id="rId803" Type="http://schemas.openxmlformats.org/officeDocument/2006/relationships/slide" Target="slides/slide801.xml"/><Relationship Id="rId804" Type="http://schemas.openxmlformats.org/officeDocument/2006/relationships/slide" Target="slides/slide802.xml"/><Relationship Id="rId805" Type="http://schemas.openxmlformats.org/officeDocument/2006/relationships/slide" Target="slides/slide803.xml"/><Relationship Id="rId806" Type="http://schemas.openxmlformats.org/officeDocument/2006/relationships/slide" Target="slides/slide804.xml"/><Relationship Id="rId807" Type="http://schemas.openxmlformats.org/officeDocument/2006/relationships/slide" Target="slides/slide805.xml"/><Relationship Id="rId808" Type="http://schemas.openxmlformats.org/officeDocument/2006/relationships/slide" Target="slides/slide806.xml"/><Relationship Id="rId809" Type="http://schemas.openxmlformats.org/officeDocument/2006/relationships/slide" Target="slides/slide807.xml"/><Relationship Id="rId810" Type="http://schemas.openxmlformats.org/officeDocument/2006/relationships/slide" Target="slides/slide808.xml"/><Relationship Id="rId811" Type="http://schemas.openxmlformats.org/officeDocument/2006/relationships/slide" Target="slides/slide809.xml"/><Relationship Id="rId812" Type="http://schemas.openxmlformats.org/officeDocument/2006/relationships/slide" Target="slides/slide810.xml"/><Relationship Id="rId813" Type="http://schemas.openxmlformats.org/officeDocument/2006/relationships/slide" Target="slides/slide811.xml"/><Relationship Id="rId814" Type="http://schemas.openxmlformats.org/officeDocument/2006/relationships/slide" Target="slides/slide812.xml"/><Relationship Id="rId815" Type="http://schemas.openxmlformats.org/officeDocument/2006/relationships/slide" Target="slides/slide813.xml"/><Relationship Id="rId816" Type="http://schemas.openxmlformats.org/officeDocument/2006/relationships/slide" Target="slides/slide814.xml"/><Relationship Id="rId817" Type="http://schemas.openxmlformats.org/officeDocument/2006/relationships/slide" Target="slides/slide815.xml"/><Relationship Id="rId818" Type="http://schemas.openxmlformats.org/officeDocument/2006/relationships/slide" Target="slides/slide816.xml"/><Relationship Id="rId819" Type="http://schemas.openxmlformats.org/officeDocument/2006/relationships/slide" Target="slides/slide817.xml"/><Relationship Id="rId820" Type="http://schemas.openxmlformats.org/officeDocument/2006/relationships/slide" Target="slides/slide818.xml"/><Relationship Id="rId821" Type="http://schemas.openxmlformats.org/officeDocument/2006/relationships/slide" Target="slides/slide819.xml"/><Relationship Id="rId822" Type="http://schemas.openxmlformats.org/officeDocument/2006/relationships/slide" Target="slides/slide820.xml"/><Relationship Id="rId823" Type="http://schemas.openxmlformats.org/officeDocument/2006/relationships/slide" Target="slides/slide821.xml"/><Relationship Id="rId824" Type="http://schemas.openxmlformats.org/officeDocument/2006/relationships/slide" Target="slides/slide822.xml"/><Relationship Id="rId825" Type="http://schemas.openxmlformats.org/officeDocument/2006/relationships/slide" Target="slides/slide823.xml"/><Relationship Id="rId826" Type="http://schemas.openxmlformats.org/officeDocument/2006/relationships/slide" Target="slides/slide824.xml"/><Relationship Id="rId827" Type="http://schemas.openxmlformats.org/officeDocument/2006/relationships/slide" Target="slides/slide825.xml"/><Relationship Id="rId828" Type="http://schemas.openxmlformats.org/officeDocument/2006/relationships/slide" Target="slides/slide826.xml"/><Relationship Id="rId829" Type="http://schemas.openxmlformats.org/officeDocument/2006/relationships/slide" Target="slides/slide827.xml"/><Relationship Id="rId830" Type="http://schemas.openxmlformats.org/officeDocument/2006/relationships/slide" Target="slides/slide828.xml"/><Relationship Id="rId831" Type="http://schemas.openxmlformats.org/officeDocument/2006/relationships/slide" Target="slides/slide829.xml"/><Relationship Id="rId832" Type="http://schemas.openxmlformats.org/officeDocument/2006/relationships/slide" Target="slides/slide830.xml"/><Relationship Id="rId833" Type="http://schemas.openxmlformats.org/officeDocument/2006/relationships/slide" Target="slides/slide831.xml"/><Relationship Id="rId834" Type="http://schemas.openxmlformats.org/officeDocument/2006/relationships/slide" Target="slides/slide832.xml"/><Relationship Id="rId835" Type="http://schemas.openxmlformats.org/officeDocument/2006/relationships/slide" Target="slides/slide833.xml"/><Relationship Id="rId836" Type="http://schemas.openxmlformats.org/officeDocument/2006/relationships/slide" Target="slides/slide834.xml"/><Relationship Id="rId837" Type="http://schemas.openxmlformats.org/officeDocument/2006/relationships/slide" Target="slides/slide835.xml"/><Relationship Id="rId838" Type="http://schemas.openxmlformats.org/officeDocument/2006/relationships/slide" Target="slides/slide836.xml"/><Relationship Id="rId839" Type="http://schemas.openxmlformats.org/officeDocument/2006/relationships/slide" Target="slides/slide837.xml"/><Relationship Id="rId840" Type="http://schemas.openxmlformats.org/officeDocument/2006/relationships/slide" Target="slides/slide838.xml"/><Relationship Id="rId841" Type="http://schemas.openxmlformats.org/officeDocument/2006/relationships/slide" Target="slides/slide839.xml"/><Relationship Id="rId842" Type="http://schemas.openxmlformats.org/officeDocument/2006/relationships/slide" Target="slides/slide840.xml"/><Relationship Id="rId843" Type="http://schemas.openxmlformats.org/officeDocument/2006/relationships/slide" Target="slides/slide841.xml"/><Relationship Id="rId844" Type="http://schemas.openxmlformats.org/officeDocument/2006/relationships/slide" Target="slides/slide842.xml"/><Relationship Id="rId845" Type="http://schemas.openxmlformats.org/officeDocument/2006/relationships/slide" Target="slides/slide843.xml"/><Relationship Id="rId846" Type="http://schemas.openxmlformats.org/officeDocument/2006/relationships/slide" Target="slides/slide844.xml"/><Relationship Id="rId847" Type="http://schemas.openxmlformats.org/officeDocument/2006/relationships/slide" Target="slides/slide845.xml"/><Relationship Id="rId848" Type="http://schemas.openxmlformats.org/officeDocument/2006/relationships/slide" Target="slides/slide846.xml"/><Relationship Id="rId849" Type="http://schemas.openxmlformats.org/officeDocument/2006/relationships/slide" Target="slides/slide847.xml"/><Relationship Id="rId850" Type="http://schemas.openxmlformats.org/officeDocument/2006/relationships/slide" Target="slides/slide848.xml"/><Relationship Id="rId851" Type="http://schemas.openxmlformats.org/officeDocument/2006/relationships/slide" Target="slides/slide849.xml"/><Relationship Id="rId852" Type="http://schemas.openxmlformats.org/officeDocument/2006/relationships/slide" Target="slides/slide850.xml"/><Relationship Id="rId853" Type="http://schemas.openxmlformats.org/officeDocument/2006/relationships/slide" Target="slides/slide851.xml"/><Relationship Id="rId854" Type="http://schemas.openxmlformats.org/officeDocument/2006/relationships/slide" Target="slides/slide852.xml"/><Relationship Id="rId855" Type="http://schemas.openxmlformats.org/officeDocument/2006/relationships/slide" Target="slides/slide853.xml"/><Relationship Id="rId856" Type="http://schemas.openxmlformats.org/officeDocument/2006/relationships/slide" Target="slides/slide854.xml"/><Relationship Id="rId857" Type="http://schemas.openxmlformats.org/officeDocument/2006/relationships/slide" Target="slides/slide855.xml"/><Relationship Id="rId858" Type="http://schemas.openxmlformats.org/officeDocument/2006/relationships/slide" Target="slides/slide856.xml"/><Relationship Id="rId859" Type="http://schemas.openxmlformats.org/officeDocument/2006/relationships/slide" Target="slides/slide857.xml"/><Relationship Id="rId860" Type="http://schemas.openxmlformats.org/officeDocument/2006/relationships/slide" Target="slides/slide858.xml"/><Relationship Id="rId861" Type="http://schemas.openxmlformats.org/officeDocument/2006/relationships/slide" Target="slides/slide859.xml"/><Relationship Id="rId862" Type="http://schemas.openxmlformats.org/officeDocument/2006/relationships/slide" Target="slides/slide860.xml"/><Relationship Id="rId863" Type="http://schemas.openxmlformats.org/officeDocument/2006/relationships/slide" Target="slides/slide861.xml"/><Relationship Id="rId864" Type="http://schemas.openxmlformats.org/officeDocument/2006/relationships/slide" Target="slides/slide862.xml"/><Relationship Id="rId865" Type="http://schemas.openxmlformats.org/officeDocument/2006/relationships/slide" Target="slides/slide863.xml"/><Relationship Id="rId866" Type="http://schemas.openxmlformats.org/officeDocument/2006/relationships/slide" Target="slides/slide864.xml"/><Relationship Id="rId867" Type="http://schemas.openxmlformats.org/officeDocument/2006/relationships/slide" Target="slides/slide865.xml"/><Relationship Id="rId868" Type="http://schemas.openxmlformats.org/officeDocument/2006/relationships/slide" Target="slides/slide866.xml"/><Relationship Id="rId869" Type="http://schemas.openxmlformats.org/officeDocument/2006/relationships/slide" Target="slides/slide867.xml"/><Relationship Id="rId870" Type="http://schemas.openxmlformats.org/officeDocument/2006/relationships/slide" Target="slides/slide868.xml"/><Relationship Id="rId871" Type="http://schemas.openxmlformats.org/officeDocument/2006/relationships/slide" Target="slides/slide869.xml"/><Relationship Id="rId872" Type="http://schemas.openxmlformats.org/officeDocument/2006/relationships/slide" Target="slides/slide870.xml"/><Relationship Id="rId873" Type="http://schemas.openxmlformats.org/officeDocument/2006/relationships/slide" Target="slides/slide871.xml"/><Relationship Id="rId874" Type="http://schemas.openxmlformats.org/officeDocument/2006/relationships/slide" Target="slides/slide872.xml"/><Relationship Id="rId875" Type="http://schemas.openxmlformats.org/officeDocument/2006/relationships/slide" Target="slides/slide873.xml"/><Relationship Id="rId876" Type="http://schemas.openxmlformats.org/officeDocument/2006/relationships/slide" Target="slides/slide874.xml"/><Relationship Id="rId877" Type="http://schemas.openxmlformats.org/officeDocument/2006/relationships/slide" Target="slides/slide875.xml"/><Relationship Id="rId878" Type="http://schemas.openxmlformats.org/officeDocument/2006/relationships/slide" Target="slides/slide876.xml"/><Relationship Id="rId879" Type="http://schemas.openxmlformats.org/officeDocument/2006/relationships/slide" Target="slides/slide877.xml"/><Relationship Id="rId880" Type="http://schemas.openxmlformats.org/officeDocument/2006/relationships/slide" Target="slides/slide878.xml"/><Relationship Id="rId881" Type="http://schemas.openxmlformats.org/officeDocument/2006/relationships/slide" Target="slides/slide879.xml"/><Relationship Id="rId882" Type="http://schemas.openxmlformats.org/officeDocument/2006/relationships/slide" Target="slides/slide880.xml"/><Relationship Id="rId883" Type="http://schemas.openxmlformats.org/officeDocument/2006/relationships/slide" Target="slides/slide881.xml"/><Relationship Id="rId884" Type="http://schemas.openxmlformats.org/officeDocument/2006/relationships/slide" Target="slides/slide882.xml"/><Relationship Id="rId885" Type="http://schemas.openxmlformats.org/officeDocument/2006/relationships/slide" Target="slides/slide883.xml"/><Relationship Id="rId886" Type="http://schemas.openxmlformats.org/officeDocument/2006/relationships/slide" Target="slides/slide884.xml"/><Relationship Id="rId887" Type="http://schemas.openxmlformats.org/officeDocument/2006/relationships/slide" Target="slides/slide885.xml"/><Relationship Id="rId888" Type="http://schemas.openxmlformats.org/officeDocument/2006/relationships/slide" Target="slides/slide886.xml"/><Relationship Id="rId889" Type="http://schemas.openxmlformats.org/officeDocument/2006/relationships/slide" Target="slides/slide887.xml"/><Relationship Id="rId890" Type="http://schemas.openxmlformats.org/officeDocument/2006/relationships/slide" Target="slides/slide888.xml"/><Relationship Id="rId891" Type="http://schemas.openxmlformats.org/officeDocument/2006/relationships/slide" Target="slides/slide889.xml"/><Relationship Id="rId892" Type="http://schemas.openxmlformats.org/officeDocument/2006/relationships/slide" Target="slides/slide890.xml"/><Relationship Id="rId893" Type="http://schemas.openxmlformats.org/officeDocument/2006/relationships/slide" Target="slides/slide891.xml"/><Relationship Id="rId894" Type="http://schemas.openxmlformats.org/officeDocument/2006/relationships/slide" Target="slides/slide892.xml"/><Relationship Id="rId895" Type="http://schemas.openxmlformats.org/officeDocument/2006/relationships/slide" Target="slides/slide893.xml"/><Relationship Id="rId896" Type="http://schemas.openxmlformats.org/officeDocument/2006/relationships/slide" Target="slides/slide894.xml"/><Relationship Id="rId897" Type="http://schemas.openxmlformats.org/officeDocument/2006/relationships/slide" Target="slides/slide895.xml"/><Relationship Id="rId898" Type="http://schemas.openxmlformats.org/officeDocument/2006/relationships/slide" Target="slides/slide896.xml"/><Relationship Id="rId899" Type="http://schemas.openxmlformats.org/officeDocument/2006/relationships/slide" Target="slides/slide897.xml"/><Relationship Id="rId900" Type="http://schemas.openxmlformats.org/officeDocument/2006/relationships/slide" Target="slides/slide898.xml"/><Relationship Id="rId901" Type="http://schemas.openxmlformats.org/officeDocument/2006/relationships/slide" Target="slides/slide899.xml"/><Relationship Id="rId902" Type="http://schemas.openxmlformats.org/officeDocument/2006/relationships/slide" Target="slides/slide900.xml"/><Relationship Id="rId903" Type="http://schemas.openxmlformats.org/officeDocument/2006/relationships/slide" Target="slides/slide901.xml"/><Relationship Id="rId904" Type="http://schemas.openxmlformats.org/officeDocument/2006/relationships/slide" Target="slides/slide902.xml"/><Relationship Id="rId905" Type="http://schemas.openxmlformats.org/officeDocument/2006/relationships/slide" Target="slides/slide903.xml"/><Relationship Id="rId906" Type="http://schemas.openxmlformats.org/officeDocument/2006/relationships/slide" Target="slides/slide904.xml"/><Relationship Id="rId907" Type="http://schemas.openxmlformats.org/officeDocument/2006/relationships/slide" Target="slides/slide905.xml"/><Relationship Id="rId908" Type="http://schemas.openxmlformats.org/officeDocument/2006/relationships/slide" Target="slides/slide906.xml"/><Relationship Id="rId909" Type="http://schemas.openxmlformats.org/officeDocument/2006/relationships/slide" Target="slides/slide907.xml"/><Relationship Id="rId910" Type="http://schemas.openxmlformats.org/officeDocument/2006/relationships/slide" Target="slides/slide908.xml"/><Relationship Id="rId911" Type="http://schemas.openxmlformats.org/officeDocument/2006/relationships/slide" Target="slides/slide909.xml"/><Relationship Id="rId912" Type="http://schemas.openxmlformats.org/officeDocument/2006/relationships/slide" Target="slides/slide910.xml"/><Relationship Id="rId913" Type="http://schemas.openxmlformats.org/officeDocument/2006/relationships/slide" Target="slides/slide911.xml"/><Relationship Id="rId914" Type="http://schemas.openxmlformats.org/officeDocument/2006/relationships/slide" Target="slides/slide912.xml"/><Relationship Id="rId915" Type="http://schemas.openxmlformats.org/officeDocument/2006/relationships/slide" Target="slides/slide913.xml"/><Relationship Id="rId916" Type="http://schemas.openxmlformats.org/officeDocument/2006/relationships/slide" Target="slides/slide914.xml"/><Relationship Id="rId917" Type="http://schemas.openxmlformats.org/officeDocument/2006/relationships/slide" Target="slides/slide915.xml"/><Relationship Id="rId918" Type="http://schemas.openxmlformats.org/officeDocument/2006/relationships/slide" Target="slides/slide916.xml"/><Relationship Id="rId919" Type="http://schemas.openxmlformats.org/officeDocument/2006/relationships/slide" Target="slides/slide917.xml"/><Relationship Id="rId920" Type="http://schemas.openxmlformats.org/officeDocument/2006/relationships/slide" Target="slides/slide918.xml"/><Relationship Id="rId921" Type="http://schemas.openxmlformats.org/officeDocument/2006/relationships/slide" Target="slides/slide919.xml"/><Relationship Id="rId922" Type="http://schemas.openxmlformats.org/officeDocument/2006/relationships/slide" Target="slides/slide920.xml"/><Relationship Id="rId923" Type="http://schemas.openxmlformats.org/officeDocument/2006/relationships/slide" Target="slides/slide921.xml"/><Relationship Id="rId924" Type="http://schemas.openxmlformats.org/officeDocument/2006/relationships/slide" Target="slides/slide922.xml"/><Relationship Id="rId925" Type="http://schemas.openxmlformats.org/officeDocument/2006/relationships/slide" Target="slides/slide923.xml"/><Relationship Id="rId926" Type="http://schemas.openxmlformats.org/officeDocument/2006/relationships/slide" Target="slides/slide924.xml"/><Relationship Id="rId927" Type="http://schemas.openxmlformats.org/officeDocument/2006/relationships/slide" Target="slides/slide925.xml"/><Relationship Id="rId928" Type="http://schemas.openxmlformats.org/officeDocument/2006/relationships/slide" Target="slides/slide926.xml"/><Relationship Id="rId929" Type="http://schemas.openxmlformats.org/officeDocument/2006/relationships/slide" Target="slides/slide927.xml"/><Relationship Id="rId930" Type="http://schemas.openxmlformats.org/officeDocument/2006/relationships/slide" Target="slides/slide928.xml"/><Relationship Id="rId931" Type="http://schemas.openxmlformats.org/officeDocument/2006/relationships/slide" Target="slides/slide929.xml"/><Relationship Id="rId932" Type="http://schemas.openxmlformats.org/officeDocument/2006/relationships/slide" Target="slides/slide930.xml"/><Relationship Id="rId933" Type="http://schemas.openxmlformats.org/officeDocument/2006/relationships/slide" Target="slides/slide931.xml"/><Relationship Id="rId934" Type="http://schemas.openxmlformats.org/officeDocument/2006/relationships/slide" Target="slides/slide932.xml"/><Relationship Id="rId935" Type="http://schemas.openxmlformats.org/officeDocument/2006/relationships/slide" Target="slides/slide933.xml"/><Relationship Id="rId936" Type="http://schemas.openxmlformats.org/officeDocument/2006/relationships/slide" Target="slides/slide934.xml"/><Relationship Id="rId937" Type="http://schemas.openxmlformats.org/officeDocument/2006/relationships/slide" Target="slides/slide935.xml"/><Relationship Id="rId938" Type="http://schemas.openxmlformats.org/officeDocument/2006/relationships/slide" Target="slides/slide936.xml"/><Relationship Id="rId939" Type="http://schemas.openxmlformats.org/officeDocument/2006/relationships/slide" Target="slides/slide937.xml"/><Relationship Id="rId940" Type="http://schemas.openxmlformats.org/officeDocument/2006/relationships/slide" Target="slides/slide938.xml"/><Relationship Id="rId941" Type="http://schemas.openxmlformats.org/officeDocument/2006/relationships/slide" Target="slides/slide939.xml"/><Relationship Id="rId942" Type="http://schemas.openxmlformats.org/officeDocument/2006/relationships/slide" Target="slides/slide940.xml"/><Relationship Id="rId943" Type="http://schemas.openxmlformats.org/officeDocument/2006/relationships/slide" Target="slides/slide941.xml"/><Relationship Id="rId944" Type="http://schemas.openxmlformats.org/officeDocument/2006/relationships/slide" Target="slides/slide942.xml"/><Relationship Id="rId945" Type="http://schemas.openxmlformats.org/officeDocument/2006/relationships/slide" Target="slides/slide943.xml"/><Relationship Id="rId946" Type="http://schemas.openxmlformats.org/officeDocument/2006/relationships/slide" Target="slides/slide944.xml"/><Relationship Id="rId947" Type="http://schemas.openxmlformats.org/officeDocument/2006/relationships/slide" Target="slides/slide945.xml"/><Relationship Id="rId948" Type="http://schemas.openxmlformats.org/officeDocument/2006/relationships/slide" Target="slides/slide946.xml"/><Relationship Id="rId949" Type="http://schemas.openxmlformats.org/officeDocument/2006/relationships/slide" Target="slides/slide947.xml"/><Relationship Id="rId950" Type="http://schemas.openxmlformats.org/officeDocument/2006/relationships/slide" Target="slides/slide948.xml"/><Relationship Id="rId951" Type="http://schemas.openxmlformats.org/officeDocument/2006/relationships/slide" Target="slides/slide949.xml"/><Relationship Id="rId952" Type="http://schemas.openxmlformats.org/officeDocument/2006/relationships/slide" Target="slides/slide950.xml"/><Relationship Id="rId953" Type="http://schemas.openxmlformats.org/officeDocument/2006/relationships/slide" Target="slides/slide951.xml"/><Relationship Id="rId954" Type="http://schemas.openxmlformats.org/officeDocument/2006/relationships/slide" Target="slides/slide952.xml"/><Relationship Id="rId955" Type="http://schemas.openxmlformats.org/officeDocument/2006/relationships/slide" Target="slides/slide953.xml"/><Relationship Id="rId956" Type="http://schemas.openxmlformats.org/officeDocument/2006/relationships/slide" Target="slides/slide954.xml"/><Relationship Id="rId957" Type="http://schemas.openxmlformats.org/officeDocument/2006/relationships/slide" Target="slides/slide955.xml"/><Relationship Id="rId958" Type="http://schemas.openxmlformats.org/officeDocument/2006/relationships/slide" Target="slides/slide956.xml"/><Relationship Id="rId959" Type="http://schemas.openxmlformats.org/officeDocument/2006/relationships/slide" Target="slides/slide957.xml"/><Relationship Id="rId960" Type="http://schemas.openxmlformats.org/officeDocument/2006/relationships/slide" Target="slides/slide958.xml"/><Relationship Id="rId961" Type="http://schemas.openxmlformats.org/officeDocument/2006/relationships/slide" Target="slides/slide959.xml"/><Relationship Id="rId962" Type="http://schemas.openxmlformats.org/officeDocument/2006/relationships/slide" Target="slides/slide960.xml"/><Relationship Id="rId963" Type="http://schemas.openxmlformats.org/officeDocument/2006/relationships/slide" Target="slides/slide961.xml"/><Relationship Id="rId964" Type="http://schemas.openxmlformats.org/officeDocument/2006/relationships/slide" Target="slides/slide962.xml"/><Relationship Id="rId965" Type="http://schemas.openxmlformats.org/officeDocument/2006/relationships/slide" Target="slides/slide963.xml"/><Relationship Id="rId966" Type="http://schemas.openxmlformats.org/officeDocument/2006/relationships/slide" Target="slides/slide964.xml"/><Relationship Id="rId967" Type="http://schemas.openxmlformats.org/officeDocument/2006/relationships/slide" Target="slides/slide965.xml"/><Relationship Id="rId968" Type="http://schemas.openxmlformats.org/officeDocument/2006/relationships/slide" Target="slides/slide966.xml"/><Relationship Id="rId969" Type="http://schemas.openxmlformats.org/officeDocument/2006/relationships/slide" Target="slides/slide967.xml"/><Relationship Id="rId970" Type="http://schemas.openxmlformats.org/officeDocument/2006/relationships/slide" Target="slides/slide968.xml"/><Relationship Id="rId971" Type="http://schemas.openxmlformats.org/officeDocument/2006/relationships/slide" Target="slides/slide969.xml"/><Relationship Id="rId972" Type="http://schemas.openxmlformats.org/officeDocument/2006/relationships/slide" Target="slides/slide970.xml"/><Relationship Id="rId973" Type="http://schemas.openxmlformats.org/officeDocument/2006/relationships/slide" Target="slides/slide971.xml"/><Relationship Id="rId974" Type="http://schemas.openxmlformats.org/officeDocument/2006/relationships/slide" Target="slides/slide972.xml"/><Relationship Id="rId975" Type="http://schemas.openxmlformats.org/officeDocument/2006/relationships/slide" Target="slides/slide973.xml"/><Relationship Id="rId976" Type="http://schemas.openxmlformats.org/officeDocument/2006/relationships/slide" Target="slides/slide974.xml"/><Relationship Id="rId977" Type="http://schemas.openxmlformats.org/officeDocument/2006/relationships/slide" Target="slides/slide975.xml"/><Relationship Id="rId978" Type="http://schemas.openxmlformats.org/officeDocument/2006/relationships/slide" Target="slides/slide976.xml"/><Relationship Id="rId979" Type="http://schemas.openxmlformats.org/officeDocument/2006/relationships/slide" Target="slides/slide977.xml"/><Relationship Id="rId980" Type="http://schemas.openxmlformats.org/officeDocument/2006/relationships/slide" Target="slides/slide978.xml"/><Relationship Id="rId981" Type="http://schemas.openxmlformats.org/officeDocument/2006/relationships/slide" Target="slides/slide979.xml"/><Relationship Id="rId982" Type="http://schemas.openxmlformats.org/officeDocument/2006/relationships/slide" Target="slides/slide980.xml"/><Relationship Id="rId983" Type="http://schemas.openxmlformats.org/officeDocument/2006/relationships/slide" Target="slides/slide981.xml"/><Relationship Id="rId984" Type="http://schemas.openxmlformats.org/officeDocument/2006/relationships/slide" Target="slides/slide982.xml"/><Relationship Id="rId985" Type="http://schemas.openxmlformats.org/officeDocument/2006/relationships/slide" Target="slides/slide983.xml"/><Relationship Id="rId986" Type="http://schemas.openxmlformats.org/officeDocument/2006/relationships/slide" Target="slides/slide984.xml"/><Relationship Id="rId987" Type="http://schemas.openxmlformats.org/officeDocument/2006/relationships/slide" Target="slides/slide985.xml"/><Relationship Id="rId988" Type="http://schemas.openxmlformats.org/officeDocument/2006/relationships/slide" Target="slides/slide986.xml"/><Relationship Id="rId989" Type="http://schemas.openxmlformats.org/officeDocument/2006/relationships/slide" Target="slides/slide987.xml"/><Relationship Id="rId990" Type="http://schemas.openxmlformats.org/officeDocument/2006/relationships/slide" Target="slides/slide988.xml"/><Relationship Id="rId991" Type="http://schemas.openxmlformats.org/officeDocument/2006/relationships/slide" Target="slides/slide989.xml"/><Relationship Id="rId992" Type="http://schemas.openxmlformats.org/officeDocument/2006/relationships/slide" Target="slides/slide990.xml"/><Relationship Id="rId993" Type="http://schemas.openxmlformats.org/officeDocument/2006/relationships/slide" Target="slides/slide991.xml"/><Relationship Id="rId994" Type="http://schemas.openxmlformats.org/officeDocument/2006/relationships/slide" Target="slides/slide992.xml"/><Relationship Id="rId995" Type="http://schemas.openxmlformats.org/officeDocument/2006/relationships/slide" Target="slides/slide993.xml"/><Relationship Id="rId996" Type="http://schemas.openxmlformats.org/officeDocument/2006/relationships/slide" Target="slides/slide994.xml"/><Relationship Id="rId997" Type="http://schemas.openxmlformats.org/officeDocument/2006/relationships/slide" Target="slides/slide995.xml"/><Relationship Id="rId998" Type="http://schemas.openxmlformats.org/officeDocument/2006/relationships/slide" Target="slides/slide996.xml"/><Relationship Id="rId999" Type="http://schemas.openxmlformats.org/officeDocument/2006/relationships/slide" Target="slides/slide997.xml"/><Relationship Id="rId1000" Type="http://schemas.openxmlformats.org/officeDocument/2006/relationships/slide" Target="slides/slide998.xml"/><Relationship Id="rId1001" Type="http://schemas.openxmlformats.org/officeDocument/2006/relationships/slide" Target="slides/slide999.xml"/><Relationship Id="rId1002" Type="http://schemas.openxmlformats.org/officeDocument/2006/relationships/slide" Target="slides/slide1000.xml"/><Relationship Id="rId1003" Type="http://schemas.openxmlformats.org/officeDocument/2006/relationships/slide" Target="slides/slide1001.xml"/><Relationship Id="rId1004" Type="http://schemas.openxmlformats.org/officeDocument/2006/relationships/slide" Target="slides/slide1002.xml"/><Relationship Id="rId1005" Type="http://schemas.openxmlformats.org/officeDocument/2006/relationships/slide" Target="slides/slide1003.xml"/><Relationship Id="rId1006" Type="http://schemas.openxmlformats.org/officeDocument/2006/relationships/slide" Target="slides/slide1004.xml"/><Relationship Id="rId1007" Type="http://schemas.openxmlformats.org/officeDocument/2006/relationships/slide" Target="slides/slide1005.xml"/><Relationship Id="rId1008" Type="http://schemas.openxmlformats.org/officeDocument/2006/relationships/slide" Target="slides/slide1006.xml"/><Relationship Id="rId1009" Type="http://schemas.openxmlformats.org/officeDocument/2006/relationships/slide" Target="slides/slide1007.xml"/><Relationship Id="rId1010" Type="http://schemas.openxmlformats.org/officeDocument/2006/relationships/slide" Target="slides/slide1008.xml"/><Relationship Id="rId1011" Type="http://schemas.openxmlformats.org/officeDocument/2006/relationships/slide" Target="slides/slide1009.xml"/><Relationship Id="rId1012" Type="http://schemas.openxmlformats.org/officeDocument/2006/relationships/slide" Target="slides/slide1010.xml"/><Relationship Id="rId1013" Type="http://schemas.openxmlformats.org/officeDocument/2006/relationships/slide" Target="slides/slide1011.xml"/><Relationship Id="rId1014" Type="http://schemas.openxmlformats.org/officeDocument/2006/relationships/slide" Target="slides/slide1012.xml"/><Relationship Id="rId1015" Type="http://schemas.openxmlformats.org/officeDocument/2006/relationships/slide" Target="slides/slide1013.xml"/><Relationship Id="rId1016" Type="http://schemas.openxmlformats.org/officeDocument/2006/relationships/slide" Target="slides/slide1014.xml"/><Relationship Id="rId1017" Type="http://schemas.openxmlformats.org/officeDocument/2006/relationships/slide" Target="slides/slide1015.xml"/><Relationship Id="rId1018" Type="http://schemas.openxmlformats.org/officeDocument/2006/relationships/slide" Target="slides/slide1016.xml"/><Relationship Id="rId1019" Type="http://schemas.openxmlformats.org/officeDocument/2006/relationships/slide" Target="slides/slide1017.xml"/><Relationship Id="rId1020" Type="http://schemas.openxmlformats.org/officeDocument/2006/relationships/slide" Target="slides/slide1018.xml"/><Relationship Id="rId1021" Type="http://schemas.openxmlformats.org/officeDocument/2006/relationships/slide" Target="slides/slide1019.xml"/><Relationship Id="rId1022" Type="http://schemas.openxmlformats.org/officeDocument/2006/relationships/slide" Target="slides/slide1020.xml"/><Relationship Id="rId1023" Type="http://schemas.openxmlformats.org/officeDocument/2006/relationships/slide" Target="slides/slide1021.xml"/><Relationship Id="rId1024" Type="http://schemas.openxmlformats.org/officeDocument/2006/relationships/slide" Target="slides/slide1022.xml"/><Relationship Id="rId1025" Type="http://schemas.openxmlformats.org/officeDocument/2006/relationships/slide" Target="slides/slide1023.xml"/><Relationship Id="rId1026" Type="http://schemas.openxmlformats.org/officeDocument/2006/relationships/slide" Target="slides/slide1024.xml"/><Relationship Id="rId1027" Type="http://schemas.openxmlformats.org/officeDocument/2006/relationships/slide" Target="slides/slide1025.xml"/><Relationship Id="rId1028" Type="http://schemas.openxmlformats.org/officeDocument/2006/relationships/slide" Target="slides/slide1026.xml"/><Relationship Id="rId1029" Type="http://schemas.openxmlformats.org/officeDocument/2006/relationships/slide" Target="slides/slide1027.xml"/><Relationship Id="rId1030" Type="http://schemas.openxmlformats.org/officeDocument/2006/relationships/slide" Target="slides/slide1028.xml"/><Relationship Id="rId1031" Type="http://schemas.openxmlformats.org/officeDocument/2006/relationships/slide" Target="slides/slide1029.xml"/><Relationship Id="rId1032" Type="http://schemas.openxmlformats.org/officeDocument/2006/relationships/slide" Target="slides/slide1030.xml"/><Relationship Id="rId1033" Type="http://schemas.openxmlformats.org/officeDocument/2006/relationships/slide" Target="slides/slide1031.xml"/><Relationship Id="rId1034" Type="http://schemas.openxmlformats.org/officeDocument/2006/relationships/slide" Target="slides/slide1032.xml"/><Relationship Id="rId1035" Type="http://schemas.openxmlformats.org/officeDocument/2006/relationships/slide" Target="slides/slide1033.xml"/><Relationship Id="rId1036" Type="http://schemas.openxmlformats.org/officeDocument/2006/relationships/slide" Target="slides/slide1034.xml"/><Relationship Id="rId1037" Type="http://schemas.openxmlformats.org/officeDocument/2006/relationships/slide" Target="slides/slide1035.xml"/><Relationship Id="rId1038" Type="http://schemas.openxmlformats.org/officeDocument/2006/relationships/slide" Target="slides/slide1036.xml"/><Relationship Id="rId1039" Type="http://schemas.openxmlformats.org/officeDocument/2006/relationships/slide" Target="slides/slide1037.xml"/><Relationship Id="rId1040" Type="http://schemas.openxmlformats.org/officeDocument/2006/relationships/slide" Target="slides/slide1038.xml"/><Relationship Id="rId1041" Type="http://schemas.openxmlformats.org/officeDocument/2006/relationships/slide" Target="slides/slide1039.xml"/><Relationship Id="rId1042" Type="http://schemas.openxmlformats.org/officeDocument/2006/relationships/slide" Target="slides/slide1040.xml"/><Relationship Id="rId1043" Type="http://schemas.openxmlformats.org/officeDocument/2006/relationships/slide" Target="slides/slide1041.xml"/><Relationship Id="rId1044" Type="http://schemas.openxmlformats.org/officeDocument/2006/relationships/slide" Target="slides/slide1042.xml"/><Relationship Id="rId1045" Type="http://schemas.openxmlformats.org/officeDocument/2006/relationships/slide" Target="slides/slide1043.xml"/><Relationship Id="rId1046" Type="http://schemas.openxmlformats.org/officeDocument/2006/relationships/slide" Target="slides/slide1044.xml"/><Relationship Id="rId1047" Type="http://schemas.openxmlformats.org/officeDocument/2006/relationships/slide" Target="slides/slide1045.xml"/><Relationship Id="rId1048" Type="http://schemas.openxmlformats.org/officeDocument/2006/relationships/slide" Target="slides/slide1046.xml"/><Relationship Id="rId1049" Type="http://schemas.openxmlformats.org/officeDocument/2006/relationships/slide" Target="slides/slide1047.xml"/><Relationship Id="rId1050" Type="http://schemas.openxmlformats.org/officeDocument/2006/relationships/slide" Target="slides/slide1048.xml"/><Relationship Id="rId1051" Type="http://schemas.openxmlformats.org/officeDocument/2006/relationships/slide" Target="slides/slide1049.xml"/><Relationship Id="rId1052" Type="http://schemas.openxmlformats.org/officeDocument/2006/relationships/slide" Target="slides/slide1050.xml"/><Relationship Id="rId1053" Type="http://schemas.openxmlformats.org/officeDocument/2006/relationships/slide" Target="slides/slide1051.xml"/><Relationship Id="rId1054" Type="http://schemas.openxmlformats.org/officeDocument/2006/relationships/slide" Target="slides/slide1052.xml"/><Relationship Id="rId1055" Type="http://schemas.openxmlformats.org/officeDocument/2006/relationships/slide" Target="slides/slide1053.xml"/><Relationship Id="rId1056" Type="http://schemas.openxmlformats.org/officeDocument/2006/relationships/slide" Target="slides/slide1054.xml"/><Relationship Id="rId1057" Type="http://schemas.openxmlformats.org/officeDocument/2006/relationships/slide" Target="slides/slide1055.xml"/><Relationship Id="rId1058" Type="http://schemas.openxmlformats.org/officeDocument/2006/relationships/slide" Target="slides/slide1056.xml"/><Relationship Id="rId1059" Type="http://schemas.openxmlformats.org/officeDocument/2006/relationships/slide" Target="slides/slide1057.xml"/><Relationship Id="rId1060" Type="http://schemas.openxmlformats.org/officeDocument/2006/relationships/slide" Target="slides/slide1058.xml"/><Relationship Id="rId1061" Type="http://schemas.openxmlformats.org/officeDocument/2006/relationships/slide" Target="slides/slide1059.xml"/><Relationship Id="rId1062" Type="http://schemas.openxmlformats.org/officeDocument/2006/relationships/slide" Target="slides/slide1060.xml"/><Relationship Id="rId1063" Type="http://schemas.openxmlformats.org/officeDocument/2006/relationships/slide" Target="slides/slide1061.xml"/><Relationship Id="rId1064" Type="http://schemas.openxmlformats.org/officeDocument/2006/relationships/slide" Target="slides/slide1062.xml"/><Relationship Id="rId1065" Type="http://schemas.openxmlformats.org/officeDocument/2006/relationships/slide" Target="slides/slide1063.xml"/><Relationship Id="rId1066" Type="http://schemas.openxmlformats.org/officeDocument/2006/relationships/slide" Target="slides/slide1064.xml"/><Relationship Id="rId1067" Type="http://schemas.openxmlformats.org/officeDocument/2006/relationships/slide" Target="slides/slide1065.xml"/><Relationship Id="rId1068" Type="http://schemas.openxmlformats.org/officeDocument/2006/relationships/slide" Target="slides/slide1066.xml"/><Relationship Id="rId1069" Type="http://schemas.openxmlformats.org/officeDocument/2006/relationships/slide" Target="slides/slide1067.xml"/><Relationship Id="rId1070" Type="http://schemas.openxmlformats.org/officeDocument/2006/relationships/slide" Target="slides/slide1068.xml"/><Relationship Id="rId1071" Type="http://schemas.openxmlformats.org/officeDocument/2006/relationships/slide" Target="slides/slide1069.xml"/><Relationship Id="rId1072" Type="http://schemas.openxmlformats.org/officeDocument/2006/relationships/slide" Target="slides/slide1070.xml"/><Relationship Id="rId1073" Type="http://schemas.openxmlformats.org/officeDocument/2006/relationships/slide" Target="slides/slide1071.xml"/><Relationship Id="rId1074" Type="http://schemas.openxmlformats.org/officeDocument/2006/relationships/slide" Target="slides/slide1072.xml"/><Relationship Id="rId1075" Type="http://schemas.openxmlformats.org/officeDocument/2006/relationships/slide" Target="slides/slide1073.xml"/><Relationship Id="rId1076" Type="http://schemas.openxmlformats.org/officeDocument/2006/relationships/slide" Target="slides/slide1074.xml"/><Relationship Id="rId1077" Type="http://schemas.openxmlformats.org/officeDocument/2006/relationships/slide" Target="slides/slide1075.xml"/><Relationship Id="rId1078" Type="http://schemas.openxmlformats.org/officeDocument/2006/relationships/slide" Target="slides/slide1076.xml"/><Relationship Id="rId1079" Type="http://schemas.openxmlformats.org/officeDocument/2006/relationships/slide" Target="slides/slide1077.xml"/><Relationship Id="rId1080" Type="http://schemas.openxmlformats.org/officeDocument/2006/relationships/slide" Target="slides/slide1078.xml"/><Relationship Id="rId1081" Type="http://schemas.openxmlformats.org/officeDocument/2006/relationships/slide" Target="slides/slide1079.xml"/><Relationship Id="rId1082" Type="http://schemas.openxmlformats.org/officeDocument/2006/relationships/slide" Target="slides/slide1080.xml"/><Relationship Id="rId1083" Type="http://schemas.openxmlformats.org/officeDocument/2006/relationships/slide" Target="slides/slide1081.xml"/><Relationship Id="rId1084" Type="http://schemas.openxmlformats.org/officeDocument/2006/relationships/slide" Target="slides/slide1082.xml"/><Relationship Id="rId1085" Type="http://schemas.openxmlformats.org/officeDocument/2006/relationships/slide" Target="slides/slide1083.xml"/><Relationship Id="rId1086" Type="http://schemas.openxmlformats.org/officeDocument/2006/relationships/slide" Target="slides/slide1084.xml"/><Relationship Id="rId1087" Type="http://schemas.openxmlformats.org/officeDocument/2006/relationships/slide" Target="slides/slide1085.xml"/><Relationship Id="rId1088" Type="http://schemas.openxmlformats.org/officeDocument/2006/relationships/slide" Target="slides/slide1086.xml"/><Relationship Id="rId1089" Type="http://schemas.openxmlformats.org/officeDocument/2006/relationships/slide" Target="slides/slide1087.xml"/><Relationship Id="rId1090" Type="http://schemas.openxmlformats.org/officeDocument/2006/relationships/slide" Target="slides/slide1088.xml"/><Relationship Id="rId1091" Type="http://schemas.openxmlformats.org/officeDocument/2006/relationships/slide" Target="slides/slide1089.xml"/><Relationship Id="rId1092" Type="http://schemas.openxmlformats.org/officeDocument/2006/relationships/slide" Target="slides/slide1090.xml"/><Relationship Id="rId1093" Type="http://schemas.openxmlformats.org/officeDocument/2006/relationships/slide" Target="slides/slide1091.xml"/><Relationship Id="rId1094" Type="http://schemas.openxmlformats.org/officeDocument/2006/relationships/slide" Target="slides/slide1092.xml"/><Relationship Id="rId1095" Type="http://schemas.openxmlformats.org/officeDocument/2006/relationships/slide" Target="slides/slide1093.xml"/><Relationship Id="rId1096" Type="http://schemas.openxmlformats.org/officeDocument/2006/relationships/slide" Target="slides/slide1094.xml"/><Relationship Id="rId1097" Type="http://schemas.openxmlformats.org/officeDocument/2006/relationships/slide" Target="slides/slide1095.xml"/><Relationship Id="rId1098" Type="http://schemas.openxmlformats.org/officeDocument/2006/relationships/slide" Target="slides/slide1096.xml"/><Relationship Id="rId1099" Type="http://schemas.openxmlformats.org/officeDocument/2006/relationships/slide" Target="slides/slide1097.xml"/><Relationship Id="rId1100" Type="http://schemas.openxmlformats.org/officeDocument/2006/relationships/slide" Target="slides/slide1098.xml"/><Relationship Id="rId1101" Type="http://schemas.openxmlformats.org/officeDocument/2006/relationships/slide" Target="slides/slide1099.xml"/><Relationship Id="rId1102" Type="http://schemas.openxmlformats.org/officeDocument/2006/relationships/slide" Target="slides/slide1100.xml"/><Relationship Id="rId1103" Type="http://schemas.openxmlformats.org/officeDocument/2006/relationships/slide" Target="slides/slide1101.xml"/><Relationship Id="rId1104" Type="http://schemas.openxmlformats.org/officeDocument/2006/relationships/slide" Target="slides/slide1102.xml"/><Relationship Id="rId1105" Type="http://schemas.openxmlformats.org/officeDocument/2006/relationships/slide" Target="slides/slide1103.xml"/><Relationship Id="rId1106" Type="http://schemas.openxmlformats.org/officeDocument/2006/relationships/slide" Target="slides/slide1104.xml"/><Relationship Id="rId1107" Type="http://schemas.openxmlformats.org/officeDocument/2006/relationships/slide" Target="slides/slide1105.xml"/><Relationship Id="rId1108" Type="http://schemas.openxmlformats.org/officeDocument/2006/relationships/slide" Target="slides/slide1106.xml"/><Relationship Id="rId1109" Type="http://schemas.openxmlformats.org/officeDocument/2006/relationships/slide" Target="slides/slide1107.xml"/><Relationship Id="rId1110" Type="http://schemas.openxmlformats.org/officeDocument/2006/relationships/slide" Target="slides/slide1108.xml"/><Relationship Id="rId1111" Type="http://schemas.openxmlformats.org/officeDocument/2006/relationships/slide" Target="slides/slide1109.xml"/><Relationship Id="rId1112" Type="http://schemas.openxmlformats.org/officeDocument/2006/relationships/slide" Target="slides/slide1110.xml"/><Relationship Id="rId1113" Type="http://schemas.openxmlformats.org/officeDocument/2006/relationships/slide" Target="slides/slide1111.xml"/><Relationship Id="rId1114" Type="http://schemas.openxmlformats.org/officeDocument/2006/relationships/slide" Target="slides/slide1112.xml"/><Relationship Id="rId1115" Type="http://schemas.openxmlformats.org/officeDocument/2006/relationships/slide" Target="slides/slide1113.xml"/><Relationship Id="rId1116" Type="http://schemas.openxmlformats.org/officeDocument/2006/relationships/slide" Target="slides/slide1114.xml"/><Relationship Id="rId1117" Type="http://schemas.openxmlformats.org/officeDocument/2006/relationships/slide" Target="slides/slide1115.xml"/><Relationship Id="rId1118" Type="http://schemas.openxmlformats.org/officeDocument/2006/relationships/slide" Target="slides/slide1116.xml"/><Relationship Id="rId1119" Type="http://schemas.openxmlformats.org/officeDocument/2006/relationships/slide" Target="slides/slide1117.xml"/><Relationship Id="rId1120" Type="http://schemas.openxmlformats.org/officeDocument/2006/relationships/slide" Target="slides/slide1118.xml"/><Relationship Id="rId1121" Type="http://schemas.openxmlformats.org/officeDocument/2006/relationships/slide" Target="slides/slide1119.xml"/><Relationship Id="rId1122" Type="http://schemas.openxmlformats.org/officeDocument/2006/relationships/slide" Target="slides/slide1120.xml"/><Relationship Id="rId1123" Type="http://schemas.openxmlformats.org/officeDocument/2006/relationships/slide" Target="slides/slide1121.xml"/><Relationship Id="rId1124" Type="http://schemas.openxmlformats.org/officeDocument/2006/relationships/slide" Target="slides/slide1122.xml"/><Relationship Id="rId1125" Type="http://schemas.openxmlformats.org/officeDocument/2006/relationships/slide" Target="slides/slide1123.xml"/><Relationship Id="rId1126" Type="http://schemas.openxmlformats.org/officeDocument/2006/relationships/slide" Target="slides/slide1124.xml"/><Relationship Id="rId1127" Type="http://schemas.openxmlformats.org/officeDocument/2006/relationships/slide" Target="slides/slide1125.xml"/><Relationship Id="rId1128" Type="http://schemas.openxmlformats.org/officeDocument/2006/relationships/slide" Target="slides/slide1126.xml"/><Relationship Id="rId1129" Type="http://schemas.openxmlformats.org/officeDocument/2006/relationships/slide" Target="slides/slide1127.xml"/><Relationship Id="rId1130" Type="http://schemas.openxmlformats.org/officeDocument/2006/relationships/slide" Target="slides/slide1128.xml"/><Relationship Id="rId1131" Type="http://schemas.openxmlformats.org/officeDocument/2006/relationships/slide" Target="slides/slide1129.xml"/><Relationship Id="rId1132" Type="http://schemas.openxmlformats.org/officeDocument/2006/relationships/slide" Target="slides/slide1130.xml"/><Relationship Id="rId1133" Type="http://schemas.openxmlformats.org/officeDocument/2006/relationships/slide" Target="slides/slide1131.xml"/><Relationship Id="rId1134" Type="http://schemas.openxmlformats.org/officeDocument/2006/relationships/slide" Target="slides/slide1132.xml"/><Relationship Id="rId1135" Type="http://schemas.openxmlformats.org/officeDocument/2006/relationships/slide" Target="slides/slide1133.xml"/><Relationship Id="rId1136" Type="http://schemas.openxmlformats.org/officeDocument/2006/relationships/slide" Target="slides/slide1134.xml"/><Relationship Id="rId1137" Type="http://schemas.openxmlformats.org/officeDocument/2006/relationships/slide" Target="slides/slide1135.xml"/><Relationship Id="rId1138" Type="http://schemas.openxmlformats.org/officeDocument/2006/relationships/slide" Target="slides/slide1136.xml"/><Relationship Id="rId1139" Type="http://schemas.openxmlformats.org/officeDocument/2006/relationships/slide" Target="slides/slide1137.xml"/><Relationship Id="rId1140" Type="http://schemas.openxmlformats.org/officeDocument/2006/relationships/slide" Target="slides/slide1138.xml"/><Relationship Id="rId1141" Type="http://schemas.openxmlformats.org/officeDocument/2006/relationships/slide" Target="slides/slide1139.xml"/><Relationship Id="rId1142" Type="http://schemas.openxmlformats.org/officeDocument/2006/relationships/slide" Target="slides/slide1140.xml"/><Relationship Id="rId1143" Type="http://schemas.openxmlformats.org/officeDocument/2006/relationships/slide" Target="slides/slide1141.xml"/><Relationship Id="rId1144" Type="http://schemas.openxmlformats.org/officeDocument/2006/relationships/slide" Target="slides/slide1142.xml"/><Relationship Id="rId1145" Type="http://schemas.openxmlformats.org/officeDocument/2006/relationships/slide" Target="slides/slide1143.xml"/><Relationship Id="rId1146" Type="http://schemas.openxmlformats.org/officeDocument/2006/relationships/slide" Target="slides/slide1144.xml"/><Relationship Id="rId1147" Type="http://schemas.openxmlformats.org/officeDocument/2006/relationships/slide" Target="slides/slide1145.xml"/><Relationship Id="rId1148" Type="http://schemas.openxmlformats.org/officeDocument/2006/relationships/slide" Target="slides/slide1146.xml"/><Relationship Id="rId1149" Type="http://schemas.openxmlformats.org/officeDocument/2006/relationships/slide" Target="slides/slide1147.xml"/><Relationship Id="rId1150" Type="http://schemas.openxmlformats.org/officeDocument/2006/relationships/slide" Target="slides/slide1148.xml"/><Relationship Id="rId1151" Type="http://schemas.openxmlformats.org/officeDocument/2006/relationships/slide" Target="slides/slide1149.xml"/><Relationship Id="rId1152" Type="http://schemas.openxmlformats.org/officeDocument/2006/relationships/slide" Target="slides/slide1150.xml"/><Relationship Id="rId1153" Type="http://schemas.openxmlformats.org/officeDocument/2006/relationships/slide" Target="slides/slide1151.xml"/><Relationship Id="rId1154" Type="http://schemas.openxmlformats.org/officeDocument/2006/relationships/slide" Target="slides/slide1152.xml"/><Relationship Id="rId1155" Type="http://schemas.openxmlformats.org/officeDocument/2006/relationships/slide" Target="slides/slide1153.xml"/><Relationship Id="rId1156" Type="http://schemas.openxmlformats.org/officeDocument/2006/relationships/slide" Target="slides/slide1154.xml"/><Relationship Id="rId1157" Type="http://schemas.openxmlformats.org/officeDocument/2006/relationships/slide" Target="slides/slide1155.xml"/><Relationship Id="rId1158" Type="http://schemas.openxmlformats.org/officeDocument/2006/relationships/slide" Target="slides/slide1156.xml"/><Relationship Id="rId1159" Type="http://schemas.openxmlformats.org/officeDocument/2006/relationships/slide" Target="slides/slide1157.xml"/><Relationship Id="rId1160" Type="http://schemas.openxmlformats.org/officeDocument/2006/relationships/slide" Target="slides/slide1158.xml"/><Relationship Id="rId1161" Type="http://schemas.openxmlformats.org/officeDocument/2006/relationships/slide" Target="slides/slide1159.xml"/><Relationship Id="rId1162" Type="http://schemas.openxmlformats.org/officeDocument/2006/relationships/slide" Target="slides/slide1160.xml"/><Relationship Id="rId1163" Type="http://schemas.openxmlformats.org/officeDocument/2006/relationships/slide" Target="slides/slide1161.xml"/><Relationship Id="rId1164" Type="http://schemas.openxmlformats.org/officeDocument/2006/relationships/slide" Target="slides/slide1162.xml"/><Relationship Id="rId1165" Type="http://schemas.openxmlformats.org/officeDocument/2006/relationships/slide" Target="slides/slide1163.xml"/><Relationship Id="rId1166" Type="http://schemas.openxmlformats.org/officeDocument/2006/relationships/slide" Target="slides/slide1164.xml"/><Relationship Id="rId1167" Type="http://schemas.openxmlformats.org/officeDocument/2006/relationships/slide" Target="slides/slide1165.xml"/><Relationship Id="rId1168" Type="http://schemas.openxmlformats.org/officeDocument/2006/relationships/slide" Target="slides/slide1166.xml"/><Relationship Id="rId1169" Type="http://schemas.openxmlformats.org/officeDocument/2006/relationships/slide" Target="slides/slide1167.xml"/><Relationship Id="rId1170" Type="http://schemas.openxmlformats.org/officeDocument/2006/relationships/slide" Target="slides/slide1168.xml"/><Relationship Id="rId1171" Type="http://schemas.openxmlformats.org/officeDocument/2006/relationships/slide" Target="slides/slide1169.xml"/><Relationship Id="rId1172" Type="http://schemas.openxmlformats.org/officeDocument/2006/relationships/slide" Target="slides/slide1170.xml"/><Relationship Id="rId1173" Type="http://schemas.openxmlformats.org/officeDocument/2006/relationships/slide" Target="slides/slide1171.xml"/><Relationship Id="rId1174" Type="http://schemas.openxmlformats.org/officeDocument/2006/relationships/slide" Target="slides/slide1172.xml"/><Relationship Id="rId1175" Type="http://schemas.openxmlformats.org/officeDocument/2006/relationships/slide" Target="slides/slide1173.xml"/><Relationship Id="rId1176" Type="http://schemas.openxmlformats.org/officeDocument/2006/relationships/slide" Target="slides/slide1174.xml"/><Relationship Id="rId1177" Type="http://schemas.openxmlformats.org/officeDocument/2006/relationships/slide" Target="slides/slide1175.xml"/><Relationship Id="rId1178" Type="http://schemas.openxmlformats.org/officeDocument/2006/relationships/slide" Target="slides/slide1176.xml"/><Relationship Id="rId1179" Type="http://schemas.openxmlformats.org/officeDocument/2006/relationships/slide" Target="slides/slide1177.xml"/><Relationship Id="rId1180" Type="http://schemas.openxmlformats.org/officeDocument/2006/relationships/slide" Target="slides/slide1178.xml"/><Relationship Id="rId1181" Type="http://schemas.openxmlformats.org/officeDocument/2006/relationships/slide" Target="slides/slide1179.xml"/><Relationship Id="rId1182" Type="http://schemas.openxmlformats.org/officeDocument/2006/relationships/slide" Target="slides/slide1180.xml"/><Relationship Id="rId1183" Type="http://schemas.openxmlformats.org/officeDocument/2006/relationships/slide" Target="slides/slide1181.xml"/><Relationship Id="rId1184" Type="http://schemas.openxmlformats.org/officeDocument/2006/relationships/slide" Target="slides/slide1182.xml"/><Relationship Id="rId1185" Type="http://schemas.openxmlformats.org/officeDocument/2006/relationships/slide" Target="slides/slide1183.xml"/><Relationship Id="rId1186" Type="http://schemas.openxmlformats.org/officeDocument/2006/relationships/slide" Target="slides/slide1184.xml"/><Relationship Id="rId1187" Type="http://schemas.openxmlformats.org/officeDocument/2006/relationships/slide" Target="slides/slide1185.xml"/><Relationship Id="rId1188" Type="http://schemas.openxmlformats.org/officeDocument/2006/relationships/slide" Target="slides/slide1186.xml"/><Relationship Id="rId1189" Type="http://schemas.openxmlformats.org/officeDocument/2006/relationships/slide" Target="slides/slide1187.xml"/><Relationship Id="rId1190" Type="http://schemas.openxmlformats.org/officeDocument/2006/relationships/slide" Target="slides/slide1188.xml"/><Relationship Id="rId1191" Type="http://schemas.openxmlformats.org/officeDocument/2006/relationships/slide" Target="slides/slide1189.xml"/><Relationship Id="rId1192" Type="http://schemas.openxmlformats.org/officeDocument/2006/relationships/slide" Target="slides/slide1190.xml"/><Relationship Id="rId1193" Type="http://schemas.openxmlformats.org/officeDocument/2006/relationships/slide" Target="slides/slide1191.xml"/><Relationship Id="rId1194" Type="http://schemas.openxmlformats.org/officeDocument/2006/relationships/slide" Target="slides/slide1192.xml"/><Relationship Id="rId1195" Type="http://schemas.openxmlformats.org/officeDocument/2006/relationships/slide" Target="slides/slide1193.xml"/><Relationship Id="rId1196" Type="http://schemas.openxmlformats.org/officeDocument/2006/relationships/slide" Target="slides/slide1194.xml"/><Relationship Id="rId1197" Type="http://schemas.openxmlformats.org/officeDocument/2006/relationships/slide" Target="slides/slide1195.xml"/><Relationship Id="rId1198" Type="http://schemas.openxmlformats.org/officeDocument/2006/relationships/slide" Target="slides/slide1196.xml"/><Relationship Id="rId1199" Type="http://schemas.openxmlformats.org/officeDocument/2006/relationships/slide" Target="slides/slide1197.xml"/><Relationship Id="rId1200" Type="http://schemas.openxmlformats.org/officeDocument/2006/relationships/slide" Target="slides/slide1198.xml"/><Relationship Id="rId1201" Type="http://schemas.openxmlformats.org/officeDocument/2006/relationships/slide" Target="slides/slide1199.xml"/><Relationship Id="rId1202" Type="http://schemas.openxmlformats.org/officeDocument/2006/relationships/slide" Target="slides/slide1200.xml"/><Relationship Id="rId1203" Type="http://schemas.openxmlformats.org/officeDocument/2006/relationships/slide" Target="slides/slide1201.xml"/><Relationship Id="rId1204" Type="http://schemas.openxmlformats.org/officeDocument/2006/relationships/slide" Target="slides/slide1202.xml"/><Relationship Id="rId1205" Type="http://schemas.openxmlformats.org/officeDocument/2006/relationships/slide" Target="slides/slide1203.xml"/><Relationship Id="rId1206" Type="http://schemas.openxmlformats.org/officeDocument/2006/relationships/slide" Target="slides/slide1204.xml"/><Relationship Id="rId1207" Type="http://schemas.openxmlformats.org/officeDocument/2006/relationships/slide" Target="slides/slide1205.xml"/><Relationship Id="rId1208" Type="http://schemas.openxmlformats.org/officeDocument/2006/relationships/slide" Target="slides/slide1206.xml"/><Relationship Id="rId1209" Type="http://schemas.openxmlformats.org/officeDocument/2006/relationships/slide" Target="slides/slide1207.xml"/><Relationship Id="rId1210" Type="http://schemas.openxmlformats.org/officeDocument/2006/relationships/slide" Target="slides/slide1208.xml"/><Relationship Id="rId1211" Type="http://schemas.openxmlformats.org/officeDocument/2006/relationships/slide" Target="slides/slide1209.xml"/><Relationship Id="rId1212" Type="http://schemas.openxmlformats.org/officeDocument/2006/relationships/slide" Target="slides/slide1210.xml"/><Relationship Id="rId1213" Type="http://schemas.openxmlformats.org/officeDocument/2006/relationships/slide" Target="slides/slide1211.xml"/><Relationship Id="rId1214" Type="http://schemas.openxmlformats.org/officeDocument/2006/relationships/slide" Target="slides/slide1212.xml"/><Relationship Id="rId1215" Type="http://schemas.openxmlformats.org/officeDocument/2006/relationships/slide" Target="slides/slide1213.xml"/><Relationship Id="rId1216" Type="http://schemas.openxmlformats.org/officeDocument/2006/relationships/slide" Target="slides/slide1214.xml"/><Relationship Id="rId1217" Type="http://schemas.openxmlformats.org/officeDocument/2006/relationships/slide" Target="slides/slide1215.xml"/><Relationship Id="rId1218" Type="http://schemas.openxmlformats.org/officeDocument/2006/relationships/slide" Target="slides/slide1216.xml"/><Relationship Id="rId1219" Type="http://schemas.openxmlformats.org/officeDocument/2006/relationships/slide" Target="slides/slide1217.xml"/><Relationship Id="rId1220" Type="http://schemas.openxmlformats.org/officeDocument/2006/relationships/slide" Target="slides/slide1218.xml"/><Relationship Id="rId1221" Type="http://schemas.openxmlformats.org/officeDocument/2006/relationships/slide" Target="slides/slide1219.xml"/><Relationship Id="rId1222" Type="http://schemas.openxmlformats.org/officeDocument/2006/relationships/slide" Target="slides/slide1220.xml"/><Relationship Id="rId1223" Type="http://schemas.openxmlformats.org/officeDocument/2006/relationships/slide" Target="slides/slide1221.xml"/><Relationship Id="rId1224" Type="http://schemas.openxmlformats.org/officeDocument/2006/relationships/slide" Target="slides/slide1222.xml"/><Relationship Id="rId1225" Type="http://schemas.openxmlformats.org/officeDocument/2006/relationships/slide" Target="slides/slide1223.xml"/><Relationship Id="rId1226" Type="http://schemas.openxmlformats.org/officeDocument/2006/relationships/slide" Target="slides/slide1224.xml"/><Relationship Id="rId1227" Type="http://schemas.openxmlformats.org/officeDocument/2006/relationships/slide" Target="slides/slide1225.xml"/><Relationship Id="rId1228" Type="http://schemas.openxmlformats.org/officeDocument/2006/relationships/slide" Target="slides/slide1226.xml"/><Relationship Id="rId1229" Type="http://schemas.openxmlformats.org/officeDocument/2006/relationships/slide" Target="slides/slide1227.xml"/><Relationship Id="rId1230" Type="http://schemas.openxmlformats.org/officeDocument/2006/relationships/slide" Target="slides/slide1228.xml"/><Relationship Id="rId1231" Type="http://schemas.openxmlformats.org/officeDocument/2006/relationships/slide" Target="slides/slide1229.xml"/><Relationship Id="rId1232" Type="http://schemas.openxmlformats.org/officeDocument/2006/relationships/slide" Target="slides/slide1230.xml"/><Relationship Id="rId1233" Type="http://schemas.openxmlformats.org/officeDocument/2006/relationships/slide" Target="slides/slide1231.xml"/><Relationship Id="rId1234" Type="http://schemas.openxmlformats.org/officeDocument/2006/relationships/slide" Target="slides/slide1232.xml"/><Relationship Id="rId1235" Type="http://schemas.openxmlformats.org/officeDocument/2006/relationships/slide" Target="slides/slide1233.xml"/><Relationship Id="rId1236" Type="http://schemas.openxmlformats.org/officeDocument/2006/relationships/slide" Target="slides/slide1234.xml"/><Relationship Id="rId1237" Type="http://schemas.openxmlformats.org/officeDocument/2006/relationships/slide" Target="slides/slide1235.xml"/><Relationship Id="rId1238" Type="http://schemas.openxmlformats.org/officeDocument/2006/relationships/slide" Target="slides/slide1236.xml"/><Relationship Id="rId1239" Type="http://schemas.openxmlformats.org/officeDocument/2006/relationships/slide" Target="slides/slide1237.xml"/><Relationship Id="rId1240" Type="http://schemas.openxmlformats.org/officeDocument/2006/relationships/slide" Target="slides/slide1238.xml"/><Relationship Id="rId1241" Type="http://schemas.openxmlformats.org/officeDocument/2006/relationships/slide" Target="slides/slide1239.xml"/><Relationship Id="rId1242" Type="http://schemas.openxmlformats.org/officeDocument/2006/relationships/slide" Target="slides/slide1240.xml"/><Relationship Id="rId1243" Type="http://schemas.openxmlformats.org/officeDocument/2006/relationships/slide" Target="slides/slide1241.xml"/><Relationship Id="rId1244" Type="http://schemas.openxmlformats.org/officeDocument/2006/relationships/slide" Target="slides/slide1242.xml"/><Relationship Id="rId1245" Type="http://schemas.openxmlformats.org/officeDocument/2006/relationships/slide" Target="slides/slide1243.xml"/><Relationship Id="rId1246" Type="http://schemas.openxmlformats.org/officeDocument/2006/relationships/slide" Target="slides/slide1244.xml"/><Relationship Id="rId1247" Type="http://schemas.openxmlformats.org/officeDocument/2006/relationships/slide" Target="slides/slide1245.xml"/><Relationship Id="rId1248" Type="http://schemas.openxmlformats.org/officeDocument/2006/relationships/slide" Target="slides/slide1246.xml"/><Relationship Id="rId1249" Type="http://schemas.openxmlformats.org/officeDocument/2006/relationships/slide" Target="slides/slide1247.xml"/><Relationship Id="rId1250" Type="http://schemas.openxmlformats.org/officeDocument/2006/relationships/slide" Target="slides/slide1248.xml"/><Relationship Id="rId1251" Type="http://schemas.openxmlformats.org/officeDocument/2006/relationships/slide" Target="slides/slide1249.xml"/><Relationship Id="rId1252" Type="http://schemas.openxmlformats.org/officeDocument/2006/relationships/slide" Target="slides/slide1250.xml"/><Relationship Id="rId1253" Type="http://schemas.openxmlformats.org/officeDocument/2006/relationships/slide" Target="slides/slide1251.xml"/><Relationship Id="rId1254" Type="http://schemas.openxmlformats.org/officeDocument/2006/relationships/slide" Target="slides/slide1252.xml"/><Relationship Id="rId1255" Type="http://schemas.openxmlformats.org/officeDocument/2006/relationships/slide" Target="slides/slide1253.xml"/><Relationship Id="rId1256" Type="http://schemas.openxmlformats.org/officeDocument/2006/relationships/slide" Target="slides/slide1254.xml"/><Relationship Id="rId1257" Type="http://schemas.openxmlformats.org/officeDocument/2006/relationships/slide" Target="slides/slide1255.xml"/><Relationship Id="rId1258" Type="http://schemas.openxmlformats.org/officeDocument/2006/relationships/slide" Target="slides/slide1256.xml"/><Relationship Id="rId1259" Type="http://schemas.openxmlformats.org/officeDocument/2006/relationships/slide" Target="slides/slide1257.xml"/><Relationship Id="rId1260" Type="http://schemas.openxmlformats.org/officeDocument/2006/relationships/slide" Target="slides/slide1258.xml"/><Relationship Id="rId1261" Type="http://schemas.openxmlformats.org/officeDocument/2006/relationships/slide" Target="slides/slide1259.xml"/><Relationship Id="rId1262" Type="http://schemas.openxmlformats.org/officeDocument/2006/relationships/slide" Target="slides/slide1260.xml"/><Relationship Id="rId1263" Type="http://schemas.openxmlformats.org/officeDocument/2006/relationships/slide" Target="slides/slide1261.xml"/><Relationship Id="rId1264" Type="http://schemas.openxmlformats.org/officeDocument/2006/relationships/slide" Target="slides/slide1262.xml"/><Relationship Id="rId1265" Type="http://schemas.openxmlformats.org/officeDocument/2006/relationships/slide" Target="slides/slide1263.xml"/><Relationship Id="rId1266" Type="http://schemas.openxmlformats.org/officeDocument/2006/relationships/slide" Target="slides/slide1264.xml"/><Relationship Id="rId1267" Type="http://schemas.openxmlformats.org/officeDocument/2006/relationships/slide" Target="slides/slide1265.xml"/><Relationship Id="rId1268" Type="http://schemas.openxmlformats.org/officeDocument/2006/relationships/slide" Target="slides/slide1266.xml"/><Relationship Id="rId1269" Type="http://schemas.openxmlformats.org/officeDocument/2006/relationships/slide" Target="slides/slide1267.xml"/><Relationship Id="rId1270" Type="http://schemas.openxmlformats.org/officeDocument/2006/relationships/slide" Target="slides/slide1268.xml"/><Relationship Id="rId1271" Type="http://schemas.openxmlformats.org/officeDocument/2006/relationships/slide" Target="slides/slide1269.xml"/><Relationship Id="rId1272" Type="http://schemas.openxmlformats.org/officeDocument/2006/relationships/slide" Target="slides/slide1270.xml"/><Relationship Id="rId1273" Type="http://schemas.openxmlformats.org/officeDocument/2006/relationships/slide" Target="slides/slide1271.xml"/><Relationship Id="rId1274" Type="http://schemas.openxmlformats.org/officeDocument/2006/relationships/slide" Target="slides/slide1272.xml"/><Relationship Id="rId1275" Type="http://schemas.openxmlformats.org/officeDocument/2006/relationships/slide" Target="slides/slide1273.xml"/><Relationship Id="rId1276" Type="http://schemas.openxmlformats.org/officeDocument/2006/relationships/slide" Target="slides/slide1274.xml"/><Relationship Id="rId1277" Type="http://schemas.openxmlformats.org/officeDocument/2006/relationships/slide" Target="slides/slide1275.xml"/><Relationship Id="rId1278" Type="http://schemas.openxmlformats.org/officeDocument/2006/relationships/slide" Target="slides/slide1276.xml"/><Relationship Id="rId1279" Type="http://schemas.openxmlformats.org/officeDocument/2006/relationships/slide" Target="slides/slide1277.xml"/><Relationship Id="rId1280" Type="http://schemas.openxmlformats.org/officeDocument/2006/relationships/slide" Target="slides/slide1278.xml"/><Relationship Id="rId1281" Type="http://schemas.openxmlformats.org/officeDocument/2006/relationships/slide" Target="slides/slide1279.xml"/><Relationship Id="rId1282" Type="http://schemas.openxmlformats.org/officeDocument/2006/relationships/slide" Target="slides/slide1280.xml"/><Relationship Id="rId1283" Type="http://schemas.openxmlformats.org/officeDocument/2006/relationships/slide" Target="slides/slide1281.xml"/><Relationship Id="rId1284" Type="http://schemas.openxmlformats.org/officeDocument/2006/relationships/slide" Target="slides/slide1282.xml"/><Relationship Id="rId1285" Type="http://schemas.openxmlformats.org/officeDocument/2006/relationships/slide" Target="slides/slide1283.xml"/><Relationship Id="rId1286" Type="http://schemas.openxmlformats.org/officeDocument/2006/relationships/slide" Target="slides/slide1284.xml"/><Relationship Id="rId1287" Type="http://schemas.openxmlformats.org/officeDocument/2006/relationships/slide" Target="slides/slide1285.xml"/><Relationship Id="rId1288" Type="http://schemas.openxmlformats.org/officeDocument/2006/relationships/slide" Target="slides/slide1286.xml"/><Relationship Id="rId1289" Type="http://schemas.openxmlformats.org/officeDocument/2006/relationships/slide" Target="slides/slide1287.xml"/><Relationship Id="rId1290" Type="http://schemas.openxmlformats.org/officeDocument/2006/relationships/slide" Target="slides/slide1288.xml"/><Relationship Id="rId1291" Type="http://schemas.openxmlformats.org/officeDocument/2006/relationships/slide" Target="slides/slide1289.xml"/><Relationship Id="rId1292" Type="http://schemas.openxmlformats.org/officeDocument/2006/relationships/slide" Target="slides/slide1290.xml"/><Relationship Id="rId1293" Type="http://schemas.openxmlformats.org/officeDocument/2006/relationships/slide" Target="slides/slide1291.xml"/><Relationship Id="rId1294" Type="http://schemas.openxmlformats.org/officeDocument/2006/relationships/slide" Target="slides/slide1292.xml"/><Relationship Id="rId1295" Type="http://schemas.openxmlformats.org/officeDocument/2006/relationships/slide" Target="slides/slide1293.xml"/><Relationship Id="rId1296" Type="http://schemas.openxmlformats.org/officeDocument/2006/relationships/slide" Target="slides/slide1294.xml"/><Relationship Id="rId1297" Type="http://schemas.openxmlformats.org/officeDocument/2006/relationships/slide" Target="slides/slide1295.xml"/><Relationship Id="rId1298" Type="http://schemas.openxmlformats.org/officeDocument/2006/relationships/slide" Target="slides/slide1296.xml"/><Relationship Id="rId1299" Type="http://schemas.openxmlformats.org/officeDocument/2006/relationships/slide" Target="slides/slide1297.xml"/><Relationship Id="rId1300" Type="http://schemas.openxmlformats.org/officeDocument/2006/relationships/slide" Target="slides/slide1298.xml"/><Relationship Id="rId1301" Type="http://schemas.openxmlformats.org/officeDocument/2006/relationships/slide" Target="slides/slide1299.xml"/><Relationship Id="rId1302" Type="http://schemas.openxmlformats.org/officeDocument/2006/relationships/slide" Target="slides/slide1300.xml"/><Relationship Id="rId1303" Type="http://schemas.openxmlformats.org/officeDocument/2006/relationships/slide" Target="slides/slide1301.xml"/><Relationship Id="rId1304" Type="http://schemas.openxmlformats.org/officeDocument/2006/relationships/slide" Target="slides/slide1302.xml"/><Relationship Id="rId1305" Type="http://schemas.openxmlformats.org/officeDocument/2006/relationships/slide" Target="slides/slide1303.xml"/><Relationship Id="rId1306" Type="http://schemas.openxmlformats.org/officeDocument/2006/relationships/slide" Target="slides/slide1304.xml"/><Relationship Id="rId1307" Type="http://schemas.openxmlformats.org/officeDocument/2006/relationships/slide" Target="slides/slide1305.xml"/><Relationship Id="rId1308" Type="http://schemas.openxmlformats.org/officeDocument/2006/relationships/slide" Target="slides/slide1306.xml"/><Relationship Id="rId1309" Type="http://schemas.openxmlformats.org/officeDocument/2006/relationships/slide" Target="slides/slide1307.xml"/><Relationship Id="rId1310" Type="http://schemas.openxmlformats.org/officeDocument/2006/relationships/slide" Target="slides/slide1308.xml"/><Relationship Id="rId1311" Type="http://schemas.openxmlformats.org/officeDocument/2006/relationships/slide" Target="slides/slide1309.xml"/><Relationship Id="rId1312" Type="http://schemas.openxmlformats.org/officeDocument/2006/relationships/slide" Target="slides/slide1310.xml"/><Relationship Id="rId1313" Type="http://schemas.openxmlformats.org/officeDocument/2006/relationships/slide" Target="slides/slide1311.xml"/><Relationship Id="rId1314" Type="http://schemas.openxmlformats.org/officeDocument/2006/relationships/slide" Target="slides/slide1312.xml"/><Relationship Id="rId1315" Type="http://schemas.openxmlformats.org/officeDocument/2006/relationships/slide" Target="slides/slide1313.xml"/><Relationship Id="rId1316" Type="http://schemas.openxmlformats.org/officeDocument/2006/relationships/slide" Target="slides/slide1314.xml"/><Relationship Id="rId1317" Type="http://schemas.openxmlformats.org/officeDocument/2006/relationships/slide" Target="slides/slide1315.xml"/><Relationship Id="rId1318" Type="http://schemas.openxmlformats.org/officeDocument/2006/relationships/slide" Target="slides/slide1316.xml"/><Relationship Id="rId1319" Type="http://schemas.openxmlformats.org/officeDocument/2006/relationships/slide" Target="slides/slide1317.xml"/><Relationship Id="rId1320" Type="http://schemas.openxmlformats.org/officeDocument/2006/relationships/slide" Target="slides/slide1318.xml"/><Relationship Id="rId1321" Type="http://schemas.openxmlformats.org/officeDocument/2006/relationships/slide" Target="slides/slide1319.xml"/><Relationship Id="rId1322" Type="http://schemas.openxmlformats.org/officeDocument/2006/relationships/slide" Target="slides/slide1320.xml"/><Relationship Id="rId1323" Type="http://schemas.openxmlformats.org/officeDocument/2006/relationships/slide" Target="slides/slide1321.xml"/><Relationship Id="rId1324" Type="http://schemas.openxmlformats.org/officeDocument/2006/relationships/slide" Target="slides/slide1322.xml"/><Relationship Id="rId1325" Type="http://schemas.openxmlformats.org/officeDocument/2006/relationships/slide" Target="slides/slide1323.xml"/><Relationship Id="rId1326" Type="http://schemas.openxmlformats.org/officeDocument/2006/relationships/slide" Target="slides/slide1324.xml"/><Relationship Id="rId1327" Type="http://schemas.openxmlformats.org/officeDocument/2006/relationships/slide" Target="slides/slide1325.xml"/><Relationship Id="rId1328" Type="http://schemas.openxmlformats.org/officeDocument/2006/relationships/slide" Target="slides/slide1326.xml"/><Relationship Id="rId1329" Type="http://schemas.openxmlformats.org/officeDocument/2006/relationships/slide" Target="slides/slide1327.xml"/><Relationship Id="rId1330" Type="http://schemas.openxmlformats.org/officeDocument/2006/relationships/slide" Target="slides/slide1328.xml"/><Relationship Id="rId1331" Type="http://schemas.openxmlformats.org/officeDocument/2006/relationships/slide" Target="slides/slide1329.xml"/><Relationship Id="rId1332" Type="http://schemas.openxmlformats.org/officeDocument/2006/relationships/slide" Target="slides/slide1330.xml"/><Relationship Id="rId1333" Type="http://schemas.openxmlformats.org/officeDocument/2006/relationships/slide" Target="slides/slide1331.xml"/><Relationship Id="rId1334" Type="http://schemas.openxmlformats.org/officeDocument/2006/relationships/slide" Target="slides/slide1332.xml"/><Relationship Id="rId1335" Type="http://schemas.openxmlformats.org/officeDocument/2006/relationships/slide" Target="slides/slide1333.xml"/><Relationship Id="rId1336" Type="http://schemas.openxmlformats.org/officeDocument/2006/relationships/slide" Target="slides/slide1334.xml"/><Relationship Id="rId1337" Type="http://schemas.openxmlformats.org/officeDocument/2006/relationships/slide" Target="slides/slide1335.xml"/><Relationship Id="rId1338" Type="http://schemas.openxmlformats.org/officeDocument/2006/relationships/slide" Target="slides/slide1336.xml"/><Relationship Id="rId1339" Type="http://schemas.openxmlformats.org/officeDocument/2006/relationships/slide" Target="slides/slide1337.xml"/><Relationship Id="rId1340" Type="http://schemas.openxmlformats.org/officeDocument/2006/relationships/slide" Target="slides/slide1338.xml"/><Relationship Id="rId1341" Type="http://schemas.openxmlformats.org/officeDocument/2006/relationships/slide" Target="slides/slide1339.xml"/><Relationship Id="rId1342" Type="http://schemas.openxmlformats.org/officeDocument/2006/relationships/slide" Target="slides/slide1340.xml"/><Relationship Id="rId1343" Type="http://schemas.openxmlformats.org/officeDocument/2006/relationships/slide" Target="slides/slide1341.xml"/><Relationship Id="rId1344" Type="http://schemas.openxmlformats.org/officeDocument/2006/relationships/slide" Target="slides/slide1342.xml"/><Relationship Id="rId1345" Type="http://schemas.openxmlformats.org/officeDocument/2006/relationships/slide" Target="slides/slide1343.xml"/><Relationship Id="rId1346" Type="http://schemas.openxmlformats.org/officeDocument/2006/relationships/slide" Target="slides/slide1344.xml"/><Relationship Id="rId1347" Type="http://schemas.openxmlformats.org/officeDocument/2006/relationships/slide" Target="slides/slide1345.xml"/><Relationship Id="rId1348" Type="http://schemas.openxmlformats.org/officeDocument/2006/relationships/slide" Target="slides/slide1346.xml"/><Relationship Id="rId1349" Type="http://schemas.openxmlformats.org/officeDocument/2006/relationships/slide" Target="slides/slide1347.xml"/><Relationship Id="rId1350" Type="http://schemas.openxmlformats.org/officeDocument/2006/relationships/slide" Target="slides/slide1348.xml"/><Relationship Id="rId1351" Type="http://schemas.openxmlformats.org/officeDocument/2006/relationships/slide" Target="slides/slide1349.xml"/><Relationship Id="rId1352" Type="http://schemas.openxmlformats.org/officeDocument/2006/relationships/slide" Target="slides/slide1350.xml"/><Relationship Id="rId1353" Type="http://schemas.openxmlformats.org/officeDocument/2006/relationships/slide" Target="slides/slide1351.xml"/><Relationship Id="rId1354" Type="http://schemas.openxmlformats.org/officeDocument/2006/relationships/slide" Target="slides/slide1352.xml"/><Relationship Id="rId1355" Type="http://schemas.openxmlformats.org/officeDocument/2006/relationships/slide" Target="slides/slide1353.xml"/><Relationship Id="rId1356" Type="http://schemas.openxmlformats.org/officeDocument/2006/relationships/slide" Target="slides/slide1354.xml"/><Relationship Id="rId1357" Type="http://schemas.openxmlformats.org/officeDocument/2006/relationships/slide" Target="slides/slide1355.xml"/><Relationship Id="rId1358" Type="http://schemas.openxmlformats.org/officeDocument/2006/relationships/slide" Target="slides/slide1356.xml"/><Relationship Id="rId1359" Type="http://schemas.openxmlformats.org/officeDocument/2006/relationships/slide" Target="slides/slide1357.xml"/><Relationship Id="rId1360" Type="http://schemas.openxmlformats.org/officeDocument/2006/relationships/slide" Target="slides/slide1358.xml"/><Relationship Id="rId1361" Type="http://schemas.openxmlformats.org/officeDocument/2006/relationships/slide" Target="slides/slide1359.xml"/><Relationship Id="rId1362" Type="http://schemas.openxmlformats.org/officeDocument/2006/relationships/slide" Target="slides/slide1360.xml"/><Relationship Id="rId1363" Type="http://schemas.openxmlformats.org/officeDocument/2006/relationships/slide" Target="slides/slide1361.xml"/><Relationship Id="rId1364" Type="http://schemas.openxmlformats.org/officeDocument/2006/relationships/slide" Target="slides/slide1362.xml"/><Relationship Id="rId1365" Type="http://schemas.openxmlformats.org/officeDocument/2006/relationships/slide" Target="slides/slide1363.xml"/><Relationship Id="rId1366" Type="http://schemas.openxmlformats.org/officeDocument/2006/relationships/slide" Target="slides/slide1364.xml"/><Relationship Id="rId1367" Type="http://schemas.openxmlformats.org/officeDocument/2006/relationships/slide" Target="slides/slide1365.xml"/><Relationship Id="rId1368" Type="http://schemas.openxmlformats.org/officeDocument/2006/relationships/slide" Target="slides/slide1366.xml"/><Relationship Id="rId1369" Type="http://schemas.openxmlformats.org/officeDocument/2006/relationships/slide" Target="slides/slide1367.xml"/><Relationship Id="rId1370" Type="http://schemas.openxmlformats.org/officeDocument/2006/relationships/slide" Target="slides/slide1368.xml"/><Relationship Id="rId1371" Type="http://schemas.openxmlformats.org/officeDocument/2006/relationships/slide" Target="slides/slide1369.xml"/><Relationship Id="rId1372" Type="http://schemas.openxmlformats.org/officeDocument/2006/relationships/slide" Target="slides/slide1370.xml"/><Relationship Id="rId1373" Type="http://schemas.openxmlformats.org/officeDocument/2006/relationships/slide" Target="slides/slide1371.xml"/><Relationship Id="rId1374" Type="http://schemas.openxmlformats.org/officeDocument/2006/relationships/slide" Target="slides/slide1372.xml"/><Relationship Id="rId1375" Type="http://schemas.openxmlformats.org/officeDocument/2006/relationships/slide" Target="slides/slide1373.xml"/><Relationship Id="rId1376" Type="http://schemas.openxmlformats.org/officeDocument/2006/relationships/slide" Target="slides/slide1374.xml"/><Relationship Id="rId1377" Type="http://schemas.openxmlformats.org/officeDocument/2006/relationships/slide" Target="slides/slide1375.xml"/><Relationship Id="rId1378" Type="http://schemas.openxmlformats.org/officeDocument/2006/relationships/slide" Target="slides/slide1376.xml"/><Relationship Id="rId1379" Type="http://schemas.openxmlformats.org/officeDocument/2006/relationships/slide" Target="slides/slide1377.xml"/><Relationship Id="rId1380" Type="http://schemas.openxmlformats.org/officeDocument/2006/relationships/slide" Target="slides/slide1378.xml"/><Relationship Id="rId1381" Type="http://schemas.openxmlformats.org/officeDocument/2006/relationships/slide" Target="slides/slide1379.xml"/><Relationship Id="rId1382" Type="http://schemas.openxmlformats.org/officeDocument/2006/relationships/slide" Target="slides/slide1380.xml"/><Relationship Id="rId1383" Type="http://schemas.openxmlformats.org/officeDocument/2006/relationships/slide" Target="slides/slide1381.xml"/><Relationship Id="rId1384" Type="http://schemas.openxmlformats.org/officeDocument/2006/relationships/slide" Target="slides/slide1382.xml"/><Relationship Id="rId1385" Type="http://schemas.openxmlformats.org/officeDocument/2006/relationships/slide" Target="slides/slide1383.xml"/><Relationship Id="rId1386" Type="http://schemas.openxmlformats.org/officeDocument/2006/relationships/slide" Target="slides/slide1384.xml"/><Relationship Id="rId1387" Type="http://schemas.openxmlformats.org/officeDocument/2006/relationships/slide" Target="slides/slide1385.xml"/><Relationship Id="rId1388" Type="http://schemas.openxmlformats.org/officeDocument/2006/relationships/slide" Target="slides/slide1386.xml"/><Relationship Id="rId1389" Type="http://schemas.openxmlformats.org/officeDocument/2006/relationships/slide" Target="slides/slide1387.xml"/><Relationship Id="rId1390" Type="http://schemas.openxmlformats.org/officeDocument/2006/relationships/slide" Target="slides/slide1388.xml"/><Relationship Id="rId1391" Type="http://schemas.openxmlformats.org/officeDocument/2006/relationships/slide" Target="slides/slide1389.xml"/><Relationship Id="rId1392" Type="http://schemas.openxmlformats.org/officeDocument/2006/relationships/slide" Target="slides/slide1390.xml"/><Relationship Id="rId1393" Type="http://schemas.openxmlformats.org/officeDocument/2006/relationships/slide" Target="slides/slide1391.xml"/><Relationship Id="rId1394" Type="http://schemas.openxmlformats.org/officeDocument/2006/relationships/slide" Target="slides/slide1392.xml"/><Relationship Id="rId1395" Type="http://schemas.openxmlformats.org/officeDocument/2006/relationships/slide" Target="slides/slide1393.xml"/><Relationship Id="rId1396" Type="http://schemas.openxmlformats.org/officeDocument/2006/relationships/slide" Target="slides/slide1394.xml"/><Relationship Id="rId1397" Type="http://schemas.openxmlformats.org/officeDocument/2006/relationships/slide" Target="slides/slide1395.xml"/><Relationship Id="rId1398" Type="http://schemas.openxmlformats.org/officeDocument/2006/relationships/slide" Target="slides/slide1396.xml"/><Relationship Id="rId1399" Type="http://schemas.openxmlformats.org/officeDocument/2006/relationships/slide" Target="slides/slide1397.xml"/><Relationship Id="rId1400" Type="http://schemas.openxmlformats.org/officeDocument/2006/relationships/slide" Target="slides/slide1398.xml"/><Relationship Id="rId1401" Type="http://schemas.openxmlformats.org/officeDocument/2006/relationships/slide" Target="slides/slide1399.xml"/><Relationship Id="rId1402" Type="http://schemas.openxmlformats.org/officeDocument/2006/relationships/slide" Target="slides/slide1400.xml"/><Relationship Id="rId1403" Type="http://schemas.openxmlformats.org/officeDocument/2006/relationships/slide" Target="slides/slide1401.xml"/><Relationship Id="rId1404" Type="http://schemas.openxmlformats.org/officeDocument/2006/relationships/slide" Target="slides/slide1402.xml"/><Relationship Id="rId1405" Type="http://schemas.openxmlformats.org/officeDocument/2006/relationships/slide" Target="slides/slide1403.xml"/><Relationship Id="rId1406" Type="http://schemas.openxmlformats.org/officeDocument/2006/relationships/slide" Target="slides/slide1404.xml"/><Relationship Id="rId1407" Type="http://schemas.openxmlformats.org/officeDocument/2006/relationships/slide" Target="slides/slide1405.xml"/><Relationship Id="rId1408" Type="http://schemas.openxmlformats.org/officeDocument/2006/relationships/slide" Target="slides/slide1406.xml"/><Relationship Id="rId1409" Type="http://schemas.openxmlformats.org/officeDocument/2006/relationships/slide" Target="slides/slide1407.xml"/><Relationship Id="rId1410" Type="http://schemas.openxmlformats.org/officeDocument/2006/relationships/slide" Target="slides/slide1408.xml"/><Relationship Id="rId1411" Type="http://schemas.openxmlformats.org/officeDocument/2006/relationships/slide" Target="slides/slide1409.xml"/><Relationship Id="rId1412" Type="http://schemas.openxmlformats.org/officeDocument/2006/relationships/slide" Target="slides/slide1410.xml"/><Relationship Id="rId1413" Type="http://schemas.openxmlformats.org/officeDocument/2006/relationships/slide" Target="slides/slide1411.xml"/><Relationship Id="rId1414" Type="http://schemas.openxmlformats.org/officeDocument/2006/relationships/slide" Target="slides/slide1412.xml"/><Relationship Id="rId1415" Type="http://schemas.openxmlformats.org/officeDocument/2006/relationships/slide" Target="slides/slide1413.xml"/><Relationship Id="rId1416" Type="http://schemas.openxmlformats.org/officeDocument/2006/relationships/slide" Target="slides/slide1414.xml"/><Relationship Id="rId1417" Type="http://schemas.openxmlformats.org/officeDocument/2006/relationships/slide" Target="slides/slide1415.xml"/><Relationship Id="rId1418" Type="http://schemas.openxmlformats.org/officeDocument/2006/relationships/slide" Target="slides/slide1416.xml"/><Relationship Id="rId1419" Type="http://schemas.openxmlformats.org/officeDocument/2006/relationships/slide" Target="slides/slide1417.xml"/><Relationship Id="rId1420" Type="http://schemas.openxmlformats.org/officeDocument/2006/relationships/slide" Target="slides/slide1418.xml"/><Relationship Id="rId1421" Type="http://schemas.openxmlformats.org/officeDocument/2006/relationships/slide" Target="slides/slide1419.xml"/><Relationship Id="rId1422" Type="http://schemas.openxmlformats.org/officeDocument/2006/relationships/slide" Target="slides/slide1420.xml"/><Relationship Id="rId1423" Type="http://schemas.openxmlformats.org/officeDocument/2006/relationships/slide" Target="slides/slide1421.xml"/><Relationship Id="rId1424" Type="http://schemas.openxmlformats.org/officeDocument/2006/relationships/slide" Target="slides/slide1422.xml"/><Relationship Id="rId1425" Type="http://schemas.openxmlformats.org/officeDocument/2006/relationships/slide" Target="slides/slide1423.xml"/><Relationship Id="rId1426" Type="http://schemas.openxmlformats.org/officeDocument/2006/relationships/slide" Target="slides/slide1424.xml"/><Relationship Id="rId1427" Type="http://schemas.openxmlformats.org/officeDocument/2006/relationships/slide" Target="slides/slide1425.xml"/><Relationship Id="rId1428" Type="http://schemas.openxmlformats.org/officeDocument/2006/relationships/slide" Target="slides/slide1426.xml"/><Relationship Id="rId1429" Type="http://schemas.openxmlformats.org/officeDocument/2006/relationships/slide" Target="slides/slide1427.xml"/><Relationship Id="rId1430" Type="http://schemas.openxmlformats.org/officeDocument/2006/relationships/slide" Target="slides/slide1428.xml"/><Relationship Id="rId1431" Type="http://schemas.openxmlformats.org/officeDocument/2006/relationships/slide" Target="slides/slide1429.xml"/><Relationship Id="rId14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44400" y="2340000"/>
            <a:ext cx="6167160" cy="2232000"/>
          </a:xfrm>
          <a:prstGeom prst="rect">
            <a:avLst/>
          </a:prstGeom>
          <a:noFill/>
          <a:ln w="0">
            <a:noFill/>
          </a:ln>
        </p:spPr>
        <p:txBody>
          <a:bodyPr lIns="25560" rIns="5040" tIns="25560" bIns="255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Margareta!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rgaret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Margareta…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rgaret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doamnă doctor?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Doctor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zici, îmi faci o cafea?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Bineînţeles.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Oh, Ma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rgaret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would you make 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cup of coffee?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Yes, of course.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mie, te rog.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one for me, please.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mie...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Deci, trei, nu-i aşa?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Mda.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That's three coffees, then?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Right.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Salut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Bună,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Hi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Hi, Henry.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Salut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 there...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Au fost?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Încă nu.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Have they been yet?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Not yet.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Şi Vilma?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S-a repezit până vizavi să ia nişte portocale.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Where's Vilma?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Oh, she's slipped out to get some oranges.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Mulţum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esc mult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Thanks very much.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Margareta...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Doriţi ceva, domnule doctor?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Ma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rgaret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Yes, Doctor?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 supăra... îmi faci şi mie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încă o cafea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 about this, but would you mind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making another cup of coffee for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Desigur.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Mulţumesc.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 not.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Thanks.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ei?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Well?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Well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Cum merge?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să meargă?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How goes 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What, exactly?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Păi, studiile tale particulare.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 ştiu despre ce studii vorbeşti.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Why, your private studies, of course.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don't know what you're talking about.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Haide, Henric, d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espre povestea asta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ciripesc aici până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vrăbiile de pe acoperiş!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come off it, Henry — every little child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knows about it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interesează ce ciripesc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vrăbiile noastre şi nici alte studii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interesează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give a damn what little children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know about — I am engaged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no other studies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decât cele legate nemijlocit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munca mea în institut.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 those pertaining directly to my work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at the Institute.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N-ai încredere în noi,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aşa?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 what it is — you don't trust us,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nu mă mir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anumite lucruri în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prudenţa e, într-adevăr, binevenită.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Can't say I blame you... in certain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matters caution is called for.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ales atunci 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 se joacă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două fronturi deodată...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Especially if one is engaged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two fronts at once...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vrei să spui?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what's that supposed to mean?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Aveţi cu toţii o fantezie luxuriantă...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all letting your imaginations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run away with you.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Apropo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serata de azi are loc?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about that social tonight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it still 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nţeles...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Naturally...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dimineaţa, domnule adjunct.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sir.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Noroc, prieteni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friends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vă rog să luaţi loc, ştiţi doar că nici eu,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domnul medic primar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ţinem la asemenea formalităţi...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Sit down, sit down, please, you know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neither I nor the Director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to stand on ceremony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ce se mai aude?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aţi dormit?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what's the news?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all sleep well?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Aveţi probleme?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n-o văd pe Vilma?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 problems?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see Vilma here.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telefonat că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rzie.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Autobuzul a rămas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pană.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phoned to say her bus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had broken down.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zicea că a găsit un taxi, aşa că,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clipă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clipă, trebuie să sosească...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she had managed to find a taxi, she said,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she should be here any minute...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Sper că vă bucuraţi de serată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şi-o să veniţi cu toţii...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Looking forward to the social, are we?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hope you're all coming?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vin, de asta vă asigur...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coming, definitely...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toţii venim...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all coming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Excelent! Personal, consider seratele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noastre un lucru minunat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Excellent! Personally, I consider our social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evenings to be a splendid idea.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ndeosebi pentru efectul lor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psihoterapeutic colectiv.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Particularly as regards their collectively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therapeutic effect.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asta numai datorită faptului că acolo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eliberăm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ntotdeauna ca individualitate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Simply thanks to the way we, as individuals,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invariably loosen up, while, as a collective,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ntărim, ca să zic aşa,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o comunitate. N-am dreptate?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somehow grow stronger.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Wouldn't you say?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Întocmai aşa gândesc şi 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quite, that's exactly how I see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Lăsând la o parte faptul că ar fi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păcat strigător la cer să nu folosim,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Quite apart from the fact that it would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criminal not to make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când în când,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grădină atât de frumoasă!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least occasional use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such a fine garden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venit intenţionat cu o clipă mai devreme.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came a little earlier on purpose.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întâmplat ceva?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something wrong?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vă spună domnul director, personal.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am vrut doar să vă rog, aşa, la iuţeală,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Director will tell you himself.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I wanted was to ask you to be sensible —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fiţi rezonabili, să vă străduiţi să-l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nţelegeţi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să nu-I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ngreunaţi,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do try to understand him and don't make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unnecessary problems for him,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rost, situaţia şi aşa destul de grea.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Putem fi fericiţi că avem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asemenea director şi,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is in a difficult enough position as it is.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think we can be glad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have such a Director,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ne facem, în mod clar, un bine.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de aceea, ține de noi să manifestăm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really doing ourselves a favour.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is therefore up to us to display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măcar un minim de autodisciplină,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evita ca atât el, cât și Institutul nostru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least a minimum of self-discipline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that neither he, our Institute,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oricare dintre noi să ajungă </a:t>
            </a:r>
            <a:br>
              <a:rPr sz="2400"/>
            </a:br>
            <a:r>
              <a:rPr b="0" lang="it-IT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într-o situație delicată.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nor any one of us should get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into hot water.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Sper că mă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nţelegeţi şi nu-mi veţi cere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vă spun mai mult decât v-am spus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am putut să vă spun.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sure you understand and won't expect 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say more than I've already said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am able to say.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Suntem doar oameni maturi, nu-i aşa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all adults, after all, are - we not?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of course.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Păi, vedeţi!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Raţia de săpun aţi ridicat-o?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you are, then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had your soap ration?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Azi se distribuie.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Fain!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They're due to bring it today.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Excellent!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dimineaţa, domnule director.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Director.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Noroc, prieteni! Şi vă rog să luaţi loc,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ştiţi doar că nu ţin la asemenea formalităţi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Hello there, friends. Do sit down, please,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that I don't like to stand on ceremony.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le-am spus şi eu colegilor cu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clipă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urmă, domnule director!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just what I told our colleagues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now, Director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Cum aţi dormit?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Mulţumesc, bine.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Did you sleep well?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Yes, thank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Aveţi vreo problemă?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Nu, n-aş zice.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Do you have any problems?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No, I don't think so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cu Vilma?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is Vilma?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telefonat că autobuzul a rămas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pană.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zicea că a găsit un taxi,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phoned to say her bus had broken down.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she had managed to find a taxi,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că trebuie să sosească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clipă in clipă.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said, so she should be here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 minute.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Iată.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Mulţumesc.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Here it is.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Thanks.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N-aveţi pentru ce.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mention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ce ziceţi, vă bucuraţi de serată?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Looking forward to the social, are we?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Mult, domnule director.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Very much, Director.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pentru voi o veste bună, prieteni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omnul director a promis să se arate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dumnealui pentru câteva clipe.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good news for you, friends.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Director has promised to make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short appearance at our social.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câteva?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short one?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va depinde de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mprejurări.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Sper că veniţi.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That'll depend on the circumstances.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hope you'll show up?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nţeles, domnule director.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of course, Director.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vreau s-o lungesc prea mult,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stimaţi colegi,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here, colleagues, no sense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making a meal of it.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avem cu toţii de lucru p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nă peste cap.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Iată, deci, despre ce-i vorba: precum ştiţi,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all have work to do. So let me get straight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the point: as you probably know,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ultima vreme se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nmulţesc vocile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susţin că institutul nostru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nu-şi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ndeplineşte misiunea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have lately cropped up complaints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our Institute isn't fulfilling its tasks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corespunzător cu noua situaţie...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keeping with the present situation...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situaţie?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situation?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N-are rost, stimate coleg, Neuwirth,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ne jucăm de-a baba-oarba!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my dear colleague, Neuwirth,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let's not beat about the bush.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suntem oare noi cei care trebuie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afle primii despre anumite lucruri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we not the people who're supposed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the first to know things,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tot primii să reacţionăm?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definitiv, pentru asta suntem plătiţi.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first to take action?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why they’re paying us.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să trecem peste acest amănunt.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scurt, ni se cere cu tot mai multă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insistenţă să trecem la ofensivă.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to continue: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e're being urged, with increasing insistence,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we go over to the offensive.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nţeles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deplin acord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spiritul științific…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Firmly in the spirit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scientific…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Asta-i de la sine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nţeles, nu?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That, surely, goes without saying?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Iertaţi-mă, domnule director, dar, din păcate,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există şi o ştiinţă care nu se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ntemeiază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concepţia ştiinţifică despre lume...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sorry, Director, but unfortunately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exists science that is not based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a scientific view of the world...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mine asta nu e ştiinţă!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Unde-am rămas?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is no science where I'm concerned!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where was I?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Spuneaţi că,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sf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rşit, trebuie să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ncepem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nfruntăm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ntr-un fel...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were saying that we must somehow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try and implement...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Anumite manifestări, ce-i drept singulare,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totuşi alarmante,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order to counter the isolated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nevertheless alarming expressions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 unor stări de lucruri iraţionale ce se ivesc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cu seamă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r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ndurile unei anumite părţi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various irrational viewpoints which can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discerned in particular in certain members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tinerei generaţii, stări ce izvorăsc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nejusta...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our younger generation and which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owe their origin to the incorrect...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am rămas?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where was I?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Spuneaţi că stările de lucruri iraţionale…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were saying that the irrational…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nţelegere a complexităţii sistemice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fenomenelor naturale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 dinamicii istorice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…interpretation of the complexity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natural processes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historical dynamism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aproceselor civilizatoare din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smulse unele aspecte parţiale,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human civilisation, some of whose aspects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taken out of context,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a fi apoi interpretate fie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spiritul unor teorii pseudoştiinţifice...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to be interpreted, either in the light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pseudoscientific theories...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Ştim că printre tineri circulă câteva copii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lucrările lui C. G. Jung...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have discovered that copies of some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works of C.J. Jung are circulating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among our young people...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...Sau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spiritul unei game întregi de prejudecăţi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mistice, superstiţii, ştiinţe şi practici obscure,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in the light of a whole range of mystic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prejudices, superstitions, obscure teachings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răsp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ndite de nişte şarlatani,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psihopaţi şi oameni inteligenţi...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practices spread by certain charlatans,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psychopaths and members of the intelligentsia...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ertaţi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-mă pentru întârziere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domnule director,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autobuzul cu care...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 to be late, Director, but just imagine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the bus I was on...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Ştiu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uaţi loc.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Mulțumesc. –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I've heard. Sit down.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Thank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vreau s-o lungesc prea mult, stimaţi colegi.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Avem cu toţii de lucru până peste cap.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here, colleagues, no sense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making a meal of it. We all have work to do.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esenţa situaţiei şi a sarcinilor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derivă din ea, v-am informat,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already acquainted you with the size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problem and the tasks it puts in front of us.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că acum totul depinde de voi.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aş vrea doar să vă rog să fiţi rezonabili,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it is up to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I want to do is to ask you to be sensible,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încercaţi să mă înţelegeţi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să nu-mi îngreunaţi, inutil,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situaţia mea şi-aşa destul de grea.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try and understand and don't make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unnecessary problems for me in what 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difficult enough position as it is.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vorba, totuşi, de o cauză bună!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Ori, poate, nu trăim o eră nouă?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 good cause, after all!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live in modern times, after all.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Trăim.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 do.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Păi, vedeţi!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Raţia de săpun aţi ridicat-o?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you are, then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had your soap ration?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Azi se distribuie...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They're due to bring it today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Contez pe dumneata, dragă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rely on you, Henry...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În chestiunea săpunului?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 săpunului şi în toate celelalte!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You mean, where the soap is concerned?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The soap and everything else.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Cine 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Eu sunt, domnule doctor.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Who is 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It's only me, Doctor.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moment!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a moment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Intrați, doamnă Houbova.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in, Mrs Houbova.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Doamne, ce fumăraie!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trebui să aerisiţi un pic.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dear, the place is full of smoke!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need a bit of air.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imediat... s-a întâmplat ceva?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right, in a minute.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nything wrong?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Aveţi un musafir.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a visitor.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Eu? Pe cine?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 ştiu, nu s-a prezentat.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Have I? Who is 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don't know, he didn't tell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Deci, cineva străin?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stranger, is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Eu, cel puţin,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l-am mai văzut pe aici.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He’s never been here.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Never seen him before.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arată?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does he look like?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Păi, cum să zic, aşa, cam neserios şi,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cu seamă... asta...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dunno — how should I say,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bit disreputable... and, worst of all, he…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Ei, mi-e ruşine...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He…?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hardly like to say...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Hai, spune, doamnă Houbova!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Păi, cum să spun, ştiţi... pute..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Go on, out with it, Mrs Houbova!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Well, it's just that he… smells...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Zău? A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that so? How does he smell?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Greu de spus, aşa,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pic, a brânza aceea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mpuţită.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Hard to say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a strong cheese, I guess.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mă rog, să intre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Never mind, tell him to come in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Poftiţi, domnule...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to go in…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ziua.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Respectele mele, domnule Foustka.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afternoon.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do you do, Mr. Foustka.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plăcut aici, la dumneavoastră,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fapt, aşa mi-am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nchipuit.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Very cosy, very cosy indeed.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as I imagined it.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Cărţi serioase, un glob raritate,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măsură corespunzătoare în toate,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mai, balanţa nu se dezminte...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these learned books... a rare globe... everything nice and restrained...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balance in all its glory.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 despre ce balanţă vorbiţi. </a:t>
            </a:r>
            <a:r>
              <a:rPr b="0" lang="en-US" sz="2400" strike="noStrike" u="none">
                <a:solidFill>
                  <a:srgbClr val="e6e6e6"/>
                </a:solidFill>
                <a:effectLst/>
                <a:uFillTx/>
                <a:latin typeface="Arial"/>
              </a:rPr>
              <a:t>Şi, mai cu seamă, nu ştiu cu cine am onoarea..</a:t>
            </a:r>
            <a:r>
              <a:rPr b="0" lang="ro-RO" sz="2400" strike="noStrike" u="none">
                <a:solidFill>
                  <a:srgbClr val="e6e6e6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balance?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anyway, who am I speaking to?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Toate la r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ndul lor.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să mă aşez?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in good time.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 I sit down?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rog.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Please do…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Presupun că nu-i cazul să vă cer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vorbiţi cu nimeni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take it I don't have to stress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should not mention my visit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persoana mea, asta în interesul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dumneavoastră şi al meu.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anyone in your own interest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well as mine?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 ce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nu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vorbesc despre dumneata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should I not mention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veţi înţelege curând.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You'll see soon enough.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numesc Fistula.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name is Fistula.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sunt angajat, n-are importanţă,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altfel nu am un loc de muncă permanent,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place of work is immaterial 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in any case I don't have a permanent job.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care, de fapt, nici nu trebuie să-l am,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fiind pensionar invalid.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have to, you see,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being retired as an invalid.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mine, dumneata lucrezi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într-o fabrică de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chibrituri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hazard a guess that you work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a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match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factory.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Mda, e vorba de un fel de mucezeală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necunoscută a piciorului —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prea multe nu se pot face.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Athlete's foot, my dear sir, or some similar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ailment I suffer from,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there's little I can do about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ntrebaţi ce caut aici,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ce vreau?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Aren't you going to ask me what it is I want?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is the purpose of my visit?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renunţat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ncă la speranţa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c-o să mi-o spui chiar dumneata.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have not yet given up the hope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you will tell me without being asked.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privinţa asta nu există nici un impediment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dacă n-am făcut-o până acum,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existat un motiv.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course, there is nothing to prevent 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doing just that, and if I haven't done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already,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for a very good reason.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motiv?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reason is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Eram curios să aflu dacă n-o să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daţi seama singur.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rather hoped you'd discover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for yourself.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să-mi dau seama, de vreme ce te văd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prima oară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viaţa mea!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can I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know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I see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the first time?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altfel, pentru ghicit n-am nici timp,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dispoziţie.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anyway, I have neither the time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nor the inclination to play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silly guessing games.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Spre deosebire de dumneata, eu am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ocupaţie, şi peste câteva clipe plec...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Unlike you, I happen to have a job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will shortly have to go…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serata institutului, nu-i aşa?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asta mai aveţi timp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know, to your Institute's social.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bags of time.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unde ştii dumneata că mă duc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serata institutului?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did you know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going to our social?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naintea venirii mele nu v-aţi comportat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un om care se grăbeşte.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before I arrived you didn't exactly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carry on like a man in a hurry.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ce-am făcut înaintea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venirii dumitale nu şti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nimic.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can't know anything about what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doing before you arrived.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 supăraţi, dar despre ceea ce ştiu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nu ştiu, şi cum ştiu ceea ce ştiu,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Forgive me, but I know far more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 you about, what I know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categoric ştiu mai mult decât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ştiţi dumneavoastră.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what I don't know,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how I know what I know.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Domnule...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Fistula...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here, Mr...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Fistula...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întreb serios, scurt şi concis,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aşteptând de la dumneata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răspuns serios: ce vrei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asking you straight,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 expect a straight answer: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is it you want?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spun ceva numele de Marbuel?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Sau Loradiel? Sau Lafiel?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 the name Marbuel mean anything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you? Or Loradiel? Or Lafiel?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Afară!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Cum aţi spus?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Aşa cum ai auzit: afară!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beg your pardon?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said: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adică, afară?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do you mean out?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Părăs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ește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imediat locuinţa mea,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să nu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mai prind niciodată pe aici!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Leave my flat at once and never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show your face here again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auzit?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hear what I said?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auzit prea bine...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heard what you said...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mă bucur de reacţia 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vs.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I'm delighted at your reaction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care-mi confirmă, fără echivoc,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n-am greşit adresa...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it confirms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have come to the right address...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să spu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neți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cu asta?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understand...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Spaima dumneavoastră mi-a dezvăluit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claritate că cunoaşteţi bine greutatea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relaţiilor mele,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agitation tells me that you're well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aware of the weight of my contacts,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greutate pe care n-aţi fi putut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s-o cunoaşteţi, dacă, într-un fel sau altul,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you would hardly be in a position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know unless you had earlier taken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v-aţi fi interesat mai de mult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amintitele mărimi...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interest in them yourself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Numele acestea nu-mi spun nimic,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habar n-am despre ce vorb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iți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Those names mean nothing to 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no idea what you're talking about,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bruscheţea somaţiei mele de a părăsi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această casă n-a oglindit altceva decât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suddenness of my decision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throw you out is due simply to the fact that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bruscheţea cu care 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reuşit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mă plictis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ești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suddenly had enough of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Părăs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ește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imediat locuinţa mea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să nu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mai prind niciodată pe-aici!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Leave my flat at once and never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show your face here again!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Prima dumneavoastră doleanţă,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aceea de a pleca, fireşte o voi respecta,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dacă nu imediat;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first request — that I leave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naturally comply with,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though not just yet;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doua,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nsă, n-o voi respecta, drept care,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târziu,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 veţi fi recunoscător.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second I will not, and you will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time be very grateful to me for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m-a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înţeles. N-a fost vorba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două doleanţe separate,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afraid you didn't understand.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Those weren't two mutually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independent requests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ba, mai mult, n-a fost vorba de nici o doleanţă,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 de o somaţie, da, de o somaţie unică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indivizibilă!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in fact, they weren't requests at all.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a command, single and indivisible.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Înțeleg, dar totodată ţin să adaug: operativitatea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care aţi substituit motivaţia iniţială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Understood. However, I must add: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alacrity with which you subsequently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somaţiei dumneavoastră, sunt pentru mine dovada unui singur lucru, şi anume: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attributed a different motive to that command,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this proves just one thing: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peste teama dumneavoastră iniţială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faţă de mine ca mijlocitor al acelor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contacte a triumfat acum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your original fear of 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a representative of those contacts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has given way to a fear of me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teama de persoana mea ca de un posibil provocator. Aflaţi atunci că am contat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pe această eventualitate.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a possible agent provocateur. I therefore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to tell you that this, too, I anticipated.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Ba, aş zice mai mult: dacă această teamă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n-ar fi survenit, aş fi fost profund neliniştit,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Nay, what is more, if this had not happened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should have found it suspicious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punându-mi fireasca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ntrebare dacă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provocatorul nu sunteţi dumneavoastră.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would have had to ask myself if indeed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are not an agent provocateur.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să trecem la obiectul în sine: desigur,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există nici un procedeu prin care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now let's get down to the matter in hand.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is of course no way I can prove to you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vă dovedesc că nu sunt provocator.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dacă l-aş evoca acum pe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nsuşi Ariel,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am no provocateur;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were I to call forth Ariel himself,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and now,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n-ar fi exclusă posibilitatea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n-aş fi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acelaşi timp şi provocator.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would not exclude the possibility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am also trying to provoke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Aveţi, deci, trei posibilităţi.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Prima: să mă consideraţi provocator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thus have only three choices: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continue to consider me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să insistaţi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continuare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plec imediat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agent provocateur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insist that I leave.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doua: să nu mă consideraţi provocator,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să-mi acordaţi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ncrederea.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Secondly: not to think of me in those terms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instead to trust 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treia: să nu aveţi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deocamdată,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o părere definitivă în problema provocatorului din mine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să adoptaţi o atitudine de aşteptare: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Thirdly: not to make your mind up in this matter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yet and to adopt a waiting posture,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înseamnă, pe de o parte, să nu mă daţi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imediat afară dar, pe de altă parte,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means not to throw me out but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the other hand to say nothing which,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să nu spuneţi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faţa mea nimi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din ceea ce,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eventual provocator, aş putea folosi,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eventual, impotriva 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vs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 were an agent provocateur,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might be able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use against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V-aş recomanda această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ultimă alternativă...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 may, I'd recommend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third alternative...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accept, precizând însă că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discuţia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dumneata nu trebuie să mă controlez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right. I should add, though,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in talking to you, I have no need to watch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întruc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nici prin minte nu-mi trece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 putea gândi, şi cu atât mai puţin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rostesc ceva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 say because there is no question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might think, much less utter,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ce ar putea fi folosit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vreun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fel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mpotriva mea.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anything that could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 used against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Excelent! Îmi pl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 foarte mult!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aş fi provocator, ar trebui să recunosc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Splendid! I like you. If I were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agent provocateur, I'd have to admit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prima capcană aţi trecut-o cu bine!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you have passed your first test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flying colours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Spusele dumneavoastră sunt pentru mine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indiciu al prudenţei 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vs.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justificate,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 inteligenţei şi operativităţii 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vs.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words betray a wellfounded caution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well as your sharp intelligence and ready wit,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însuşiri pe care le salut cu entuziasm,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întruc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îmi dau speranţa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eu mă pot bizui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of which are qualities I can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welcome, for they give me hope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can rely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vs.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şi, în consecinţă,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vom putea colabora de minune.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you and that we shall work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 together.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Ascultă, domnule..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Fistula...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listen here, Mr...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Fistula...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ați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domnule Fistula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 vrea să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vă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spun două lucruri.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Listen here, Mr Fistula, I'd just like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say two things.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Unu: pentru gustul meu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sunteți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cam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flecar şi socot că ar fi cazul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apropi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ați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mai repede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Firstly: To my mind you talk too much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 wish you'd come more quickly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scopul care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-a adus aici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despre care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the point and tell 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brought you here.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spus până acum mai nimic,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deşi,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-am cerut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această privinţă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răspuns serios, scurt şi concis.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given me no indication,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though I asked you for a straight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answer to my straight question.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Doi: mă surprinde foarte mult faptul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ar urma să colaborăm.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secondly: I’m surprised to hear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you and I are supposed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working together.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o asemenea treabă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fie cel puţin doi.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takes two to play, you know.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Replica dumneavoastră a avut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optzeci de cuvinte.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just used eighty words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reply to 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Raportat la valoarea ei semantică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cifra aceasta nu e chiar atât de mică şi,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Considering their semantic value,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is not exactly a small number,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locul dumneavoastră,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n-aş reproşa nimănui flecăreala.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I would not accuse others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talking too much if I were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Precum se ştie, flecăreala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molipsitoare...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Loquaciousness is well known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infectious...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timpul sper să vă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nsuşiţi şi unele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deprinderi de-ale mele mai importante.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hope that in time you will also acquire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of my more important skills.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s-ar zice, dumneata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vrei să mă şi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nveţi ceva?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trying to tell me you want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teach me things?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 numai atât...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Şi ce încă, pentru numele lui Dumnezeu?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Not just teach...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No? What else, for God's sake?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ăsta nu-l amestecaţi în povestea asta!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Leave him out of this!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Şi, mă rog, ce mai ai de g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 cu mine?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else do you have in mind, then?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vă iniţiez...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initiate you...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Gata, ajunge! Sunt om de ştiinţă, cu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concepţie ştiinţifică despre lume,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enough! I am a scientist and hold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scientific world view,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savant care ocupă o funcţie de răspundere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într-unui dintre cele mai expuse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institute ştiinţifice!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working in a very responsible position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one of our foremost scientific institutes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îmi va vorbi cineva,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într-un fel care ar putea fi interpretat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anyone comes to me with ideas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can be defined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o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ncercare de răspândire a superstiţiilor,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voi fi silit să acţionez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concordanţă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conştiinţa mea ştiinţifică!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an attempt to spread superstition,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shall be forced to act according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my scientific conscience.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Cunosc bine concepţiile 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vs.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doctor, ştiu cât de dragă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este munca în institut,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Doctor, I am well acquainted with your views,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 how much your work at the Institute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vă cer scuze pentru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gluma mea prostească.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means to you, so please accept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apologies for my stupid joke.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Oricum, a sosit timpul să renunț la aceste amabilități introductive.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any case, it's high time I abandoned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 introductory pleasantries.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cum a subliniat azi dimineaţă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directorul institutului 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vs.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una din sarcinile institutului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your Director was good enough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stress this morning, one of the tasks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facing your Institute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este aceea de a lupta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mpotriva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manifestărilor misticismului irrational.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to combat certain expressions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irrational mysticism.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om de ştiinţă ştiţi mai bine ca oricine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lupta 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vs.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va fi cu atât mai eficientă,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a scientist, you yourself know best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struggle of yours will be the more effective,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cât veţi fi mai bine înarmat cu cunoaşterea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fenomenelor împotriva cărora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aveţi de luptat.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more thorough your knowledge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that which you are struggling against.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Dispuneţi de o colecţie apreciabilă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lucrări ale literaturii ermetice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in your possession a remarkable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collection of hermetic literature,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teoria nu e totul, iar eu mă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ndoiesc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n-aţi simţit niciodată nevoia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as you well know, theory is not everything,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I'd seriously doubt that you have never felt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 vă familiariza, direct cu practica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magiei contemporane.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urge to acquaint yourself directly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contemporary magical practice.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venit la dumneavoastră ca un ezoteric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un activ de 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teva sute de evocări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magice şi theurgice reuşite,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come to you as a practitioner with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several hundred successful magical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evocations behind him,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dispus să vă familiarizeze cu unele aspecte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 activităţii sale, spre a vă oferi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is prepared to acquaint you with some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aspects of his work in order to provide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bază temeinică pentru studiul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vs.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ştiinţific.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valuable material for your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scientific studies.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dacă vă puneţi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ntrebarea: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interes poate avea un ermetic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if you are asking yourself how it 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possible for a hermetic to take an interest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succesul luptei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mpotriva ermetismului,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pot răspunde cu toată sinceritatea: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struggle against hermetism,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give you a frank answer: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ajuns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ntr-o situaţie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care, fără o anumită acoperire, s-ar putea să n-o sf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rşesc bine.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find myself in a situation where, without some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support, I might come to a sticky end.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ofer, deci, spre studiu,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propria-mi persoană şi nu vă cer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therefore offer myself to you as a subject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study, and I shall ask for nothing more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schimb nimic altceva decât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depuneţi, în caz de nevoie, mărturie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return than that you should, if necessary,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testify that I have put myself at the disposal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m-am pus la dispoziţia ştiinţei, drept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ar fi nedrept să fiu tras la răspundere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science and that it would thus be unfair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hold me responsible for spreading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răsp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ndirea unui lucru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împotriva căruia, în realitate, am luptat.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something that I am, in actual fact,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helping to combat.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Am o propunere...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Vă ascult.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have a suggestion...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Yes? I'm listening...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accelerarea exprimării noastre,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voi simula că nu sunt înarmat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o concepţie ştiinţifică despre lume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order to expedite matters, I'll pretend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to be equipped with a scientific world view,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mă interesez de anumite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lucruri din simplă curiozitate.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if I were taking an interest in certain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things out of mere curiosity.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Accept propunerea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dvs.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Agreed!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Ouch!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Dumneata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ai cel puţin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cincizeci de grade sub zero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Man, your temperature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must be fifty below!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atâta nu...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that much…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Ei? Ei, ce se aude?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Ţi-a pierit, deodată, graiul?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Well? What is it?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Lost your tongue all of a sudden?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Aştept...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aştepţi?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I'm waiting...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Waiting for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Doleanţele dumneavoastră.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 te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nţeleg: ce doleanţe?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Your wishes.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don't understand — what wishes?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oare să vă familiarizez cu practica mea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altfel dec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ncredinţ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ndu-mi nişte sarcini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can I acquaint you with my knowledge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unless you set me certain tasks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a căror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ndeplinire o puteţi verifica —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a căror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ndeplinire vă interesează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anumite motive?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such as you can yourself verify?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those that are important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you for some reason?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Aha, acum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nţeleg. Şi, cam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fel de sarcini ar trebui să fie?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 see. What kind of tasks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have in mind — roughly?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privinţa asta ştiţi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dumneavoastră destule!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Come, you know enough about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 things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rog, dar, oricum, faţă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faţă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posibilitatea practică...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perhaps, but faced with this opportunity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a practical demonstration…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nimic, vă ajut eu. Aş avea o idee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un început nevinovat.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matter, I'll help you. How about this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an innocent first step.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câte ştiu, vă place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tânără fată...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far as I know, you fancy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certain young lady...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 despre ce vorbeşti…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 what you're talking about...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doctor, după toate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câte ne-am spus aici,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come, Doctor,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all that has been said here,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totuşi să admiteţi că, din când în când,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aflu şi eu câte un mic secret al cuiva...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surely you cannot doubt that I might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privy to a secret or two...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te referi la secretara institutului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nostru, nu tăgăduiesc că e o fată frumoasă,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asta nu înseamnă că...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mean the secretary at the Institute,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deny that she is pretty,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that hardly entitles you...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Ce-ar fi dacă la serata de azi,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neaşteptate şi numai pentru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scurtă vreme, s-ar îndrăgosti?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if tonight at that social of yours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were to fall in love with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Pleacă!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Cine? Eu? De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Please go away!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Who? Me? Why?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Repet, pleacă!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you. Go away.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ncepeţi?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crezut că ne-am înţeles.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not starting that again? Just when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thought we had come to an understanding.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M-ai jignit.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Cum aşa? Cu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You have insulted me.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Insulted you? How?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sunt atât de disperată încât să apelez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magie </a:t>
            </a:r>
            <a:r>
              <a:rPr b="0" lang="it-IT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ches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</a:t>
            </a:r>
            <a:r>
              <a:rPr b="0" lang="it-IT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legate de dragoste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so desperate that I need to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turn</a:t>
            </a:r>
            <a:br>
              <a:rPr sz="2400"/>
            </a:b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magic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matters of 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love!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sunt un prăpădit incapabil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se consoleze cu demnitate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think I'm so badly off that I am neither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weakling, incapable of going without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ceea ce n-a reuşit să obţină prin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propria-i strădanie, nici un netrebnic mizerabil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which I can't achieve by my own efforts,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nor yet a scoundrel who would conduct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aplice experimentele sale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f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nevinovat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experiments on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unsuspecting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innocent girl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dintre noi ştie ce 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realitate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 despre asta e vorba acum.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None of us really knows what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capable of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But that's not the point.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ideea mea inocentă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bine intenţionată a avut darul,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anumite motive, să vă jignească,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my well-meant, innocent,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spur of-the-moment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little idea offends you in any way,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îmi cer scuze şi o retractez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naturally apologise and withdraw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nu ţi-am spus esenţialul: am o legătură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serioasă şi-i sunt credincios prietenei mel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another thing: I have a girl friend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 am faithful to 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Precum şi ea vă este credincioasă?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vrei să spui?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As she is to you?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 are you saying?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lăsăm asta şi...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Forget it…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Stai, nu-ţi permit nici un fel de aluzii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echivoce şi necuviincioase!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just a minute — you can't get away with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hints and double entendres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Calomniile nu mă interesează,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impertinenţele nu-mi plac!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interested in gossi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 don't like loose tongues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Regret ce-am spus. Dacă v-aţi decis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aflaţi nimic, vă priveşte...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 I spoke. If you have decided to turn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blind eye, that is entirely your business...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Dumneata pleci?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explodat un pic.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leaving?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just let off a little steam.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Deci, ce se va întâmpla?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Cu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So what's to become of 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What's to become of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Cu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nţelegerea noastră.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Cum să rămână?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Our agreement, I mean.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Well?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 valabilă?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Asta depinde numai de dumneavoastră.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Is it still on?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That is entirely up to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Imaginaţi-vă că din numărul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nesfârşit de viteze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have to realise that out of the infinite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number of possible velocities,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expansibilitatea cosmosului şi-a ales-o exact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aceea care a permis apariţia acelui univers,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expansion of the universe chose precisely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one which gave rise to the universe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cum îl cunoaştem, cu alte cuvinte,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timp suficient şi cu alte premise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a se forma în el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we know it, that is, with sufficient time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other prerequisites for the formation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corpuri solide,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se poat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naşte pe ele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solid bodies, so that life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could exist on them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sau, cel puţin, numai pe ele — viaţa!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 asta o întâmplare remarcabilă?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at least on one of them!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Isn't that a remarkable coincidence?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E, într-adevăr, ceva foarte neobişnuit!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quite remarkable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Vedeţi, şi dacă veţi cerceta mai departe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veţi constata că vă datoraţi existenţa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isn't it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And if you delve further,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you'll discover that you owe your existence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unui număr incredibil do asemenea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coincidenţe incredibile, că povestea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such an incredible number of equally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incredible coincidences that it exceeds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depăşeşte toate limitele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imaginabile ale probabilităţii.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conceivable ratios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probability.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Toate astea nu pot să apară, totuşi, aşa,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sine; în spatele lor trebuie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se ascunde o voinţă mai profundă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this cannot surely be an accident,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behind it must be concealed some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more profound intention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firii, a lumii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 naturii.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existence, of the world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of nature.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Oare toate astea nu acţionează ca şi când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cosmosul şi-ar fi propus ca într-o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zi să se vadă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 it not strike you as if the cosmos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had actually determined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see itself one day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cu ochii noştri, iar întrebările pe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 le punem noi acum aici să şi le pună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el aşa, cu gurile noastre?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through our eyes and to put the questions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we are now putting, with our lips?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exact aşa acţionează!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yes, that's exactly how it strikes me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distraţi bine?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Having a good time, you two?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ţinem un pic de filozofie...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să nu vă deranjez.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have been discussing some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philosophical questions...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that case, don't let me disturb you...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Sau, de pildă, altă chestiune: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biologia modernă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ştie de mult că, deşi legea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another thing: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modern biology has long been aware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while the law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supravieţuirii, mutaţiile şi alte treburi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asemănătoare explică multe lucruri,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survival of the fittest and similar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discoveries explain a great deal,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explică totuşi principalul: de ce există,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fapt, viaţa şi, de ce există în acea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nesf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rşită varietate de culori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fail altogether to explain why life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should exist in the first place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endless variety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 manifestărilor sale, adeseori gratuite,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parcă ar fi aici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its frequently quite self-serving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manifestations, which would seem to be here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pentru că firea vrea să-şi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demonstreze prin ele propria sa puternicie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because existence wishes to display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its own power.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cui vrea s-o demonstreze?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V-aţi gândit vreodată la treaba asta?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whose sake, though?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given any thought to this?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Mărturisesc cinstit că în felul ăsta nu...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quite in this way, I must confess.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…dar, probabil, de-acum încolo mă voi gândi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mereu; dumneavoastră vă pricepeţi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prezentaţi totul atât de frumos!...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...b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ut now, I guess I'll think about it always;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how to put it so nicely.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Dansaţi?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Da... desigur.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May I have the pleasure?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Yes... of course.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Reveniţi, nu-i aşa?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Bineînţeles! Mă interesează atât de mult...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You'll come back, won't you?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But of course! It's all so terribly interesting...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Frumoasă seară, nu-i aşa?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splendid evening, isn't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vremea ţine cu noi...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yes... we've been lucky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the weather...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Luaţi loc! Pot să mă aşez şi eu?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Bine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nţeles...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Do sit down. May I join you?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Yes, please do…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Henry...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Spune-mi, te rog: de fapt,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cre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despre mine?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me frankly 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think of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I think?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să zic, cred că toată lumea se bucură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dvs. vă aflaţi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fruntea institutului nostru...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how should I say, I think that everyone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Institute is glad that you are in charge...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m-a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nţeles.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mine mă interesează concret ce cre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dumneata despre mine... ca om...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you don't understand.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 want to know is what you personally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think of me — as a man...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sau, mai precis: 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sim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pentru mine?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or, to put it more accurately: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your feelings towards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Vă stimez...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Numai atât?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feel great respect for you...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Is that all?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Păi… cum să zic…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greu să...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Well... how to say it…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very difficult...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eraţi, domnule director?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când vă căutam...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here you are, Director.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We've been looking for you...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întâmplat ceva?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Anything wrong?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Nimic deosebit. Atâta doar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Petruska ar avea o dorinţă,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se cam sfieşte s-o rostească...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 in particular. It's only that Petruska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wants to ask you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is too shy to say so…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dorinţă?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Ask me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Ştiţi, ar vrea să danseze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dumneavoastră...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wants to ask you whether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would dance with her…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pricep să conduc şi, zău,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n-aş face decât să-i strivesc bombeurile.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afraid I don't know how to lead,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only trample her dress.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sunt aici atâţia dansatori mai buni...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there are so many better dancers here...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cazul ăsta acceptaţi măcar invitaţia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noastră pa marginea lacului;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that case, would you at least accept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invitation and accompany us to the pond,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colegul Kotrly a construit acolo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joc de lumini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superb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sub apă.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colleague Kotrly has built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delightful underwater light display.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văzut jocul meu de lumini sub apă?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seen my underwater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light display yet?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 faci bine, Vilda.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nu fac bine?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You're doing it all wrong, Vilda.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 am I doing wrong?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linguşeşti pe aceşti doi imbecili atât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prosteşte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t, curând,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crawling so abjectly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before long those two idiots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 se va face silă de tine,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institutul te va lua peste picior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will get fed up with you and you'll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laughing-stock of the Institute.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toată lumea o să te duşmănească.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Apart from which, everyone will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want to see you come a cropper.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S-ar putea să ai dreptate,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nu fac bine ce fac,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I am doing it all wrong,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that's still better than pretending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oricum e mai bine decit să simulez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dezinteteresul şi în aceiaşi timp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le spun totul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interested and at the same time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telling 'em everything...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referi la Neuwirth?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take it you're referring to Neuwirth?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a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nceput să vorbească, primul,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interesul lui Foustka pentru magie?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else? Who was it first started blabbing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Foustka's dabbling in magic?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povestea ajunge la urechea lor,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 fi meritul lui Neuwirth!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they get to hear of it,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it'll be Neuwirth's doing!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fapt, ne-am amuzat cu toţii pe chestia asta.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Îl nedreptăţeşti pe Neuwirth,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we all talked about it!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being unfair to Neuwirth,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 n-ai altă scuză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decât gelozia...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only excuse being that it 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out of jealousy...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M-ar fi mirat să nu-i iei apărarea!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might have known you'd take his side!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ncepi?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lease don't start that again!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Libo, dă-mi cuv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ntul tău de onoare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n-a fost nimic între voi!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Liba, give me your word there 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 between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cuv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 de onoare!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Dansăm?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Da!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give you my word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about another dance?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Okay!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vreau să vă deranjez...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well, let me not disturb you...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povestiţi-mi ceva! Cu fiecare cuvânt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aveţi darul să-mi deschideţi ochii;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 on, talk some more!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Each word of yours seems to open my eyes...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pot să înţeleg cum am putut să fiu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 de oarbă... atât de superficială...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understand how I could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been so blind — so superficial...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încep, dacă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 permiteți,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dintr-o perspectivă complet diferită.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start, if you'll allow 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a completely different angle.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V-ați gândit vreodată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fi capabili să înțelegem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ever thought that we would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quite unable to understand even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și cea mai simplă acțiune morală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este motivată de interesul propriu,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most simple moral action which 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motivated by self-interest,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că, de fapt, ar părea destul de absurd,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nu am recunoaște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in fact it would appear to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quite absurd, if we did not admit to ourselves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undeva în interiorul ei se ascunde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condiția prealabilă a ceva mai superior,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somewhere within it there is concealed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prerequisite of something higher,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unei autorități morale absolute,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atotștiutoare și imparţiale,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absolute, omniscient and infinitely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moral authority, through which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 care și în care toate acțiunile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noastre capătă o valoare misterioasă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in which all our actions gain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mysterious worth and through which each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prin care fiecare dintre noi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atinge mereu eternitatea?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every one of us constantly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touches eternity?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da, exact aşa am simţit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când mă ştiu!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yes, that's exactly how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always felt it to be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că n-am fost în stare să-mi dau seama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asta, şi cu atât mai puţin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s-o rostesc atât de frumos!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I was never able to say it, much less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put it into such splendid words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Vedeţi?!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cu atât mai tragic e faptul că omul modern a tăgăduit în el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you are! All the more tragic,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then, that modern man has chosen to deny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ceea ce-l depăşeşte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 persistat ideea că deasupra lui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everything that is larger than him, to deride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very notion that there might be something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mai putea fi ceva să aibă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semnificaţie superioară!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higher and that could possibly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some higher meaning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ce s-a autoproclamat cea mai înaltă autoritate,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privește cu groază încotro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îndreaptă lumea.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Having set himself up as the highest authority,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then watches in horror where the world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heading.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ât e de limpede şi de simplu!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Altfel decât se vorbeşte despre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în mod obişnuit...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Isn't it all so clear and simple!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different from the way people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usually talk about them...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cât de profund priviţi aceste lucruri!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cred că voi uita vreodată această seară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take it all so seriously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think I'll ever forget this evening.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sentimentul că în preajma dvs. devin,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fiecare clipă, alt om...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feel as if, in your company, I was becoming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new person every minute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 supăraţi c-o spun aşa deschis,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parcă ar ţâşni din dvs.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lumină care...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please don't be annoyed that I'm being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frank, but you seem to emanate a...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pot să pricep cum de-am putut trece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lângă dvs. atât de nepăsătoare...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understand how I could have been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indifferent to you all this time...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niciodată n-am mai simţit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ceva asemănător.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never felt anything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this before.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Dansaţi?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 I have the pleasure?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 supăraţi, dar eu...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I'm sorry, but...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Margareta, noi încă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dansat împreună!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come on Ma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rgaret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haven't danced together yet.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Mă aşteptaţi aici, nu-i aşa?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Bineînţeles că vă aştept.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You'll wait here for me, won't you?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Yes, of course.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singur?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Alone again, are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Simţi ce parfum vine?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Salcâm... urda-vacii...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smell that?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Acacia... evening primrose...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parfumuri nu prea mă pricep.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much of a fragrance expert.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Henry.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N-ai vrea să-mi fii adjunct?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Would you like to be my deputy?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 obţine acest lucru...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could swing it…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Dar aveţi un adjunct.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Dac-ai şti cât mă oftică!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But you already have a deputy.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I’m fed up with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him!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Henry...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zici, nu vii un pic pe la mine,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serată?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about coming back to my place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this is over?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Sau, dacă nu vrei să rămâi aici până la capăt,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putem s-o ştergem englezeşte.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we needn't stay till the end,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simply disappear.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o cireşată de casă nemaipomenită,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ţi-aş arăta colecţia mea de miniaturi,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some home-made cherry brandy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I'd show you my collection of miniatures,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mai schimba o vorbă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linişte.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we could have a good chat,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undisturbed.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dacă am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ntinde-o cumva mai mult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n-ai mai avea chef să te duci acasă,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it got late, and you didn't feel like making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way home,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poţi foarte bine înnopta la mine!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zici?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could stay the night.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say?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Apreciez foarte mult invitaţia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dumneavoastră, domnule director,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dar, ştiţi, am promis că mă duc la ea...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 very much,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appreciate your invitation,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 see, I've already promised...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Vilma?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Vilma?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eraţi, domnule director!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Dac-aţi şti de când vă căutăm...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here you are, Director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We've been looking for you...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întâmplat ceva?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Anything wrong?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Nimic deosebit.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vrut doar să vă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ntrebăm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program aveţi după serată.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 in particular.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wanted to ask you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you're doing after this is over.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Ne-am considera foarte onoraţi dacă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aţi accepta invitaţia noastră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băutură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înainte de culcare.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should be honoured if you'd accept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invitation for a nightcap.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Aţi putea eventual să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nnoptaţi la noi,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fireşte, dacă aţi dori...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course, you can sleep at our place,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should you wish...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obosit şi trebuie să mă duc acasă.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bine...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I'm sorry, I am very tired.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to go home...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văzut multe la viaţa mea,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să se linguşească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halul ăsta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om cu titlu academic ca să intre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seen a lot, but the sight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an educated man trying to curry favour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graţiile unor şefi imbecili, folos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ndu-se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asemenea scamatorii cum sunt becurile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sub apăr aşa ceva, crede-mă, n-am mai văzut!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his cretinous bosses with tricks such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those coloured bulbs in the pond 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really takes the biscuit!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Oricum e mai bine să te linguşeşti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becurile sub apă dec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simulezi dezinteresul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say it's better to curry favour with those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coloured bulbs in the porid than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pretend a lack of interest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acelaşi timp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le spui totul!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at the same time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'em everything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M-ar fi mirat să nu-i iei apărarea!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might have known you'd take his side!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ncepi?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on't start that again!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Libo, dă-mi cuv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ntul de onoare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n-a fost nimic între voi!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Liba, give me your word there 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 between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cuvânt de onoare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Dansăm? </a:t>
            </a:r>
            <a:br>
              <a:rPr sz="2400"/>
            </a:b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Da.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give you my word.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about another dance?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Sure.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vreau să vă deranjez.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on't let me disturb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omul îl alungă pe Dumnezeu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inima sa, face loc Diavolului.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man drives God out of his heart,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makes way for the Devil.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Diavolul, precum se ştie,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un maestru al prefăcătoriei.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is well known that the Devil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a master of disguise.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poate fi închipuit pentru el un travesti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ingenios decât acesta pe care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 oferă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infidelitatea modernă?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one imagine a more ingenious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disguise than that offered him by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modern lack of faith?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Spaţiul de manevră cu cele mai mari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posibilităţi de reuşită trebuie să-l găsească,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acolo unde nu i se mai dă crezare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Doubtless he finds he can work best where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people have stopped believing in him.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aceea, distrugerea în lumea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astăzi poate fi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realizată cel mai bine sub steagul științei,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is why destruction in today's world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best be carried out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under the banner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în acest fel noi, oamenii de știință,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devenit purtătorii grotesci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acestei distrugeri...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science, and in this way we scientists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become the grotesque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standard-bearers of this destruction...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Iartă-mi această francheţe, Margareta,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eu nu mai sunt în stare să inăbuş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mine aceste sâmţăminte!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Forgive me for speaking so frankly, Ma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rgaret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but I cannot hold it back any longer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cui altcuiva aş putea să-i destăinui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toate astea, dacă nu dumitale?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who else should I confide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but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1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iubesc!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love you!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şi pentru totdeauna!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and I'll go on loving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till the day I die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Ah, nefericito!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 fi pierzania 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unhappy girl!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me you'd be doomed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bine pierzania cu tine în adevăr,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decât viaţa fără tine în minciună.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Rather doomed with you and in truth,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 to live without you and live a lie.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distraţi bine?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Having a good time?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Când a fost aici ultima oară?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When was he here last?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ntrebarea asta prostească!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don't ask such stupid questions!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referi la dansatorul acela?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mean that dancer?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ăptămână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a week ago...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l-ai lăsat să intre?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let him in?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 adus un buchet de violete.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just brought me a bunch of violets.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-am spus că n-am timp,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mă grăbesc să mă văd cu tine...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told him I didn't have time,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was meeting you...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întrebat dacă l-ai lăsat să intre...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asked whether you let him in.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ştiu,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pentru o clipă...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remember...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he did come in for a while...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Deci, v-aţi sărutat!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you kissed each other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I-am dat un pupic pentru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violete, atâta tot.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kissed him on the cheek when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gave me those violets. That's all.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Vilma, te rog, stăruitor, să nu mă prosteşti.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Nu-l văd pe ăsta mulţumindu-se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un pupic pe obraz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Vilma, be so kind as not to treat 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an idiot. A kiss on the cheek!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de vreme ce a intrat, sunt sigur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încercat măcar să danseze cu tine.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Once you let him in I'm sure he’d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least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want to dance with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rog să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ncetezi,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Henry, please leave ft alone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eşti în stare să discuţi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ceva mai interesant?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Can't you find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more interesting to talk about?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încercat sau nu?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he or didn't he?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ţii neapărat să ştii, da, a încercat.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mult nu scoţi de la mine.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right, if you must know, he did.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that's all I'm going to say.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Refuz, pur şi simplu, să discut cu tine.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Ştii doar că te iubesc,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refuse to discuss this any longer.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if you didn't know that I love you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nici un dansator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 poate ameninţa.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 no dancer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pose a threat to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că, te rog frumos, nu te mai chinui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acest interogatoriu!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please no more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this interrogation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eu nu te întreb de anumite detalii —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deşi aş avea mult mai multe motive s-o fac!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all, I don't give you the third degree 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though I have more reason to than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Refuzi, deci, să răspunzi?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cazul ăsta totul e limpede.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you refuse to answer?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That, of course, speaks for itself.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Ţi-am spus de atâtea ori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eu nu-l caut,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nu mă interesează,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told you again and again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he means nothing to 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go out of my way to see him,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nu dansez cu el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şi atunci,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vrei să mai fac?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dance with him.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more am I supposed to do, damn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dă târcoale, te flatează,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mereu ar dansa cu tine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always flitting around you,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flattering you, wanting to dance with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pe tine asta te unge la inimă! Dacă nu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te-ar unge, de mult ai fi terminat cu el.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lap it up! If you didn't,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you'd have put an end to it long ago.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contest, pe oric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unge-o la inimă acest lucru!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deny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 attentions flatter me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înduioşează insistenţa lui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faptul că nu renunţă, deşi ştie foarte bine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n-are nici o şansă.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touched by his persistence, the way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refuses to give up even though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knows he hasn't got a chance.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Tu, de pildă, ai fi în stare, să vii până aici,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iavolul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ştie de unde,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 you be capable of turning up here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night, from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devil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knows where,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ca să-mi oferi, pur şi simplu, știind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e fără speranțe, un buchet violete?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to hand me a bunch of violets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same time knowing it was hopeless?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persistă pentru că tu îl respingi într-un mod care îi aprinde speranța,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persists because you deny him in a way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kindles his hope,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îi reziști într-un mod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alimentează dorința. Eşti o târfă!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resist him in a fashion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fuels his desire. You whore!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Te-ai hotărit să mă jigneşti?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obviously made up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mind to insult 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 timp ai dansat cu el?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how long did you dance with him?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Gata,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ajunge,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începi să devii dezgustător!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that's really enough, Henry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ou're becoming a bore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eşti o ciudăţenie de om,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o ştiu de mult...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known for a long time that you're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something of an eccentric,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că poţi să fii atât de rău,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crede-mă, nu mi-am închipuit!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I'd never have guessed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could be so nasty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unde s-a adunat în tine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această gelozie patologică?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seem to be in the grip of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pathological jealousy.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Această lipsă de sensibilitate, de tact,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această meschinărie şi sete de răzbunare?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you're being insensitive, tactless,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petty minded and vengeful to boot!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ai avea măcar un motiv concret...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at least, you had a real reason...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Aşadar, intenţionezi să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curvăsăreşti mai departe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you intend to go on whoring?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5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N-ai dreptul să-mi vorbeşti astfel!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seara te-ai lins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no right to speak to me like this!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spent the whole evening dancing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puştoaica aia,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tuturor le-a fost penibil,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attendance on that girl,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embarrassing everybody in sight,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trebuie să îndur totul în tăcere,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până la urmă să-mi faci şi scene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while I trotted around like an idiot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we end up with you making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pricina unui dansator aiurit!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dai seama de această absurditate?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scene on account of some dumb dancer.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ridiculous can you get!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această cumplită nedreptate?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Realizezi, măcar, cât eşti de crud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 egoist?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realise how unjust it all is?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understand how selfish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cruel you've become?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Unu: eu nu mă ling cu nimeni şi-ţi interzic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mai foloseşti asemenea cuvinte,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First of all: I don't dance attendance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anybody, and I won't have you speak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vorbeşti de o făptură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 de curată, cum 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Margareta.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such a pure being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Margaret.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Doi: acum nu vorbim despre mine,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 despre tine; fă bine, deci,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secondly: we're not now talking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me but about you,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nu muta discuţia pe alt făgaş!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kindly don't try to change the subject!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Uneori îmi trece prin minte că în spatele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acestei poveşti se ascunde un plan monstruos: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Sometimes it seems to me that there 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monstrous plan behind all this: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întâi trezeşti în mine nişte sentimente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care credeam că au murit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mult în sufletul meu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first of all arouse feelings in me which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thought long dead,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pe începi să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nfăşori, pe nesimţite,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jurul inimii mele.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then you weave your treacherous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web around my heart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că eu nu mai vreau să mă las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chinuit cu acest instrument de tortură!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I'm not going to let myself be stretched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this rack any longer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 îmi fac de petrecanie mie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— ori lui — ori ţie —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 o termin cu toţi trei!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going to do something to myself...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him... or you— or all of us!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1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Din zi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zi mai bine...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</a:t>
            </a:r>
            <a:r>
              <a:rPr b="0" lang="it-IT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Nici tu n-ai fost mai prejos.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Your performance gets better every day…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Well, you're pretty good yourself.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Henric...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Hm?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Henry…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Nu te obosește uneori?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Don't you get tired of it at times?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Tired of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 te silesc mereu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aceste studii.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Ce-i drept, multă vreme m-au plictisit.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Of me making you take part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these games?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It did irritate me at first.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Şi-acum?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Acum, au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nceput să mă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nfricoşeze...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And now?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Now it's beginning to scare me...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nfricoşeze? De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Scare you? Why is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sentimentul că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ncep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mă acomodez prea mult cu ele...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seems to me I'm beginning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take it too seriously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ncepi oare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fii gelos cu adevărat?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Henry! You're not really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getting jealous,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antastic!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hat's too crazy!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un asemenea succes nici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vis n-aş fi îndrăznit să sper!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in my wildest dreams would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thought such a success possible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împăcasem cu gândul că de la tine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mai pot aştepta la altă gelozie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decât la asta jucată...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become reconciled to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showing only feigned jealousy...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 supăra, dar 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împărtăşesc entuziasmul tău.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Sorry, but I can't share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enthusiasm.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ce sau de cine ţi-e frică?!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see what it is you're afraid of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mine însumi!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myself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Fugi de-aici!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 on!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subestima acest lucru, Vilma.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Ceva se înt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mplă cu mine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don't underestimate it, Vilma.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Something is going on inside me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simt că aş fi capabil de ceva 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 fost întotdeauna străin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feel I'd be capable of doing things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were always alien to 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ca şi când, din adâncul meu ascuns,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ţ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şni deodată la suprafaţă ceva întunecat.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if something that had lain hidden deep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inside me was suddenly floating to the surface.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trezeşte în tine un pic de gelozie sănătoasă!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once you feel a little healthy jealousy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N-ai nimic, eşti poate uşor tulburat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nothing the matter with you,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you're a little disconcerted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situaţia ta la institut, după întâmplarea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aceea nenorocită cu directorul.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the goings on at the Institute,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especially after last night's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unfortunate encounter with the Directo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bine ar fi să fie aşa.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only it were as simple as that...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Crezi c-o să te distrugă?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think he'll destroy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încercat va încerca.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Întrebarea e dacă are destulă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putere s-o-facă...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He'll certainly try. Question is, does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have the necessary power?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Putere are, cât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vrea — de fapt toată,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puţin în ceea ce ne priveşte pe noi...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has as much power as he wants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certainly where we're concerned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există şi alte puteri decât cea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 care dispune el.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there are other kinds of power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 that which he happens to wield.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1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Vorbeşti serios?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You're serious, aren't you?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mă înfricoşezi tu pe mine!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you are scaring me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Fagăduieşte-mi că n-o să te joci cu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romise me you won't dabble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anything of that sort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dacă nu-ţi făgăduiesc?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if I don't promise?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Ți-am spus eu imediat că numai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dracu ni la adus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cale pe invalidul ăla!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told you that invalid would bring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us nothing but misfortune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 zăpăci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de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cap!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got you all muddled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fi în stare, cu adevărat,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începi ceva cu acest individ?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tell me you would really take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him up on his suggestion?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De ce nu?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Dar asta-i cumplit!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Well, why not?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That's dreadful!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puţin vezi că n-am aruncat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vorbe în vânt.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least you can see I wasn't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letting off steam.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Bună seara. Vilma e acasă?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De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Good evening. Is Vilma in?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vrut doar să-i predau ceva...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just wanted to give her something...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Vilma, ţi-a venit un musafir.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Vilma, you've got a visitor...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 that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Iartă-mă că te deranjez 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de târziu,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ştii, am fost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deplasare...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 to bother you so late...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had a performance in the countryside...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și...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vrut decât să-ţi dau asta...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and... I just wanted to give you this...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Mersi...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bine, eu am plecat...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scuze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te-am deranjat...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I'll be off again...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 if I disturbed you...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Pa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Bye.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iubesc...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love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Sper că nu suntem primii!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tell me we're the first!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observat că eşti punctuală la serviciu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atunci când dorm la tine?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noticed that you only arrive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time when I sleep at your place?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Exagerezi...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 exaggerate...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Margareta...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Margaret...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faci şi nouă două cafeluţe?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mai tăricele, dacă se poate.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 you make us a coffee?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Strong ones, if possible.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Da... desigur...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of course...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cum ai dormit?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sleep well?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Mulţumesc... bine... adică nu...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mi-au roit prin minte o mulţime de gânduri...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thank you, well... why no, not really...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so much to think about...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1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i-ai sucit un pic capul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ieri seară, sărăcuţa de 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really managed to turn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poor girl's head last night.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nimic, o să-şi revină.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she'll get over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Da, comoara mea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Henry...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Yes, darling?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ne-am iubit aseară,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ne-am iubit de frumos…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remember when we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made love so beautifully...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Voi aici, la ora asta?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Ai rămas cu gura căscată, nu-i aşa?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Oh, you're here already.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Surprised, aren't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mai e şi asta,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asiune pătimaşă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 on earth is that?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Unbridled passion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Mulţumesc...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Ne faci şi nouă?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Da, doamnă doctor...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How about us?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Yes, of course, Doctor...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dimineaţa, domnule adjunct.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Deputy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Noroc, prieteni!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friends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văd, azi sunteţi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formaţie completă, excelent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see that today you're all here early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plendid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azi, când m-aş fi aşteptat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mai puţin...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hough today of all days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hardly have expected it.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serata de ieri a fost,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într-adevăr, o reuşită.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believe we had a most successful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evening last night.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Mulţumirile vă aparţin tuturor.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Totuşi o menţiune specială merită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all deserve thanks for that.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course, special recognition goes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fi adresată colegului Kotrly pentru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excelentele sale efecte luminoase sub apă...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Kotrly here for his underwater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lighting effects.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asta n-are rost să vorbim...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that was nothing…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Prieteni, n-are rost să ne învârtim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prea mult în jurul străchinii cu lapte fierbinte...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point, friends,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beating about the bush...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întâmplat ceva?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Anything wrong?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o să vă spună domnul director, personal.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momentul ăsta eu aş vrea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fac apel la voi toţi,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Director will tell you himself.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I wanted was to ask you to see things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anumite lucruri să le înţelegeţi aşa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sunt, să ne veniţi în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ntâmpinare,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cum vă venim şi noi vouă.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they are, and to try and help us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we try to help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scurt, există în viaţă clipe când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oamenii ori se afirmă,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are moments in life when people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either show their mettle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pe urmă nu trebuie să le mai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 teamă de nimic — ori nu se afirmă.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which case they have nothing to fear 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or they don't measure up.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altfel sunteţi oameni instruiţi, aşa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unele lucruri nu e cazul să vi le spun pe şleau.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you're all educated people,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so I don't have to draw you a picture, do I?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îşi asumă sarcina punerii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ordine a grădinii?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who'll volunteer to clear up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garden?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zicem, eu; oricum trebuie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lichidez becurile alea...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will, if you like. I have to remove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those bulbs anyway.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Fain!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Splendid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dimineaţa, domnule director.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Director.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Noroc, prieteni! Cum văd, azi sunteţi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formaţie completă, excelent!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friends. I see that today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all here early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splendid!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azi când m-aş fii aşteptat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mai puţin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hough today of all days I'd hardly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expected it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Întocmai aşa le-am spus şi eu colegilor,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director.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just what I told our colleagues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now, Director.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când, de fapt,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deosebit de important...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nd yet it is particularly important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morning...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Cum aţi dormit?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Mulţumesc, bine.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Did you sleep well?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Yes, thank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Aveţi vreo problemă?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N-aş zice...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Do you have any problems?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No, I don't think so…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Coleg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i, n-are rost să ne învârtim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prea mult în jurul străchinii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lapte fierbinte...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here, colleagues,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sense in making a meal of it…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întâmplat ceva?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Anything wrong?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Precum ştim, institutul nostru 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fel de far al cunoaşterii veridice,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we all know, our Institute is a kind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lighthouse of true knowledge,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ba, aş spune că,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calitatea sa de paznic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vigilent al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nsuşi caracterului ştiinţific al ştiinţei,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indeed I might say it is — in its role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a vigilant guardian of the very scientific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nature of science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un fel de avangardă a progresului.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something like the avant-garde of progress.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Le-am amintit deja colegilor, domnule director,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răspundere presupune această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misiune a noastră...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Director, I have already reminded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colleagues of the responsibility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role places on all of us…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de ce vă spun toate astea: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întâmplat un lucru grav.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why am I telling you all this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omething serious has happened.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de ce vă spun toate astea: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întâmplat un lucru grav.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why am I telling you all this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omething serious has happened.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de ce vă spun toate astea: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întâmplat un lucru grav.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why am I telling you all this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omething serious has happened.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întâmplat ceva?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Anything wrong?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rog, nu-l întrerupeţi pe domnul director!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Auziţi doar că se pregăteşte să spună că...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Please don't interrupt the Director.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just about to tell us…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întâmplat un lucru grav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irusul s-a aciuat exact acolo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Something serious has happened.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virus has lodged where one would least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era cel mai puţin de aşteptat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unde poate săvirşi cele mai mari pagube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expected it but where, at the same time,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can cause the most damage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neajunsuri, adică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însuşi centrul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antivirotic, adică, dacă e să rămân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această comparaţie,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is, in the very centre of the antivirus campaign or, to stay with the metaphor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chiar în depozitul central de antibiotic.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central store of antibiotics.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5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Vreţi să spuneţi, domnule director,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aici... printre noi... e cineva...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telling us, Director, that right here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omeone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that one of us...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exact asta trebuie s-o spun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profundă tristeţe,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ndignare şi ruşine...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that's exactly what I am telling you,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filled as I am with deep sorrow,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shame and indignation.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Avem în institutul nostru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om de ştiinţă,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have here in our midst,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this scientific institute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subliniez, de ştiinţă!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multă vreme se ocupă,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underline the word scientific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someone who for a long time now and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fireşte, în taină, ceea ce-i conturează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perfect duplicitatea,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 in complete secrecy, which only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goes to show his two-faced character,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tot felul de discipline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aşa-numite ermetice,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pentru a pescui în ape tulburi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has been engaged in various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so-called hermetic practices,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seeking in these murky waters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nişte comori îngropate, chipurile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superioare — a se înţelege —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celei cunoaşterii preştiinţifice.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hidden treasure of allegedly higher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other words, pre-scientific learning.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Are cineva de pus vre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întrebare?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 questions?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Kotrly?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să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ntreb care-i numele acestui coleg?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 we know the name of this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colleague?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Spune-l!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them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vine greu,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trebuie să-l spun.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scarcely bring myself to say it,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name him I must.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vorba de doctorul Foustka.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Very well then — it is Dr Foustka.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mai cere cuvântul?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nyone else wish to speak?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 do….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rog frumos, nu te amesteca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povestea asta!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please stay out of this!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Povestea ne priveşte pe toţi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că să-și spună părerea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domnișoara secretară.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concerns us all without exception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let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miss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secretary share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 opinion as well..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 supăraţi, domnule director... eu nu sunt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om de ştiinţă şi nu prea ştiu şă mă exprim...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Forgive me, Director, I am no scientist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 don't know how to put it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pur şi simplu, asta nu poate fi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adevărat! Doctorul Foustka 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om înţelept şi cinstit.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this simply can't be true!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Dr Foustka is a wise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honourable man.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Dumnealui e frământat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nişte probleme, care ar trebui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ne frământe pe toţi,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 worries about things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by rights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all should be worrying about —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gândeşte cu mintea lui... se străduieşte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descopere lucrurile cele mai profunde...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tries to think things out for himself...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get to the bottom of things...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izvoarele moralităţii...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ordinea universului…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sources of morality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order of the universe...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celelalte ce s-au spus aici despre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 ce contacte eu nu cred!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the rest — all this talk about those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contacts... I simply don't believe it.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Astea-s cu siguranţă calomnii ale unor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oameni răi care vor să-i facă rău.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sure it's all just gossip, put about by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malicious people who wish to harm him.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îndată ce terminăm,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faceţi formele de lichidare.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we finish here, please arrange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her immediate dismissal.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domnule director!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Director!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Institutul nostru nu se află acum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situaţia de a-şi putea permite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luxul unei secretare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Institute really cannot now afford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luxury of employing secretaries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învinuieşte conducerea,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făcând-o mincinoasă!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accuse the management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lying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Dumneata poţi să pleci,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să-ţi strângi lucrurile...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go and pack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things...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înnebunit? Să-ţi distrugi viaţa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halul ăsta? Nu te mai ia nimeni nicăieri!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possessed you?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needlessly to ruin your life 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who'll give you a job after this?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 sufăr cu tine!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 to suffer with you!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Iertaţi-mă, domnule director,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n-ar fi mai înţelept să fie internată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într-un spital?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Excuse me, Director, would it not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more sensible to send her for treatment?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Vedeţi doar că nu ştie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vorbeşte.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see she doesn't know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she is saying.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Psihiatria, domnule doctor,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 un depozit de fetişcane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Psychiatric hospitals are not a cloakroom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one deposits girls whom one first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dumneata le zăpăceşti de cap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pe urmă vrei să te descotoroseşti de ele.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confuses with highfalutin ideas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then wants to get rid of.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tu te dezici de mine?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 tot ce mi-ai spus ieri seara?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renouncing me, Henry?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renouncing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everything you told me last night?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conjur să taci!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 quiet, do you hear?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face un act necugetat,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 fi vina 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she does something foolish,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it'll be your fault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satisfacţia ta, nu?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You'd like that, wouldn't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 începe...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Eu am început? Eu?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Don't start...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Who's starting?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Lăsaţi asta! O să întreb la forurile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superioare dacă n-ar putea fi angajată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undeva ca femeie de serviciu.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Quiet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I'll enquire upstairs whether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might not be able to take a job as a cleaner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one of the housing administrations.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fi, cred, o soluţie fericită,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umană şi înţeleaptă…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would be a sensible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humane solution...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Vreţi să vă folosiţi de dreptul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 vă exprima în legătură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învinuirea ce vi se aduce?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wish to make use of your right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respond to the accusation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has been made against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director, domnule adjunct,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stimaţi colegi! încrezător în obiectivitatea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conştiinciozitatea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Director, Deputy Director, colleagues.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am confident that my case will be dealt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care va fi soluţionat cazul meu,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presupun că la momentul potrivit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fairly and objectively, and I suppose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therefore that when the time comes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 se va oferi un spaţiu suficient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o exprimare mai consistentă,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shall be given the opportunity to give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more detailed explanation.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clipa aceasta mă voi limita, deci,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exprimarea speranţei mele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the time being, however, I shall confine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myself to expressing the hope that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întreaga procedură va fi orientată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idei preconcepute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investigation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will be unprejudiced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spre atingerea unui singur ţel: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adevărul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have the one and only aim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uncovering the truth.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Trăim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ntr-o epocă modernă şi nimeni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intenţionează să organizeze aici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vânătoare de vrăjitoare.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are living in modern times and no one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has the slightest intention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staging a witch hunt.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felul ăsta n-am face dec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să re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nviem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vechile practice obscurantiste şi fanatice,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împotriva cărora luptăm.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would only be to revive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old ignorance and fanaticism,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against which we are fighting.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Adevărul trebuie să iasă biruitor,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 ce-o fi!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Truth must prevail,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whoever suffers in the process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şi-a asumat sarcina punerii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ordine a grădinii?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has volunteered to tidy up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garden?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Eu, domnule director...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did, Director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7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bucur, Vil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ţi-ai asumat această sarcină.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am delighted that you have taken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this task, Vil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vin să te ajut...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shall come and give you a hand.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cauţi dumneata aici?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Vă aşteptam pe dumneavoastră.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doing here?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Waiting for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cum ai intrat?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did you get in?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 fie teamă, pe coş nu m-am furişat.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intrat frumos pe uşă,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not through the chimney,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that's what you fear. I came in through the door,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mi-a deschis-o doamna Houbova,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înainte de a se duce după cumpărături.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Mrs Houbova kindly opened for 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before she went off to do her shopping.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I-am spus câtă nevoie aveţi să staţi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vorbă cu mine şi i-am explicat că,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see, I explained to her that you urgently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wanted to speak to me and that,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pricina piciorului meu paralizat,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greu aş putea să vă aştept afară.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given my gammy leg, I could hardly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 expected to wait outside.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Deci, ai minţit-o, aşa cum îţi stă bine.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mean you lied to her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as usual.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credeţi că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 invalid?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you believe that I'm an invalid?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 da. Nevoia de a sta de vorbă cu dumneata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totuşi, o minciună sfruntată.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do. You lied when you pretended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was anxious to see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Adevărul este 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 sperat că după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cele întâmplate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n-o să te mai văd niciodată.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truth is, on the contrary, that after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everything that's happened,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hoping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never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see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again.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Dimpotrivă: cele întâmplate întăresc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necesitatea urgentă a contactelor noastre!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the contrary: what has happened makes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meetings that much more desirable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 unde îndrăzneala de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umbla prin hârtiile mele?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dare you rummage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among my papers?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bine, trebuia să găsesc ceva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făcut în timp ce așteptam...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had to find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do while I waited...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ghetele astea ce caută aici?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what about those shoes?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Faceţi din toate atâta caz...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on't be such an old fusspot...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7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ziceţi de succesul nostru?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retty successful so far, wouldn't you agree?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succes?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ce vă referiți?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Successful?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might you be referring to?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m-am aşteptat să reuşim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 de repede şi atât de uşor.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never have expected you to manage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so quickly and so easily.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Sunteţi, într-adevăr, un adept talentat.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a good learner, I must say.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 la ce te referi...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no idea what you're talking about...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 ştiţi foarte bine! Ne-am înţeles doar că,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început, vom face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mică experienţă, nevinovată.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yes, you have. Did we not agree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first of all to carry out a little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innocent experiment?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ne-a reuşit peste aşteptări,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dreptate?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it succeeded beyond all expectation,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you think?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te referi la faptul că fetiţa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aceea nefericită s-a prins un pic de mine,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aş avea de adăugat două lucruri.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mean that that wretched child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developed a crush on 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 me just tell you two things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Unu: n-au intervenit în povestea asta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un fel de vrăji,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atât mai puţin ale dumitale,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irst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was no work of magic,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much less your doing.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otul s-a întâmplat fiindcă am avut...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that happened was that I had...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Întâmplător...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Quite by chance...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...ocazia de a sta de vorbă pentru prima oară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serios cu această fată şi-am fost,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bună seamă...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…an opportunity to talk to her properly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the first time, and that,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it happens...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mplător...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chance...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...în plină formă, încât ideile mele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interesat-o şi au captivat-o.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…I was on form that night, so that she found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 had to say interesting.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cum se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ntâmplă de obicei la asemenea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tinere,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interesul ei se duce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repede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and as such girls do,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 interest soon switched...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Întâmplător...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chance...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…de la subiectul conversației la vorbitor.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…from the topic of conversation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the speaker.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văd in asta nimic ce ar depăşi cadrul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firesc al experienţei de viaţă.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see anything there that would 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 way be out of the ordinary.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Doi: ţinând seama de consecinţele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neplăcute ale acestui eveniment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tânăra fată, regret amarnic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And, secondly: seeing what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consequences this event had for the girl,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bitterly regret that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 ciuda faptului ca n-am bănuit —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nici nu puteam bănui,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ever happened, even though I had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idea — how could I?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urmări nefaste pot surveni...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our innocent talk would have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such consequences...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e de râs în asta?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hat's so funny?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Scumpe domnule doctor! Neîncrederea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dumneavoastră faţă de întâmplări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dear Doctor! We all know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don't believe in such unscientific things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faţă de asocierea lor întâmplătoare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notorie.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mere chance and the workings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coincidence.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Evident, nu te-ai întrebat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se face că dvs.,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obviously not asked yourself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it was that you,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până atunci abia ați fost în stare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să-i cereți să-ți facă o ceașcă de cafea,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up till then were just about capable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requesting her to make you a cup of coffee,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ați devenit brusc atât de elocvent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fața fetei,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were suddenly waxing so eloquently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front of the girl,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exprimând cu curaj idei despre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știați foarte bine că vă poate pune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pericol cariera la Institut.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courageously spouting ideas which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well knew could put your career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Institute in jeopardy.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 surprinde faptul că acest lucru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petrecut exact în clipa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care ideea noastră s-a copt?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 it not seem odd to you that this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should have happened just when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had hatched our little scheme?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nu vă miraţi de ce, aşa, deodată,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parcă ar fi agitat cineva o baghetă magică,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does it not surprise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your ideas alone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ideile dumneavoastră au frânt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această fată toate opreliştile,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if someone had waved a magic wand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overcame all the girl's inhibitions,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ca în aceeaşi clipă să înflorească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 ea dragostea până dincolo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mormânt?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kindling a love that nothing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destroy?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Toţi avem, uneori, în viaţă,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asemenea clipe când ne depăşim...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 all have our moments when we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somehow manage to transcend ourselves...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despre asta vorbeam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is what I'm talking about!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nţeleg...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understand...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nu v-aţi închipuit că la serata institutului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 veni în ţinută de seară Je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spiritul dragostei 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surely didn't think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the spirit of love Je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iel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 turn up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ca să aranjeze pentru 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vs.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ceva,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proced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 ca un peţitor oarecare!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person at your social and arrange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everything for you like some mundane matchmaker?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altfel ar fi putut s-o facă decât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prin intermediul dumneavoastră?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else do you think he could fix it except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through you yourself?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Pur şi simplu s-a întruchipat în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persoana dumneavoastră.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quite simple, really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he, so to speak,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took over your body.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bine zis: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 făcut dec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să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trezească şi să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elibereze ceea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există şi moţăie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vs.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 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 lumea 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rather: he aroused and liberated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you that's always been there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had lain dormant until then.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 vezi!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don't say!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nţeles, omul nu 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sistem inert,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human mind, after all,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not an inert mass —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om de ştiinţă ştiţi asta mai bine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decât mine.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must know that better than I do,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being a scientist.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Sămânţa, ca să încolţească,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s-o semene cineva...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the seed is to sprout,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someone has first to sow it…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ai, într-adevăr,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vreun merit cu acest...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— I say if— you and your...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whatever-his-name-is...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iel al dumitale la această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nefericită însăminţare,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Je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iel are in any way responsible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this unfortunate seeding,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te blestem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toată inima!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I curse the two of you from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bottom of my heart.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Eşti un diavol şi nu vreau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am de-a face cu dumneata.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a devil and I don't want to have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anything more to do with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judecaţi lucrurile fără moderaţie!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există diavolul, atunci el există,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primul r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nd, în noi!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are you being so dense?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the devil exists, then he is within 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cazul ăsta dumneata eşti o gazdă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lui neobişnuit de îndrăgită!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that case you must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 favourite abode.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supraapreciaţi. Înţelegeţi: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sunt decât un catalizator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overestimate me. Can you not understand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simple fact: I am no more than a catalyst,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care-i ajută pe semenii săi să trezească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ceva în ei, fără prezenţa lui!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helping my fellow-men to bring out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exists in them without my intervention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Viața o trăim numai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dată, şi atunci de 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ne petrecem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cele 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teva decenii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only live once, so why should we spend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those few decades that are allotted to us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câte ne-au fost hărăzite sufocându-ne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sub povara unor scrupule fiaistine?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stifling under the gag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life-denying scruples?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m-aţi denumit diavol?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why you called me a devil?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a te elibera de responsabilitate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a-ți ușura conștiința.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rid yourself of responsibility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to ease your conscience by.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Sper că vei reuși să-ți învingi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scrupulele în acest fel.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 hope that you will succeed in outwitting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scruples in this way.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trebuie să înțelegi că 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un invalid nesemnificativ numit Fistula 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 must understand that 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an insignificant invalid called Fistula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te-aș putea mișca nici măcar cu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centimetru dacă tu nu ai vrea să fii mișcat.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could not budge you by so much as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inch if you did not want to be budged,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într-adevăr nu ai visat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asta cu mult timp în urmă.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indeed you had not dreamed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it long ago.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Micul nostru experiment n-a avut altă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menire decât să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dezvăluie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aceste câteva trivialităţi...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little experiment was merely designed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bring these trivialities home to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cum rămâne cu asigurările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dumitale despre nevinovăţia lui?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that case what was all that about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its being so innocent?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M-ai minţit cu neruşinare!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 but a barefaced lie!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Fals! Unde dai şi unde crapă!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Singur vă minţiţi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Wrong again! You are once more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trying to lie to yourself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definitiv îi puteaţi vorbi acestei fete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frumuseţile concepţiei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ştiinţifice despre lume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could easily have told the girl how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infallible was the scientific view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world,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despre importanţa istorică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plan mondial a institutului dvs.,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could have expounded on the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worldshattering importance of the work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şi-n felul ăsta n-ar fi ameninţat-o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un pericol!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Institute is doing,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she would have been quite safe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 despre asta e vorba acum.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lucru trebuie să-l recunosc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profund respect: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that's not the point. I really have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compliment you on one thing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un începător, 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fost,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într-adevăr, remarcabil!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that, for a beginner, you acquitted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yourself really well.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Deghizarea ta în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haina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sfânt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unui căutător pasionat al adevăratei surse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disguise in the saintly habit of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impassioned seeker after as the true source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sensului universului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 tuturor imperativelor morale 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meaning of the universe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of all moral imperatives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fost cu adevărat magnifică!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ales chiar metoda clasică a lui Je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was truly magnificent! You chose the very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method that is also Je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iel's classic method.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Pălăria jos!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take my hat off to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travesti?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spus decât ceea ce gândesc!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disguise? I was only giving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expression to my thoughts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Scumpe prieten...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 sunt prietenul dumitale!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My dear friend...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am no friend of yours!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Domnule, adevărul nu este doar ceea 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gândim, ci și de ce,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dear sir, truth is not merely what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are thinking, but also why,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cui și în 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circumstanțe îl spunem.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whom and under what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circumstances we say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 cum au reușit,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cumva au aflat că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 how they managed it,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somehow they've found out that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luat legătura cu tine și, ca urmare,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este foarte probabil să fiu concediat,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had contact with you, and as a result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is highly likely that I'll be fired,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dat ca exemplu, discreditat public și,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îndoială, distrus existențial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în multe alte feluri.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made an example of, publicly disgraced,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no doubt existentially and many other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ways completely destroyed.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 fi o pedeapsă dreaptă pentru iresponsabilitatea mea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neiertat, pentru că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will be a just punishment for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unforgivable irresponsibility,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my having succumbed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cedat ispitei, sub influența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unei gelozii otrăvitoare,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temptation, under the influence of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poisonous, unsubstantiated, evil jealousy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nefondate și malefice, pe care mândria mea exagerată a făcut-o să crească în mine.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my overweening pride caused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grow within 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Astfel am încercat să împușc doi iepuri dintr-o lovitură, să câștig afecțiunea unuia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să rănesc pe altul.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Thus I tried to kill two birds with one stone,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gain the affections of one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to hurt another.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am fost orbit de un impuls drăcesc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inima mea și, prin urmare,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 was blinded by some devilish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impulse in my heart, and I must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therefore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vă fiu recunoscător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m-ați ajutat să realizez asta.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 grateful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you for helping me realise this.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Explicația dvs. m-a servit la a arunca lumină asupra adevăratei surse a greșelii mele,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explanation has served to throw light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the true source of my error,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care, după cum spuneți pe bună dreptate,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din nou căutată în mine însumi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nicăieri altundeva.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as you rightly say has yet again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sought inside me and nowhere else.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 urmare, nu regret întâlnirea noastră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dacă acesta este cuvântul potrivit pentru felul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care m-ați strecurat în viața mea.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therefore do not regret our meeting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if that's the word for the way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insinuated yourself into my life.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învățat o lecție importantă,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intențiile dvs. întunecate au ajutat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îmi lumineze propriul comportament.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learned an important lesson,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your dark intentions have helped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illuminate my own behaviour.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spun toate acestea pentru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sper și cred cu tărie 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am telling you all this because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I firmly hope and believe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aceasta este ultima oară când vă voi vedea.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că veți pleca chiar în acest moment.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the last time I shall see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Arid that you will leave this very minute.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1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Voiam să spun că mecanismul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rotaţiei ideilor,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am as well acquainted with the thought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processes you have just been kind enough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mi l-aţi demonstrat acum,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îl cunosc aşa cum îmi cunosc aceşti pantofi.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demonstrate for me as I am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these old shoes of mine.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un adept frânge pentru prima oară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carapacea opreliştilor şi se deschide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Whenever a beginner successfully breaks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carapace of his or her earlier inhibitions,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nesf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rşitelor orizonturi ale posibilităţilor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sale ascunse,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thus giving free passage to all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one's latent possibilities,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trezeşte curând într-un fel de mahmureală,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cade pradă unui sentiment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follows the inevitable hangover,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accompanied by a bout of what I can only call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aproape masochist de autoinvinuire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auto-pedepsire.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masochistic self-accusation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self-chastisement.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scurt, îşi face din asta un mic parchet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dansul ritual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ntru slăvirea principiilor sale.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short, he turns it into a sort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little dance-floor on which to perform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ritual celebration of his principles.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Gata, ajunge! M-am săturat de povestea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asta!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îţi închipui, cumva,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 have had just about as much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I can stand! If you think for a minute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prin această retorică a dumitale vei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reuşi să mă bagi iar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nu ştiu ce aiureală,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să mă câştigi pentru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by your speechifying you're again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going to inveigle me into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nouă pseudoaventură,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inşeli amarnic!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dubious adventure,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bloody well mistaken!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Amarnic vă inşelaţi dumneavoastră,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socotiţi că nu sunteţi de mult băgat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câştigat...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my dear sir, it is you who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mistaken if you fondly believe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you're not inveigled already...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Afară!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 out!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5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permit să vă atrag atenţia că, atunci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veţi reveni pe tărâmul realităţii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 I just point out that when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return to reality and, who knows,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veţi dori eventual o consultaţie,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s-ar putea să nu fiu la îndemână.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feel like consulting 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may not be there to be consulted.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Pleacă, te rog!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go away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please!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Mânată de o gelozie irațională,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pentru că a avut îndrăzneala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Driven by her unreasoning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jealousy because he had the audacity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petreacă câteva minute într-o discuție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filosofică cu o altă femeie,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spend a few minutes in a philosophical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discussion with another woman,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amanta lui îl denunță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superiorilor săi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 mistress shops him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his superiors and tells them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le spune că a avut contacte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un magician...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has had contacts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a magician...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Cum?! Asta-i minciună grosolană!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that? You're a damn liar!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dovedește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 de puțin cunoști femeile.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just goes to show how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little you know women.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cred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că Vilma ar fi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stare de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mirşăvie 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de josnică!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just do not believe Vilma would lend herself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something as vile as this. 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Ea care a trăit cu mine 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tea clipe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nsorite de fericire curată!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all the sunny moments of pure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happiness we've known together!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Şi, după dumneata,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ce-aş mai putea face?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say,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should I do?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lăsăm asta...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Forget it.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Totuşi, ai putea să-mi spui.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what would you suggest I do?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cum sper că aţi înţeles,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nu-mi place să dau sfaturi concrete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should have realised by now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go around dispensing advice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nici să aranjez ceva în locul altuia,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cel mai bun caz îl stimulez din când în când...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fixing things. At most I'll occasionally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provide someone with a stimulus...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drăcia dracului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vorbeşte clar!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talk in riddles, damn you!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Ajunge să mobilizaţi în dumneavoastră;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numele unei cauze bune,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măcar o miime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you have to do is to summon up,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a good cause, at least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small fraction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viclenia pe care o mobilizează în el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directorul dumneavoastră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cunning which your dear Director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makes use of, in pursuance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dimineaţa până seara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 numele unei cauze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rele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wicked causes,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morning till night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Cum rămâne cu cafeaua?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N-ai vrea s-o faci tu?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 Who's now going to make us coffee?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Why don't you go and make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 ce nu tu?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don't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Salut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Hello…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Hi…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Au fost?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Încă nu...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Have they been yet?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Not yet.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Biata Margareta...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Ce-i cu ea?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Poor M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argaret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 about 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 încercat să-şi taie venele...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Vasăzică, e adevărat?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Why, she tried to cut her wrists...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So it is true...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Am auzit c-au dus-o la psihiatrie..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Sărăcuţa...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They say she's in the psycho ward...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The poor thing...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5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dimineaţa, domnule adjunct.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sir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deputy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Noroc, prieteni!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friends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uaţi loc, vă rog...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Sit down, please...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Dar n-o văd pe Vilma.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 la dentist.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don't see Vilma here.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She's had to go to the dentist.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cum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ştiţi, ne aşteaptă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azi o misiune dificil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you all know, we have a difficult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task before us today.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în intenţia nimănui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cum frumos a spus domnul director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one here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as the Director so aptly put it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organizeze aici o vânătoare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vrăjitoare.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has any intention of carrying out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witchhunt.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Adevărul trebuie să iasă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biruitor, fie ce-o fi.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Truth must prevail, whoever suffers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process.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tocmai de aceea trebuie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ne reamintim că a căuta adevărul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all the more reason for us to remember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to seek the truth means to seek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înseamnă a căuta adevărul integral.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whole and unembellished truth.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Căci adevărul, ca să zic așa 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ceea ce e dovedit într-un fel sau altul,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truth, my friends, is not just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is shown to be true,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 şi ce şi cui slujeşte faptul dovedit,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în ce scop poate fi exploatat,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mai depinde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contextul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also for which it may be used,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brings it up and for what purpose,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i.e. the context.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oameni de știință, suntem prea conștienți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putem modifica complet sensul acesteia,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scientists we are only too acutely aware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we can completely alter its meaning,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 chiar o putem răsturna complet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astfel transforma adevărul în minciună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viceversa.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indeed we can stand it on its head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thus turn truth into a lie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vice versa.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Sper că nu e cazul să mai dezvolt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această chestiune, ce naiba,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nu suntem copii!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hope I need not say any more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not little children, after all.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Ori suntem?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Nu suntem...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Or are we?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No, we're not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 vedeţi!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hrăneşte azi porumbeii?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you are, then!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Who's feeding the pigeons today?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Eu...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Fain.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am...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Splendid.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9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Salut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Noroc, prieteni!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Pregătiți scaunul,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rog.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Hello there, friends!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Please, prepare the seat.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n-o văd pe Vilma.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’t see Vilma.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eu n-am văzut-o când am venit.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Aud că e la dentist.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asked the same question. I understand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she's had to go to the dentist.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9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Cum ai dormit?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Excelent.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Did you sleep well?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Very well.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bine ştiţi, ne aşteaptă azi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misiune deloc uşoară.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you all know, we have a difficult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task before us today.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Exact aşa le-am spus şi eu colegilor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acum, domnule director!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just what I told our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colleagues just now, Director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ce-i vorba ştim cu toţii,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că putem renunţa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introduceri lungi şi inutile...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all know what is at stake,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you'll forgive me if I dispense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the preliminaries...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Iertaţi-mă, domnule director, îmi pare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foarte rău... am fost programată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dimineaţă la dentist şi închipuiţi-vă că...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 to be late, Director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an appointment with my dentist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morning, and just imagine...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auzit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Stați jos.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I've heard. Sit down.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9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am rămas?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was I?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spus să renunţăm la nişte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introduceri lungi şi inutile.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were saying that we'll forgive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dispense with the preliminaries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A, da. Renunţăm deci la introduceri lungi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inutile şi trecem direct la chestiune.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yes. Let us dispense with the preliminaries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come straight to the point.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Foustka...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Dr Foustka...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9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ați fi amabil să...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would be so kind...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1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9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Aşa e bine. Putem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ncepe?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Desigur.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Good. Shall we begin?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By all means.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9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Deci: aţi putea să ne spuneţi,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coleg, dacă e adevărat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de mai multă vreme...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 then,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dear colleague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tell us whether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is true that for some time now...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9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am rămas?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where was I?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ntrebat dacă e adevărat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de mai multă vreme...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were asking him if it is true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for some time...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Aha. Deci: ai putea să ne spui,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coleg, dacă e adevărat că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Ah yes. Well then,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dear colleague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tell us whether it is true that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mai multă vreme te ocupi cu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studierea aşa-numitei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literaturi ermetice?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some time now you have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been engaged in the study of what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known as hermetic literature?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adevărat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hat's quite true.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De când?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Exact nu ştiu.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How long, would you say?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Oh, I can't say exactly.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aproximaţie: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jumătate de an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an?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Approximately, then: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six months, a year?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Cam aşa…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Something like that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Şi, după aprecierea dumitale,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cam câte cărţi ai citit în această perioadă?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many such books would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say you'd read in that time?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le-a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numărat.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didn't count them.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aproximaţie: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cinci? treizeci? cincizeci?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Approximately: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ive?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hirty?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ifty?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cincizeci.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fifty...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Şi cui le-ai împrumutat?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Nimănui.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Whom did you lend them to?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To no one.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N-o, să pretinzi, sper, domnule coleg,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asemenea cărţj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 de căutate,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Come, come Dr Foustka, are you trying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tell us that nobody borrowed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 de rare şi azi aproape, inaccesibile,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ţi le-a cerut nimeni cu împrumut!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 sought-after, rare and today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practically unobtainable books?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Prietenii dumi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 nu se poate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le fi văzut...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friends must have seen them,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surely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nu-mi invit prietenii acasă, şi,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principiu, cărţi nu împrumut nimănui.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invite friends to my place, and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lend books as a matter of principle.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Bine. Şi acum, te rog să te concentrezi,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căci urmează o întrebare importantă: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right. Now I must ask you to listen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carefully, this is a most important question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going to ask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anume te-a determinat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spre acest studiu?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hat made you take up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study in the first place?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ai început să te ocupi atât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sistematic de această problemă?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did you start taking such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interest in these things?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multă vreme eram neliniştit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interesul crescând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for some time been disturbed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the increasing interest taken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 tinerilor pentru tot ce, într-un fel anume,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scoate în evidenţă aşa-numitul supranatural.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young people in everything that had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do with the so-called supernatural.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această nelinişte s-a născut în cele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urmă intenţia mea de a scrie o broşură,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unsettling feeling gave rise to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decision to write a brochure in which,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care să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ncerc să demonstrez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caracterul ezoteric al acestui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conglomerat eterogen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using the example of esotericism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heterogeneous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tangled conglomerate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fragmente răstălmăcite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diverse cercuri culturale,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ce contradicţie flagrantă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originating from various cultural spheres 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attempt to demonstrate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striking contrast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află diferitele doctrine idealiste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mistice ale trecutului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between the various idealistic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mystical teachings of the past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nivelul contemporan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cunoaştere a lumii.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our current knowledge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the world.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ceasta m-a determinat să scriu </a:t>
            </a:r>
            <a:br>
              <a:rPr sz="2400"/>
            </a:b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studiu prin care să arăt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led finally to my deciding to write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study in which I would set out to show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ât de profund opuse sunt credințele </a:t>
            </a:r>
            <a:br>
              <a:rPr sz="2400"/>
            </a:b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idealiste și mistice ale trecutului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diametrically opposed are the various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idealistic and mystical beliefs of the past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față de cunoașterea noastră </a:t>
            </a:r>
            <a:br>
              <a:rPr sz="2400"/>
            </a:b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contemporană a lumii.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our contemporary knowledge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world.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9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Domnule, exact așa ne-am fi așteptat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răspundeți la întrebarea mea.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Sir, that is exactly how we would have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expected you to respond to my question.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nimeni dintre noi nu ştie,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deocamdată, cum intenţionaţi să explicaţi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faptul şocant de a fi practicat magia...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does nothing, however,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explain the shocking fact that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yourself allegedly practised magic...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Mult n-am practicat-o,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curmei am răsp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ndit despre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mine această poveste...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hardly. I let it be known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practising it but did very little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practising in actual fact...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Fiindcă acesta era unicul procedeu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 trezi încrederea în nişte oameni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the only way I could gain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confidence of someone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 de neîncrezători cum sunt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magicienii de azi...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distrustful as 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today's magicians.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Aşadar, ai dorit să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câştigi încrederea!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see. Are you saying you desired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taken into their confidence?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Interesant, foarte interesant!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is interesting, most interesting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în ce măsură ai reuşit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s-o câştigi?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to what extent, would you say,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succeed?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Deocamdată am înregistrat un succes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relativ modest, în persoana unui individ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the modest extent, for the time being,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attracting the attention of a certain individual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m-a vizitat de două ori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despre care aţi fost informaţi.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has now visited me twice,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you have no doubt been informed.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ţi-a spus de ce te-a căutat?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that individual tell you why he visited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Zicea că auzise de interesul meu pentru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magia practică şi e dispus să mă iniţieze.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said he knew that I was interested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magical practices and that he was willing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initiate me in them.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dumneata ai consimţit?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accepted?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Textual nu, dar nici nu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l-am refuzat textual.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not in so many words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on the other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hand I didn't explicitly turn him down.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ce doreşte în schimb?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is he asking in return?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depun, în caz de nevoie,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mărturie că s-a pus la dispoziţia ştiinţei...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should, if need be, confirm that 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has put himself at the disposal of science...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Aţi auzit, domnule director?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Şmecheri unşi cu toate alifiile...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hear that, Director!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Very clever, I must say...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impresia, domnule coleg, că a sosit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momentul întrebării noastre fundamentale: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think the time has come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dear colleague,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pose our crucial question: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explici dumneata că, pe de o parte,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o concepţie ştiinţifică despre lume şi,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do you explain that,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the one hand, you claim to have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scientific view of the world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deci, ştii că magia 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şarlatanie curată,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therefore know that anyone pretending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a magician is a charlatan,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pe de altă parte încerci să câştigi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încrederea magicienilor,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yet, on the other, here you 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trying to gain the confidence of magicians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când unul dintre ei te caută cu adevărat, dumneata nu numai că nu-l ridiculizezi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when one of them actually seeks you out,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not only don't scorn him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nu-l dai pe uşă afară, ci, dimpotrivă,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pregăteşti să colaborezi cu el.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throw him out, you actually intend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collaborate with him.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Ba, mai mult îl mai şi acoperi?!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Indeed perhaps even shield him?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o să vi se pară o nesăbuinţă,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eu am simţit de la început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may seem naive to you,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simply felt, right from the outset,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grija mea pentru cei pe care-i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ademenesc aceşti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şarlatani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must not confine my efforts to help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those who are being led astray by these charlatans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intenţia de a lupta eficient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mpotriva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unor asemenea seducători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my intention to do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effective about it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o simplă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activitate teore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ico-propagandistică.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theorising and propaganda.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simţit, pur şi simplu, că cine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spus A trebuie să spună şi B,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simply felt that having taken the first step,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up to me to continue the journey,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că e de datoria mea cetăţenească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pun cunoştinţele mele teoretice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 it was my duty as a citizen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place my theoretical knowledge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slujba luptei practice a prinderii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demascării adevăraţilor iniţiatori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acestor activităţi.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disposal of the campaign to unmask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bring to book the perpetrators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these activities.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Institut, ne declarăm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permanență că luptăm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împotriva pseudoștiinței,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Institute we are all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time professing to be fighting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against pseudo-science,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misticismului și superstiției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și totuși ne-ar fi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greu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mysticism and superstition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yet we would be hard put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arătăm cu degetul măcar către unul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dintre cei care răspândesc aceste otrăvuri.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it to point a finger at even one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those who spread these poisons.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nu doar noi — este uimitor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 de puțin se știe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not just us — it is nothing short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amazing how little is known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aceste chestiuni, cât de ineficiente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toate încercările de a pătrunde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aceste ape tulburi.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these matters, how unsuccessful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the attempts to infiltrate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 murky waters.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este de mirare, așadar, că boala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răspândește atât de rapid.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wonder then that the disease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spreading so rapidly.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aceea am decis să câștig încrederea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acestor oameni, să pătrund în cercul lor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is why I decided to gain the confidence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these people, penetrate their circle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să adun dovezi incriminatoare chiar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sursă. Pe scurt, am decis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collect damning evidence 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very source. In short, I've decided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fiu un soldat discret și singuratic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această — cum să spun?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an inconspicuous, lone soldier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this — how shall I put it?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această război secret, ajungând la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concluzia că expertiza mea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this secret war, having come to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conclusion that my expertise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face deosebit de potrivit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această sarcină...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makes me particularly suitable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this task...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Vasăzică, dumneata, defapt,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da, da...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mean to say that you...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that... well, I…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bine, nu pot nega că ar fi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lovitură de stat de succes.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cannot deny that it would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bring off some such successful coup.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Colegul Foustka are dreptate când spune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nici un război n-a fost câştigat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Dr Foustka is doubtless right when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says that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până acum cu ajutorul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broşurilor...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propaganda brochures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 won a war...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am înţeles bine, dvs. aţi fi dispus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ne asiguraţi, despre fiecare întâlnire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Am I to understand then that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 be willing to provide us with a record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acest individ sau cu ceilalţi,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înregistrare pentru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nevoile institutului nostru; ori cu altul?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any and every meeting you might have,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either with this individual of yours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with anyone else?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Bineînţeles! În definitiv, acesta e, de fapt,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rostul pentru care fac această treabă...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of course — that's why I've got into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in the first place...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lucru însă nu mi-e clar: de ce a trebuit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aflăm despre lăudabila dvs. iniţiativă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me one thing, though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is it that this commendable initiative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abia acum, şi, aşa cum reiese,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temeiul unor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nvinuiri nejustificate?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yours has only come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our notice now?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 ne-aţi informat de la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 început despre intențiile dvs.?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did you not inform us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your intentions?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greşit cumva.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hat was a mistake.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cum știți, rolul de om de ştiinţă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independent care nu dă socoteală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you know, we scientists tend to work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our own, we are not in the habit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toate îndemnurile sale profesionale.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crezut că e de ajuns, la fel ca în teorie,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reporting every step, and I thought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would be time enough to report progress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prezint asupra activităţii mele un referat,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abia în clipa în care va fi,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într-adevăr, ceva de spus.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I had actually achieved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worthy of reporting.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mi-a dat deloc prin minte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informaţie întâmplătoare,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venită dintr-o sursă neinformată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just did not occur to me that a tit-bit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information from an uninformed source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menirea acesteia, ar putea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zdruncina în vreun fel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ncrederea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care m-am bucurat aici.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could possibly shake the confidence I had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her to enjoyed at the Institute.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nu trebuie să te mire,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coleg!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is hardly surprising,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wouldn't you say?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Decizia dumitale, oricit de nobilă ar fi,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e, din păcate, atât de neobişnuită şi,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However noble your idea, what you have done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so out of the ordinary and,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cinstit vorbind, atât de neaşteptată tocmai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partea dumitale, încât, nu putem fi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 may say so, so unexpected 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particular case that we cannot be blamed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învinuiți dacă la început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v-am înțeles greșit motivele.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at first we misunderstood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motives.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nu trebuie să vă mire!</a:t>
            </a:r>
            <a:br>
              <a:rPr sz="2400"/>
            </a:b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șmecheri sunt aceștia!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is hardly surprising, wouldn't you say?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cunning they are!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acum să tragem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concluzie: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never mind — let us not waste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 more time.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m-ai convins că a fost vorba de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simplă neînţelegere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convinced me that it was just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misunderstanding, and all that remains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mă bucur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lucrurile s-au lămurit la timp.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said is that I am glad that it has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been satisfactorily cleared up.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ceea ce mă priveşte, apreciez mult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curajoasa dumitale iniţiativă şi, în plus,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Needless to say, I appreciate what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trying to do and I shall see to it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asigur că această muncă va fi preţuită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se cuvine, mai ales atunci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te vei deprinde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your remarkable initiative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suitably rewarded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particularly once you get into the habit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ntocmeşti despre ea documentaţia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sistematică pe care ne vei prezenta.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keeping a record of your researches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regularly passing it on tous.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Are cineva vreo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ntrebare?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 questions, anyone?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Nimeni? În cazul ăsta a sosit momentul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vă anunţ o mică surpriză: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Nothing? In that case, let me spring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little surprise: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serata de m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ine din grădina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institutului va fi costumată!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tomorrow's social in the Institute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garden will be in fancy dress!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Bravo!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Fabulous!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Excelentă idee!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Nu-i aşa? Şi mie îmi place, foarte mult...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 a marvellous idea!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Isn't it. I quite agree...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care va fi tema?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theme will it have?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Evident — Sabatul vrăjitoarelor!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Obviously — Witches' Sabbath!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vârtej ameţitor de diavoli,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vrăjitoare, magi şi magicieni!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Costumaţie stil!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congregation of devils, witches,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magicians and sorcerers.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We'll do it in style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Iniţial, am conceput-o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ca pe o încercare de înviorare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Originally I had thought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it simply' as an attempt to enliven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tradiţiei seratelor noastre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un element parodic.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tradition of Institute socials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the addition of a parodic element.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Acum, însă, văd că, datorită coincidenței dezvăluirilor doctorului Foustka,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however, I see that, thanks to the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coincidence of Dr Foustka's revelations,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există și o altă modalitate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 vede lucrurile: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is also another way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looking at it: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un omagiu plin de umor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adus eforturilor sale admirabile.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a light-hearted tribute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his admirable efforts.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socotim deci povestea asta,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printre altele, ca pe un punct vesel supus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never mind. Perhaps we can consider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to be a bit of light relief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unei discuţii serioase pe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am încheiat-o!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our serious session, which has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been so satisfactorily concluded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aceea există prieteni</a:t>
            </a:r>
            <a:br>
              <a:rPr sz="2400"/>
            </a:br>
            <a:r>
              <a:rPr b="0" i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what good friends are for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într-o zi frumoasă</a:t>
            </a:r>
            <a:br>
              <a:rPr sz="2400"/>
            </a:br>
            <a:r>
              <a:rPr b="0" i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Să-ți readucă visele pierdute</a:t>
            </a:r>
            <a:br>
              <a:rPr sz="2400"/>
            </a:br>
            <a:r>
              <a:rPr b="0" i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bring back the long lost dreams </a:t>
            </a:r>
            <a:br>
              <a:rPr sz="2400"/>
            </a:br>
            <a:r>
              <a:rPr b="0" i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return them to you on a beautiful day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aceea există prieteni</a:t>
            </a:r>
            <a:br>
              <a:rPr sz="2400"/>
            </a:br>
            <a:r>
              <a:rPr b="0" i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what good friends are fo</a:t>
            </a:r>
            <a:r>
              <a:rPr b="0" i="1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într-o seară răcoroasă</a:t>
            </a:r>
            <a:br>
              <a:rPr sz="2400"/>
            </a:br>
            <a:r>
              <a:rPr b="0" i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Să-ți readucă fericirea pierdută</a:t>
            </a:r>
            <a:br>
              <a:rPr sz="2400"/>
            </a:br>
            <a:r>
              <a:rPr b="0" i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recall the joy that slipped away</a:t>
            </a:r>
            <a:br>
              <a:rPr sz="2400"/>
            </a:br>
            <a:r>
              <a:rPr b="0" i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warm your heart on a cold </a:t>
            </a:r>
            <a:r>
              <a:rPr b="0" i="1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night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aceea există prieteni</a:t>
            </a:r>
            <a:br>
              <a:rPr sz="2400"/>
            </a:br>
            <a:r>
              <a:rPr b="0" i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what good friends are fo</a:t>
            </a:r>
            <a:r>
              <a:rPr b="0" i="1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într-o seară răcoroasă</a:t>
            </a:r>
            <a:br>
              <a:rPr sz="2400"/>
            </a:br>
            <a:r>
              <a:rPr b="0" i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Să-ți readucă fericirea pierdută</a:t>
            </a:r>
            <a:br>
              <a:rPr sz="2400"/>
            </a:br>
            <a:r>
              <a:rPr b="0" i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recall the joy that slipped away</a:t>
            </a:r>
            <a:br>
              <a:rPr sz="2400"/>
            </a:br>
            <a:r>
              <a:rPr b="0" i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warm your heart on a cold </a:t>
            </a:r>
            <a:r>
              <a:rPr b="0" i="1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night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Vil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a! Cine urmează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hrănească porumbeii?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Vil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a! Whose turn is it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feed the pigeons?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Eu!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Fain!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Mine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Splendid!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Îl şi văd pe ăsta mulţumindu-se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un pupic pe obraz,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Once you let him in I'm sure he'd expect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little more than a kiss on the cheek!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vreme ce a intrat, sunt sigur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încercat măcar să danseze cu tine.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very least he'd want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dance with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rog să încetezi,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te întreb de anumite detalii,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Henry, please leave it alone.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all, I don't give you the third degree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deşi aş avea mult mai multe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motive s-o fac!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though I have more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reason than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nu, nu... Pune-l acolo jos!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no no…. Put it down there!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Ce-i cu tine?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Azi n-am dispoziţie pentru aşa ceva.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 is 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Somehow I don't feel like it today.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Te tulbură prea mult povestea asta?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Nu, asta, nu.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Does it excite you too much?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No, it's not that.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Atunci, ce s-a întâmplat?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Ştii tu prea bine.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So what's wrong?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As if you didn't know.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 nimic!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don't!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Zău?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cine m-a denunţat directorului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don't, do you?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who was it who ratted on me,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a fost pe la mine magicianul acela,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telling the Director that the magician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had come to see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numele lui Dumnezeu,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doar nu-ţi închipui că...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heaven's sake,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Henry, you don't really think...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Nimeni altul din institut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ştia de povestea asta!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one else at the Institute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knew about it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înnebunit?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să fi făcut una ca asta?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crazy?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should I do a thing like that?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8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tot m-ai jignit cu ideea că aş fi în stare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denunţ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Quite apart from insulting me by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believing for a moment that I would be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cineva acestui imbecil,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poate să-ţi dea prin minte că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m-as duce să te denunţ tocmai pe tine!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capable of denouncing anybody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that idiot, how can you think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would inform on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ar fi ca şi când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m-aş denunţa pe mine însămi!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would as soon go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inform on myself!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motiv aş avea, aşa deodată,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te distrug?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possible reason would I suddenly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to try and destroy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o dată cu tine şi pe mine, şi legătura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noastră, viaţa noastră comună,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with you, to destroy myself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relationship — our life together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jocul nostru de-a gelozia, dragostea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noastră confirmată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fulgerele adevăratei gelozii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make-believe jealousy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our love, which you have recently confirmed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deliciously by exhibiting real jealousy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amintirile noastre despre toate clipele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luminoase de dragoste curată pe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le-am trăit împreună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memories of all the sunny moments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pure happiness we have known together...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ar fi, pur şi simplu, o nebunie!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it would be sheer madness!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ştiu eu despre inima femeii?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I know about women?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că ai vrut să te răzbuni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Margareta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Perhaps you wanted to take revenge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me because of Ma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rgaret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la mijloc a fost teama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invalidul acela şi strădania de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you were simply scared of that invalid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thought that in this way you could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mă scăpa în felul ăsta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prezumtiva sa influenţă...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extricate me from what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considered his clutches...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hai, Vilma...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n-am gândit aşa...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on now, Vilma...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didn't mean it…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 fost decât o glumă...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just a joke...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vrut să încerc un nou studiu...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thought I'd add a new twist to our game...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 atinge de mine şi pleacă imediat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touch me! Go away!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Vilma,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cu tine?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Really, Vilma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hy're you making such a fuss?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câte ori n-ai vrut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să-ţi spun mult mai multe...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often asked me to say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far worse things to you...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a fost altceva!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dai seama, măcar, ce-ai făcut acum?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was different.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realise what you've done?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fapt, m-ai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nvinuit că sunt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pusă să te iscodesc!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accused me in so many words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spying on you!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cer să te îmbraci, să pleci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Kindly get dressed and go away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să nu încerci niciodată să lipeşti ceea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ai spart acum cu atâta brutalitate!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don't ever try to patch up what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just so brutally destroyed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Vorbeşti serios?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serious?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puţin am scăpat de-o poveste.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devreme sau mai târziu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aici ajungeam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Let's end it here and now.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would have come to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sooner or later...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pricina acestui dansator?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mean on account of that dancer?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Atunci de ce?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Pentru că încetez să te mai preţuiesc...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Why then?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I've lost my respect for you.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Aud asta pentru prima oară.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that's a new one on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fapt, mi-am dat seama de acest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lucru abia azi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Today, if you must know,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Institute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am văzut prin ce procedeu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ţi-ai salvat pielea la institut;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struck me then, when I saw how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shamelessly you got yourself out of a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ole.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atâta neruşinare şi de faţă cu toţi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oferi directorului ca denunţător?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front of everybody, to offer the Director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you'd act as a stool-pigeon for him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Şi-acum, îndrăzneşti să mă acuzi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mine, de turnătorie!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now, to top it all, you come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accuse me of acting like one!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dai seama ce absurditate?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cu tine?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Can't you see how absurd it all is?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got into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cu tine vorbesc?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cumva eşti într-adevăr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posedat de diavol?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this really be you I'm talking to?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has some devil truly possessed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Individul acela te-a zăpăcit,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wretched fellow has addled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brain, I expect.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Dumnezeu ştie ce ţi-a sugerat şi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vrăji experimentează pe pielea ta.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Heaven knows what he did to you,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kind of magic he's trying out on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face nici o experienţă pe pielea mea,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 mă ajută doar să mă cunosc mai bine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magic tricks, he is merely helping 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know myself better and to counter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să înfrunt tot răul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somnolează în mine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bad things that lie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dormant inside 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departe: acea confidenţialitate,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o numeşti tu, a fost pentru mine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Moreover, my acting as a stool-pigeon,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you put it, not only served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numai singurul procedeu de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mă salva ci, totodată, unica modalitate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a-l ajuta şi pe el!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save me but also to help him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only way I could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vor şti că-l am sub control,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vor lăsa în pace.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they know that I'm in control,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they'll leave him alone.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Şi, în sfârşit: bănuiala că despre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existenţa lui au aflat de la tine, căci,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finally, how could I keep my suspicion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you gave me away to myself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fel de legătură ar mai fi între noi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ne-am ascunde unul de altul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kind of a relationship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 that be?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Puteai spune asta, într-un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moment de emoţie,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faţa cuiva în care eronat ai avut încredere,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might have done it inadvertently,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perhaps to someone whom you trusted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undeva unde putea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audă vreun nechemat.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in the hearing of someone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whose presence you were unaware of.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spus nicăieri nimic, nici intenţionat,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din eroare, iar de bănuiala ta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said nothing to nobody, inadvertently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otherwise, and it's not your expressing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puţin îmi pasă, după... cum puţin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pasă că ai exprimat-o atât de grosolan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suspicion that I object to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even though you did it so brutally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iar acum, încerci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repari această grosolănie.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are now, belatedly,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trying to wriggle out of it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Ceea ce mă deranjează e faptul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putut să-ţi dea prin minte aşa ceva!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 mind is that you could even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think such a thing.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eşti în stare să gândeşti măcar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clipă aşa ceva despre mine, atunci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are rost să fim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mpreună.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can do that, even for a minute,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I don't see how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can stay together.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un bou, că ţi-am spus.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an idiot I was to say anything.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Întotdeauna stric totul ca un prost.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then, I always manage to mess things up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Ce-o să mă fac fără tine?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rost are să trăiesc, dacă o să te pierd?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am I going to do without you?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the use of living, if I'm to lose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 vrea să mă scufund în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pământ de rușine...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would like to sink into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ground in shame...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Până la urmă, te mai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compătimeşti!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you're going to be sorry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yourself, are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aminteşti ce ne-am spus cândva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digul acela de sub ulmi?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remember what we said to each other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day by the river under the elms?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Nu-ți va fi de niciun folos să-mi 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duci aminte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It'll do you no good to remind 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rea mult rău mi-ai făcut ca să mai poţi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îndrepta lucrurile manipulând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amintirile noastre.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hurt me too much for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talk your way out of it by dragging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our memories.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Şi-apoi: ţi-am cerut ceva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anyway, I asked you something…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Adică, să plec?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Întocmai! 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mean to g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o?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Exactly!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Îl aştepţi pe dansator,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aşa?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 what it is — you're expecting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dancer, aren't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aştept pe nimeni, pur şi simplu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 fiu singură!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expecting anybody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just want to be alone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Minţi, târfo!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lying, you whore!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Ajutor!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Help!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Iartă-mă că te deranjez la o oră atât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târzie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ţi-am adus doar aste...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 to show up so late.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only wanted to give you...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Mersi. 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ntră, te rog, şi rămâi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aici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Thanks. Do come in,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stay a while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se simte bine,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ştii, mi-e teamă un pic...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not well...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know,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afraid that...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Ceva cu inima?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Probabil.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Is it his heart?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Probably.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Atunci, până-i trece, să dansăm un pic.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don't we dance a little?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zici?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S-ar putea ca asta să-l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nveselească.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say?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it will cheer him up.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Cine 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Eu sunt, domnule doctor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Who is 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It's only me, Doctor.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ați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doamnă Houbova!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in, Mrs Houbova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dezordine! Trebuie aerisit.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Aveţi un musafir.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 mess! It needs to be aired out.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a visitor.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Eu? Pe cine?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I? Who is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Ştiţi, ăla care...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know, the one who...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Pute?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Mda.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Smells?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That's him.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ți-l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 intre.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him to come in.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what is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 știu…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Care-I problema?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don't know how...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 is the matter?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doctor... cum să vă spun...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sunt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femeie proastă...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ere, Doctor, I'm just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ignorant woman...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…ştiu că nu se cade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vă dau sfaturi...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 it's not my place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give you advice...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ce-i vorba?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hat is it you want to tell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 supăraţi, dar eu, să fiu în locul dvs.,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n-aş avea încredere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omul ăsta!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 it's none of my business,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if I were you, I wouldn't trust him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 cum să vă explic, nu ştiu 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hram poartă,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explain... and I don't know why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comes here in the first place,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simt că omul ăsta…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…n-are gânduri curate...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he…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he gives me the creeps...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Data trecută chiar dumneata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l-ai lăsat să intre.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let him in readily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enough last time.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Fiindcă mi-a fost teamă de el.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cause I was afraid of him.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Admit că ţi se pare suspect, dar să ştii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în fond e un om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inofensiv,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sau,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know he looks somewhat odd,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he is quite harmless, you know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precis, e prea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nesemnificativ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poată face vreun rău!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r, more precisely, he's too insignificant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in a position to do too much damage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aveţi nevoie să vă vedeţi cu astfel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oameni? Dumneavoastră?!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 why you have to hobnob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such as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im. A gentleman like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Doamnă Houbova, sunt un om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toată firea şi ştiu ce fac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Mrs Houbovs, I'm over eighteen and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perfectly capable of looking after myself.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spun asta fiindcă mi-e teamă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dvs.: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afraid for your sake.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is it surprising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vă ştiu de când eraţi un prichindel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trei ani — ştiţi eu... copii n-am şi....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I remember you as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little three-year-old,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 not having children of my own...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bine, îţi mulţumesc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grija ce mi-o porţi,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yes, I know.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 for your concern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înţeleg şi o preţuiesc, dar, crede-mă,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nu e cazul să fii îngrijorată.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must not think I don't appreciate it,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in this case you really need have no fear.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Spune-i să intre şi nu te gândi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povestea asta.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let him 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stop worrying.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ntraţi.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to go in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1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ei?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Well?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Well,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Aştept să începeţi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cântecul dvs. obişnuit.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waiting for you to start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usual litany.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cântec?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Să plec imediat şi aşa mai departe...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What're you talking about?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Telling me to get out and so on…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Ascultă. În primul rând, mi-am dat seama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nu am cum să scap de tine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listen. Firstly, I've realized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no way I can be rid of you,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că, prin urmare, este o pierdere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timp și efort să încerc.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 therefore it's a waste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time and effort to try.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Doi: fără a supraestima în vreun fel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așa-zis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ta influență stimulatoare,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Secondly, without in any way overestimating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so-called stimulating influence,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ajuns la concluzia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timpul petrecut cu tine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trebuie să fie în întregime pierdut.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come to the conclusion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time spent with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 not have to be entirely wasted.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trebuie să te servesc pentru scopurile tale, nu există niciun motiv pentru care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 have to serve you for your purposes,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is no reason why you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nu ar trebui să-mi întorci favoarea,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servindu-mă la rândul tău.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should not reciprocate by serving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mine in return.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mi-ai propus la început să mă inițiezi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misterele tale dacă acceptam să te protejez?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not at the outset offer to initiate 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into your mysteries if I agreed to shield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accept propunere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accept your offer.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Eram sigur că veţi ajunge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această concluzie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 knew you would in the end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acesta fiind, de altfel,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unul din motivele neintervenţiei mele.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explains why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so persistent.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bucur că, în sf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rşit, această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neintervenţie dă roade.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nice to see my persistence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rewarded at last.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ca să nu fiu prea modest: decizia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tocmai aţi manifestat-o,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n-o atribui doar strădaniei dvs.,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let me not overdo the modesty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ascribe your decision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my persistence alone,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 şi neîndoielnicelor succese spre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duce colaborarea noastră...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also to the undoubted success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our collaboration...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 la ce succese te referi?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success do you have in mind?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nu ştiţi. La institut nu numai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v-aţi menţinut în post,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not only have you managed to keep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job at the Institute,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v-aţi consolidat şi poziţia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aţi deţinut-o.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actually strengthened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position there.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prin asta vrei să spui că am renunțat la principiile mele morale și m-am lăsat deschis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by that you mean that I've jettisoned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my moral principles and left myself open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orice ai putea alege să trezești în mine,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te înșeli amarnic.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whatever you may choose to awaken in 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you are very much mistaken.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m-am schimbat, am câștigat doar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puțin mai mult autocontrol.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not changed, I have only gained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little more self-control.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găseşti de râs aici?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Pot să fiu sincer?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What's so funny?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May I be absolutely frank?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Cât vrei.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De râs 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nteţi chiar dvs.!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Be my guest.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You are!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Cum? Eu sunt de râsul dumitale?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crezi că eşti cam obraznic?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laughing at me, is that it?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all the bloody cheek!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Uitaţi-vă, domnule doctor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Faptul că v-aţi salvat cu o ticăloşie măruntă e…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here, Doctor. There's nothing wrong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you saving your skin by dint of a little skulduggery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definitiv a fost un procedeu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spre care... Haaiah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și eu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all, that's precisely the procedure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Haajah and I…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Haaiah, spiritul politicii şi cu mine,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v-am îndrumat.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Haajah, the spirit of politics.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prompted you to act as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did.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puţin în ordine e însă faptul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acest timp aţi uitat regulile jocului!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 shouldn't have forgotten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rules of the game.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reguli? Ce joc?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naiba vorbești acolo?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Rules? What game? What the devil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talking about?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Dvs. nu aveţi sentimentul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această colaborare a noastră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îşi are şi ea regulile ei?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 it not occur to you that,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everything else,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collaboration also has its rules?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Demolaţi-vă scrupulele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placul inimii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away with your scruples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much as you like —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ştiţi astfel de fapte le salut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principiu şi oricând.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that I'm all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favour of that.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să-l înşelaţi până şi pe cel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îndrumă pe această cale captivantă,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 really shouldn't try and cheat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one who is guiding you on this exciting,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 zice de-a dreptul revoluţionară!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Revoluţia are şi ea regulile ei!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might perhaps say revolutionary, path.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Revolution, too, has its rules.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Ultima oară mi-aţi spus că sunt un diavol,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închipuiţi-vă pentru o clipă că, într-adevăr, aş fi!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Last time you called me a devil. Just imagine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a moment that I really am one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credeţi că aş reacţiona în acest caz,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la încercarea dvs. de a mă păcăli?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do you think I'd react to your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amateurish attempt to fool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 vă păcăli?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încerc deloc să te păcălesc...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Fool you?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wasn't...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nu ne-am făgăduit textual acest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lucru, din situaţia dată a reieşit, totuşi,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Look, even if we didn't explicitly promise,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surely it should have been obvious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nu vom discuta cu nimeni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colaborarea noastră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we would not mention our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collaboration to anyone,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cu atât mai puţin să raportăm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ea unor instanţe care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doresc binele.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much less write official reports about it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those in authority who take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negative view of it.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Aţi citit, totuşi, destule ca să ştiţi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şi în sferele noastre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read enough books on the subject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know that even in my sphere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există limite ce nu pot fi depăşite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are limits that cannot be ignored.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trebui să știți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că există limite ce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pot fi depășite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că tocmai aici,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should also know that here,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the stakes are so high,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sunt în joc atâtea, comandamentul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depășirii lor e cât se poate de sever.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inviolability of these boundaries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even more of a legal requirement;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este nici măcar o lege,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este o poruncă!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is not even a law anymore,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is a commandment!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vă dați oare seama că dacă suntem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capabili să ne jucăm cu întreaga omenire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Surely you must realise that, being able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play with the entire world,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se întâmplă numai și numai fiindcă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sprijinim pe niște contacte cu care,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pur și simplu, nu nu putem juca?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have to put our trust in contacts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simply cannot be trifled with.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ceea ce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privește, el încarcă omul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o multitudine de porunci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ireale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for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im, he loads man with a multitude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unrealistic commandments,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că nu are alternativă decât să ierte,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când în când.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so he has no alternative but to forgive,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time to time.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Alţii, dimpotrivă, îl eliberează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om de toate aceste porunci,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Others, on the contrary, liberate man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all these impossible commandments,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drept care sunt şi ei eliberaţi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nevoia şi,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as a result of course they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not have the need,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cele din urmă,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capacitatea de a ierta.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opportunity, and in the last instance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they could scarcely forgive someone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chiar daca n-ar fi aşa, trădarea unei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înţelegeri care deschide această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libertate nemărginită tot n-ar putea-o ierta: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goes back on the agreement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opens up all this boundless freedom.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căci o asemenea iertare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duce la năruirea întregului lor univers!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Their entire world would collapse,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were they to do that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vedeţi că unica garanţie a eliberării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toate angajamentele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tocmai jurământul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truth of the matter is, that only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undertaking to be faithful to the authority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credinţă în autoritatea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vă dă această libertate?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gives us this freedom can we expect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freed from all undertakings.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Sper că m-a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follow my drift?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le-am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nţeles, mi-e teamă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însă că dumneata nu m-ai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nţeles!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 understand everything you're saying,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fear that you fail to understand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aşa!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don't say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Promisiunea, sau, dacă vrei, jurăm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ntul,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care, de bună seamă, faci aluzie,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undertaking you are obviously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referring to can only be considered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îl poţi interpreta ca pe o trădare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fiindcă nu ştii de ce l-am făcut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an attempt at treachery on my part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someone who is unaware of the reason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am putut să-l fac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conştiinţa curată!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I was able to give it with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clear conscience.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L-aţi făcut să scăpaţi basma curată...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did it to save your skin...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Desigur, dar ce fel de scăpare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fi fost asta,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ar fi fost plătită cu trădarea?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of course, but what would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been worth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had it been paid for by treachery?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căzut în cap nu sunt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take me for an idiot?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putut să fac acest jurământ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întrucât, din prima clipă,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could give that undertaking only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I had made up my mind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the start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eram hotărât nu numai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nu-l respect, ci prin poziţia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only not to keep it, but at the same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time to make the best use of the position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mi-a asigurat-o să profit, după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prealabilă consultare cu dumneata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gained with its help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naturally in close consultation with you,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obţin, în spiritul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în avantajul nostru.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spirit of our agreement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for our benefit.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alte cuvinte, acum sunt într-o poziție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știu exact ce pune la cale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partea cealaltă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other words, I am now in a position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know exactly what the other side is up to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să-i inund cu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dezinformarea noastră;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to flood them with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disinformation;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înseamnă să ștergem urmele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adevărate și să-i determinăm să se ocupe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cele false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;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să-i salvăm prin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cover our tracks and provide them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false ones; and I can use all this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mijlocirea lor pe acei dintre noi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sunt amenințați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help those of us who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in danger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să-i înecăm pe cei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ne amenință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sink those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endanger us.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ot servi cauza noastră ca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agent infiltrat în mijlocul inamicului,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serve our cause like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agent planted in the very midst of the enemy,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 chiar în fruntea departamentului a cărui sarcină este să ne declare război.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indeed, at the head of the very department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whose job it is' to wage war against us.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surprinde și mă mâhnește faptul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dumneatan-ați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înțele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n-ai apreciat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intențiile mele.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am surprised and disappointed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you have failed to grasp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appreciate my intentions.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dacă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această concepție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ați născocit-o acum,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accept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vă dau o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ultim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șansă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though you may well have invented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explanation— so be it, I accept it 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 give you your last chance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noi putem ierta ocazional și oferi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vinovatului șansa de a se îndrepta.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We, too, can occasionally forgive and offer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culprit the opportunity to reform.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acum puțin timp ți-am spus altceva,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a fost doar pentru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te speria și a te convinge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a little while ago I told you otherwise,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that was only to scare you and coax you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faci această ofertă fără echivoc,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salvându-te astfel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marginea prăpastiei.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make this quite unambiguous offer,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thus saving you from the very edge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precipice.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cum vedeți, nu sunt chiar diavolul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din fericire pentru dvs.: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you can see, I really am not the devil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luckily for you: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rădarea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care ați scăpat în cazul meu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v-ar fi costat scump dacă aș fi fost...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piece of treachery you have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been able to get away with in my case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 have cost you dear if I were…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Dumneata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ai cel puţin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sută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 grade sub zero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Man, your temperature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must be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hundred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below!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chiar 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ât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quite...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Spune-mi, directorul a venit?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know if the Director is here yet?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I don't.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N-aţi văzut-o cumva pe Petruska?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Pe aici... n-a fost...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Have you seen Petruska?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She's not been here...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11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vrei s-o plasezi?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are you thinking of putting it?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Somewhere here?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gândit că mai bine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fi în chioşc...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Seems to me the summer-house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 be the best place...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dreptate, e mai bine chiar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din motive de securitate...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 think you're right.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safety reasons, if nothing else...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aprins o aprind în ghereta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grădinarului, după aceea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aduc cu discreţie în chioşc,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light it in the gardener's shed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then carry it over.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câteva minute durează până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încinge şi pe urmă să te ţii...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takes a few minutes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get going.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o pun în chioşc și cu un minut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două mai târziu — whoosh!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put it in the summer-house and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minute or two later — whoosh!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Domnule director.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Da, domnule coleg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Oh, Director...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Yes,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dear colleague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Aţi avea un mic răgaz?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 vă supăraţi, domnule coleg, dar acum nu.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Have you got a minute?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Sorry, my friend, but not just 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1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Vă distraţi?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Precum vezi...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Having a good time?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As you can see...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N-aţi văzut-o cumva pe Petruska?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Aici n-a fost...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Have you seen Petruska?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She's not been here...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2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cum o să-mi dau seama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a sosit momentul?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do I know the right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moment has come?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ghiceşti tu cumva,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nu, îţi fac semn...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just pick your own time.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I'll give you a sign...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Altceva mă îngrijorează...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anume?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 have other things on my mind right now...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 is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poţi garanta că, într-adevăr,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se întamplă nimic?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guarantee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 will go wrong?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Ce-ar putea să se întâmple?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could go wrong?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pildă, să nu se sufoce careva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să nu ia foc ceva.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can't something catch fire,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someone might suffocate.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Nu-ţi fie frică.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don't worry.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Domnule director...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Da, domnule coleg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Oh, Director...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 is it, Doctor?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Înţeleg că aveţi acum o mulţime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alte treburi, dar nu vă reţin mult,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sorry, I know you have a lot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other things on your mind,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this won't take a minute,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sunt convins că problema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vă intereseze...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I’m sure,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you’ll be interested in it…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cum, credeţi-mă, nu pot...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really, not just now...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n-are să mai vine?</a:t>
            </a:r>
            <a:br>
              <a:rPr sz="2400"/>
            </a:br>
            <a:r>
              <a:rPr b="0" i="1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n-are să mai vine?</a:t>
            </a:r>
            <a:br>
              <a:rPr sz="2400"/>
            </a:br>
            <a:r>
              <a:rPr b="0" i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will he not come again?</a:t>
            </a:r>
            <a:br>
              <a:rPr sz="2400"/>
            </a:br>
            <a:r>
              <a:rPr b="0" i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will he not come again?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Nicicând n-o să mai vie,</a:t>
            </a:r>
            <a:br>
              <a:rPr sz="2400"/>
            </a:br>
            <a:r>
              <a:rPr b="0" i="1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barba-i colilie...</a:t>
            </a:r>
            <a:br>
              <a:rPr sz="2400"/>
            </a:br>
            <a:r>
              <a:rPr b="0" i="1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 never will come again</a:t>
            </a:r>
            <a:br>
              <a:rPr sz="2400"/>
            </a:br>
            <a:r>
              <a:rPr b="0" i="1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 His beard was as white as snow</a:t>
            </a:r>
            <a:r>
              <a:rPr b="0" i="1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pletele lui sure,</a:t>
            </a:r>
            <a:br>
              <a:rPr sz="2400"/>
            </a:br>
            <a:r>
              <a:rPr b="0" i="1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Departe mi s-a dus...</a:t>
            </a:r>
            <a:br>
              <a:rPr sz="2400"/>
            </a:br>
            <a:r>
              <a:rPr b="0" i="1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 flaxen was his poll.</a:t>
            </a:r>
            <a:br>
              <a:rPr sz="2400"/>
            </a:br>
            <a:r>
              <a:rPr b="0" i="1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  He is gone, he is gone</a:t>
            </a:r>
            <a:r>
              <a:rPr b="0" i="1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Amarul mi-e nespus</a:t>
            </a:r>
            <a:br>
              <a:rPr sz="2400"/>
            </a:br>
            <a:r>
              <a:rPr b="0" i="1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domnul pază-i fie.</a:t>
            </a:r>
            <a:br>
              <a:rPr sz="2400"/>
            </a:br>
            <a:r>
              <a:rPr b="0" i="1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 we cast away moan.</a:t>
            </a:r>
            <a:br>
              <a:rPr sz="2400"/>
            </a:br>
            <a:r>
              <a:rPr b="0" i="1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 God ’a mercy on his soul.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Margareta!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rgaret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Unde-i frumosul meu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prinţ danez?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is the handsome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Prince of Denmark?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ai ajuns aici?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fugit?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doing here?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run away?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rog să-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spuneţi, când îl veţi vedea,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povestea asta nu poate fi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întâmplătoare,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Please tell him, if you see him,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it cannot all be happening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its own accord,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în spatele ei se ascunde cu siguranţă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voinţă mai profundă a firii,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has to a more profound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will at work,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lumii şi a naturii,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willing our existence, the world,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nature...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Margareta, tu nu mă recunoşti?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sunt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Henric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rgaret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don't you recognise me?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me, Henry...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Oare toate astea nu acţionează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şi când cosmosul şi-ar fi propusca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într-o bună zi să se vadă aşa cu ochii noştri,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does it not strike you as if the cosmos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had actually determined to see itself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day through our eyes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întrebările pe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 le punem noi acum aici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şi le pună aşa cu gurile noastre?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to put the questions which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are now putting, with our lips?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trebui să te întorci, Margareta,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trateze, să te facă bine —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iar o să fie totul cum a fost...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go back, Ma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rgaret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will help you get better...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everything will be all right again... you'll see...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5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Cine-i vieții tale drag</a:t>
            </a:r>
            <a:br>
              <a:rPr sz="2400"/>
            </a:br>
            <a:r>
              <a:rPr b="0" i="1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Și-l ghicesc după toiag...</a:t>
            </a:r>
            <a:br>
              <a:rPr sz="2400"/>
            </a:br>
            <a:r>
              <a:rPr b="0" i="1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 should I your true love know</a:t>
            </a:r>
            <a:br>
              <a:rPr sz="2400"/>
            </a:br>
            <a:r>
              <a:rPr b="0" i="1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  From another one?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6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sigur că a încercat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măcar să danseze cu tine...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very least, I'm sure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wanted to dance with you...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lăsăm asta, te rog!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eşti în stare să discuţi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ceva mai interesant?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Please leave it alone!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Can't you find something more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interesting to talk about?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încercat sau nu?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he or didn't he?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vrei neapărat să ştii, da, a încercat!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cu asta basta, mai mult nu-ţi spun.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right, if you must know, he did.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that's all I'm going to say.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Domnule director...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Da, domnule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coleg?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Oh, Director...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Yes, what is it,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dear colleague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6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Au!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Loiza, ce-ai păţit?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Ouch!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What's happened, Alois?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Ei, nimic...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Ceva cu urechea?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It's nothing...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What's wrong with your ear?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Te-ai rănit?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Te-a muşcat vreo?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Have you hurt 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Did something bite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Domnule director...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Da, domnule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coleg?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Oh, Director...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Yes, what is it, dear colleague?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N-aţi văzut-o, cumva, pe Petruska?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Have you seen Petruska?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ai fost, draga mea?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have you been, sweetheart?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Oh, domnule director...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Director...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domnule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coleg?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what is it, dear colleague?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Înţeleg că aveţi acum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mulţime de alte treburi,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sorry, I know you have a lot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other things on your mind,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eu, cum să vă spun... trăgând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învăţământe: din cele întâmplate...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on the other hand... I really must...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having learned my lesson,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n-aş vrea să neglijez ceva... ştiţi,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dobândit anumite observaţii pe care...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le-am trecut şi pe hârtie.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 to make sure nothing is neglected...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made certain discoveries,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I have written down in my report.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N-o mai căutaţi...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bother...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am crezut…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thought...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interesează ce credeai,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interesează hârtia dumitale,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interesează persoana dumitale.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interested in what you believed,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interested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your piece of paper,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interested in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comedia e finit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domnule coleg!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see, my dear sir, the comedy is over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înţeleg, ce comedie?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understand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what comedy?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Prea mult te-ai supraapreciat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prea mult te-ai subapreciat,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afraid you have been too clever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half, and you have badly underestimated us,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socotându-ne mai proşti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decât suntem.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taking us for much greater idiots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 we really are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9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nu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nţelegi?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still don't understand?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atunci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ţi-o spun pe şleau: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right, then,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give it to you straight.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ştiam de la bun început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gândeşti despre noi,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of course knew all along what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thought of us,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ştiam că loialitatea dumitale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simulată şi că adevăratele dumitale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knew that you were merely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pretending to be loyal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interese şi concepţii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tăinuieşti în faţa noastră.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while concealing your true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views and interests.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toate acestea, am decis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să-ţi dăm o ultimă şansă şi, prefăcându-ne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Nevertheless, we decided to give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last chance and so we pretended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încrezători în basmul despre intenţia dumitale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 lucra pentru noi pe teren.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believe your fairy-tale about working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us undercover, so to speak.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fost curioşi cum o să te comporţi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lecţia aceea şi după aparenta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dumitale salvare,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were curious to see how you would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conduct yourself after the scare we gave you,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curioşi să vedem dacă până la urmă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vei trezi din această infatuare.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whether perhaps you might at last see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error of your ways and come to your senses.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Dumneata însă ai scuipat ruşinos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mina de ajutor pe care ţi-am întins-o,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drept care ţi-ai decis singur soarta.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chose to spit at our helping hand,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by so doing you have sealed your fate.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Nu e adevărat!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Ba ştii bine că 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That's not true!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You know only too well that it is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Dovediţi-mi!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prove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Ce zici? Îi facem pe plac?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 Eu aş zice... să-i facem.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Shall we oblige?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 I'd say yes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et's.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ordin, şefule!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boss?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 zi, ce ţi-a spus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ieri când ai fost la el?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did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tell you yesterday?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a spus că se va preface că lucrează ca informator pentru voi, în timp ce, de fapt,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said he would pretend to be working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undercover for you, while in fact,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 fi în cârdășie cu cei împotriva cărora luptați, sabotând serviciul tău de informații.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cahoots with those you're fighting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against,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sabotaging your intelligence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service at every step.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a spus, și citez, că va fi agentul nostru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adică al lor — în mijlocul inamicului...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said, and I quote, that he would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— that is, their—agent in the very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midst of the enemy...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lying!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ai spus?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curajul să mai spui odată?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did you say?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repeat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said he was lying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îţi permiţi aşa ceva? Să afirmi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prietenul meu de o viaţă,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unul dintre cei mai buni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dare you? How dare you insinuate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one of my finest external collaborators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colaboratori externi ai instituţiei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noastre, că minte?!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Fistula nu ne-a minţit niciodată!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 personal friend of long standing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a liar. Fistula never lies to us!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am vrut să spun, domnule director.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Fistula nu ne-a minţit niciodată!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what I was about to say, Director.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Fistula never lies to us!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1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Vasăzică, Fistula era un provocator,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pus de voi să mă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ncerce!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Fistula was an agent provocateur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sent to test me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Prostul de mine, trebuia să-l arunc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imediat pe uşă afară...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a fool not to throw him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out straightaway.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Iartă-mă, Vilma, pentru stupida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absurda bănuială, pentru care te-am pierdut!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Vilma, I apologise for my stupid suspicions,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thanks to which I have lost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Şi, dumitale, doamnă Houbova,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cer iertare, ai avut, dreptate...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Mrs Houbova, my apologies to you, too 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of course you were right all along...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cine vorbeşte?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menajera lui, şefule.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Who's he talking to?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his landlady, boss.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Fireşte, nu eşti singurul om pe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lumea asta care mă interesează.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not the only one I've had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investigate, you know.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toţi îi încerc, şi ai rămâne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gura căscată aflând cât de mult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durează uneori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Everyone comes under my scrutiny,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you'd be surprised how long it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sometimes takes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până descopăr adevărul adevărat,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indiferent care ar fi!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opposed to your trivial case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before I can get to the bottom of things.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Vasăzică, ţi-am căzut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cursă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I fell into your trap, after all, didn't I.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Iertaţi-mă, domnule doctor...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e doctor?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sorry, Doctor...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still has his title, does he?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căcăm pe doctoratul lui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fuck all that...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Iertaţi-mă, domnule doctor, dar dvs.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săvirşiţi iar un act de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simplificare a lucrurilor.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I'm sorry, Doctor,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here you go again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simplifying everything.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v-am spus tot timpul —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 diverse aluzii, dar și în mod explicit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I not throughout let you know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dropping various hints as well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quite explicitly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 că 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 mai multe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posibilități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și că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dvs.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sunteți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autorul propriului destin?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that you had a range of choices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 you alone could decide your fate?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v-am păcălit, ați picat în cursa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singur ați întins-o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cursa propriului orgoliu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did not fall into any trap of mine,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came a cropper thanks to your own pride,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v-a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băgat în cap că sunteți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stare să jucați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mai multe nunți deodată fără risc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led you to believe that you could play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both ends against the middle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get away with it.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Aţi uitat? Nu v-am explicat, pe larg,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forgotten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pains I took to explain to you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omul trebuie să respecte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autoritate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—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indiferent care,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vrea să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sf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rşească rău?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man has to respect someone in authority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whoever that someone may be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unless he wants to come to a bad end?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că, revoluţia îşi are şi ea regulile ei?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clar nici nu puteam să vă spun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stau lucrurile în realitate!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 even revolution has its rules?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really cannot see how I could have made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things any clearer to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am conştiinţa curat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my conscience is clear.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făcut tot ce s-a putut.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Ghinionul dvs. că n-aţi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nţeles nimic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 what I could. I'm afraid it's your funeral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failed to understand...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4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ntotdeauna, Fistula are dreptate.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poţi sluji pe toţi deodată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în acelaşi timp să-i înşeli!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always, Fistula is absolutely right.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simply cannot serve all masters,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poţi lua din toate părţile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să nu dai nici uneia nimic!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at the same time deceive them all.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can't just take and give nothing in return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Omul trebuie să facă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parte măcar dintr-o parte!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 one of us has to decide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he stands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Exact aşa voiam să spun şi eu,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director!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 trebuie să facă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parte măcar dintr-o parte!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what I was about to say, Director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 one of us has to decide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he stands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5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4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paradoxal că abia acum, când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pierdut partida definitiv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cunoaşterea mea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Isn't it paradoxical that now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I have finally lost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my knowledge can serve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mai ajută cu nimic, încep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înţeleg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ntreaga poveste!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purpose, I'm beginning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understand it all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Fistula are dreptate: am fost,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nebun înfumurat, care a închipuit că poate trage foloase exploat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ndu-l pe diavol,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Fistula is right: I am a conceited idiot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thought he could use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devil without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să facă legăm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 cu el!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că, precum se ştie,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diavolul nu poate fi păcălit!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having to sign his soul away to him.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if the devil could be deceived.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5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4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Tăticule!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Daddy!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5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4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Atenţie, atenţie!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hold on there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n-am afirmat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există vreun diavol!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never said that there is such a 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the devil!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schimb o spun eu.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el se află chiar aici, printre noi!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as maybe — but I'm saying it.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he's right here among us!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referiţi cumva la mine?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mean me, of course?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Dumneata nu eşti decât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drac subordonat!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just a subordinate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little demon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Cunosc părerile dumitale,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Foustka, şi înţeleg,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 the way your mind works,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Foustka, and I see that, through me,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deci, şi această metaforă.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alte cuvinte prin mine vrei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acuzi ştiinţa modernă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would like to point an accusing finger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modern science and denounce it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s-o denumeşti adevărata sursă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tuturor relelor. Nu-i aşa?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the true source of all evil.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Am I right?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nu ești. Prin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dumneata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doresc doar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acuz mândria distructivă a puterii intolerante,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you're not. Through you I merely wish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accuse the destructive pride of intolerant,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atotputernice și egocentrice,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folosește știința ca pe un arc la îndemână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all-powerful and selfregarding power,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uses science as a handy bow with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care să doboare tot ceea ce ar putea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o pună în pericol,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to shoot down everything that might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put it in jeopardy, that is,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adică orice care nu își datorează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autoritatea acelei puteri.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anything that does not owe its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authority to that power.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 ăsta era testamentul dumitale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lăsat acestei lumi,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Foustka?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that the legacy you wish to leave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world, Foustka?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Oarecum banal, nu-i așa?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Orice influencer care se respectă în zilele noastre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Somewhat banal, wouldn't you say?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 influencer these days worth his salt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împrăștie astfel de perle de înțelepciune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marginea drumului.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scatters such pearls of wisdom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the wayside.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Testamentul e însă testament,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eu o să-ţi demonstrez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spiritul meu de toleranţă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However, a legacy is a legacy,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let me demonstrate how tolerant I am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dumneata mi-l conteşti,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 aceea că, în pofida rezervelor mele,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aplaud acest testament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despite what others may think of me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overlooking my objections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applauding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1914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KINGA</dc:creator>
  <dc:description/>
  <cp:keywords/>
  <dc:language>en-US</dc:language>
  <cp:lastModifiedBy>Marketing9020</cp:lastModifiedBy>
  <dcterms:modified xsi:type="dcterms:W3CDTF">2025-10-10T11:08:11Z</dcterms:modified>
  <cp:revision>171</cp:revision>
  <dc:subject/>
  <dc:title>Slide 1</dc:title>
</cp:coreProperties>
</file>